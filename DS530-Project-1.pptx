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80" r:id="rId4"/>
    <p:sldMasterId id="2147483881" r:id="rId5"/>
    <p:sldMasterId id="2147483882" r:id="rId6"/>
    <p:sldMasterId id="2147483883" r:id="rId7"/>
    <p:sldMasterId id="2147483884" r:id="rId8"/>
    <p:sldMasterId id="2147483885" r:id="rId9"/>
    <p:sldMasterId id="2147483886" r:id="rId10"/>
    <p:sldMasterId id="2147483887" r:id="rId11"/>
    <p:sldMasterId id="2147483888" r:id="rId12"/>
    <p:sldMasterId id="2147483889" r:id="rId13"/>
    <p:sldMasterId id="2147483890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y="5143500" cx="9144000"/>
  <p:notesSz cx="6858000" cy="9144000"/>
  <p:embeddedFontLst>
    <p:embeddedFont>
      <p:font typeface="Mulish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Albert Sans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5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8" Type="http://schemas.openxmlformats.org/officeDocument/2006/relationships/font" Target="fonts/Mulish-bold.fntdata"/><Relationship Id="rId27" Type="http://schemas.openxmlformats.org/officeDocument/2006/relationships/font" Target="fonts/Mulish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ulish-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Lato-regular.fntdata"/><Relationship Id="rId30" Type="http://schemas.openxmlformats.org/officeDocument/2006/relationships/font" Target="fonts/Mulish-boldItalic.fntdata"/><Relationship Id="rId11" Type="http://schemas.openxmlformats.org/officeDocument/2006/relationships/slideMaster" Target="slideMasters/slideMaster8.xml"/><Relationship Id="rId33" Type="http://schemas.openxmlformats.org/officeDocument/2006/relationships/font" Target="fonts/Lato-italic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Lato-bold.fntdata"/><Relationship Id="rId13" Type="http://schemas.openxmlformats.org/officeDocument/2006/relationships/slideMaster" Target="slideMasters/slideMaster10.xml"/><Relationship Id="rId35" Type="http://schemas.openxmlformats.org/officeDocument/2006/relationships/font" Target="fonts/AlbertSans-regular.fntdata"/><Relationship Id="rId12" Type="http://schemas.openxmlformats.org/officeDocument/2006/relationships/slideMaster" Target="slideMasters/slideMaster9.xml"/><Relationship Id="rId34" Type="http://schemas.openxmlformats.org/officeDocument/2006/relationships/font" Target="fonts/Lato-boldItalic.fntdata"/><Relationship Id="rId15" Type="http://schemas.openxmlformats.org/officeDocument/2006/relationships/notesMaster" Target="notesMasters/notesMaster1.xml"/><Relationship Id="rId37" Type="http://schemas.openxmlformats.org/officeDocument/2006/relationships/font" Target="fonts/AlbertSans-italic.fntdata"/><Relationship Id="rId14" Type="http://schemas.openxmlformats.org/officeDocument/2006/relationships/slideMaster" Target="slideMasters/slideMaster11.xml"/><Relationship Id="rId36" Type="http://schemas.openxmlformats.org/officeDocument/2006/relationships/font" Target="fonts/AlbertSans-bold.fntdata"/><Relationship Id="rId17" Type="http://schemas.openxmlformats.org/officeDocument/2006/relationships/slide" Target="slides/slide2.xml"/><Relationship Id="rId39" Type="http://schemas.openxmlformats.org/officeDocument/2006/relationships/font" Target="fonts/DMSans-regular.fntdata"/><Relationship Id="rId16" Type="http://schemas.openxmlformats.org/officeDocument/2006/relationships/slide" Target="slides/slide1.xml"/><Relationship Id="rId38" Type="http://schemas.openxmlformats.org/officeDocument/2006/relationships/font" Target="fonts/AlbertSans-boldItalic.fntdata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8" name="Shape 14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9" name="Google Shape;14479;g3a2873bc32b_0_2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0" name="Google Shape;14480;g3a2873bc32b_0_2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4" name="Shape 14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5" name="Google Shape;14495;g3a299f686c6_0_5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6" name="Google Shape;14496;g3a299f686c6_0_5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6" name="Shape 14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7" name="Google Shape;14507;g3a2873bc32b_0_11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8" name="Google Shape;14508;g3a2873bc32b_0_11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2" name="Shape 14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3" name="Google Shape;14553;g3a2873bc32b_0_20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4" name="Google Shape;14554;g3a2873bc32b_0_20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8" name="Shape 14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9" name="Google Shape;14569;g3a2873bc32b_0_23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0" name="Google Shape;14570;g3a2873bc32b_0_23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4" name="Shape 1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5" name="Google Shape;14575;g3a2873bc32b_0_35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6" name="Google Shape;14576;g3a2873bc32b_0_35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9" name="Shape 14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0" name="Google Shape;14620;g3a2873bc32b_0_26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1" name="Google Shape;14621;g3a2873bc32b_0_26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4" name="Shape 14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5" name="Google Shape;14665;g3a2873bc32b_0_37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6" name="Google Shape;14666;g3a2873bc32b_0_37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6" name="Shape 1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7" name="Google Shape;14677;g3a2873bc32b_0_3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8" name="Google Shape;14678;g3a2873bc32b_0_3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7" name="Shape 14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8" name="Google Shape;14688;g3a2873bc32b_0_34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9" name="Google Shape;14689;g3a2873bc32b_0_34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6" name="Shape 14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7" name="Google Shape;14697;g3a299f686c6_0_2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8" name="Google Shape;14698;g3a299f686c6_0_2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54" name="Google Shape;54;p13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55" name="Google Shape;55;p13"/>
            <p:cNvCxnSpPr>
              <a:stCxn id="56" idx="7"/>
              <a:endCxn id="57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" name="Google Shape;57;p13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3" name="Google Shape;63;p13"/>
            <p:cNvCxnSpPr>
              <a:stCxn id="62" idx="4"/>
              <a:endCxn id="5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3"/>
            <p:cNvCxnSpPr>
              <a:stCxn id="61" idx="4"/>
              <a:endCxn id="5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>
              <a:stCxn id="61" idx="5"/>
              <a:endCxn id="6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>
              <a:stCxn id="61" idx="0"/>
              <a:endCxn id="5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3"/>
            <p:cNvCxnSpPr>
              <a:stCxn id="61" idx="7"/>
              <a:endCxn id="56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13"/>
            <p:cNvCxnSpPr>
              <a:stCxn id="58" idx="5"/>
              <a:endCxn id="5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13"/>
            <p:cNvCxnSpPr>
              <a:stCxn id="58" idx="6"/>
              <a:endCxn id="5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13"/>
            <p:cNvCxnSpPr>
              <a:stCxn id="60" idx="2"/>
              <a:endCxn id="5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3"/>
            <p:cNvCxnSpPr>
              <a:stCxn id="62" idx="0"/>
              <a:endCxn id="5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13"/>
            <p:cNvCxnSpPr>
              <a:stCxn id="62" idx="0"/>
              <a:endCxn id="60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" name="Google Shape;56;p13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3" name="Google Shape;73;p13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74" name="Google Shape;74;p13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84" name="Google Shape;84;p15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86" name="Google Shape;86;p15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15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" name="Google Shape;95;p15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" name="Google Shape;96;p15"/>
              <p:cNvCxnSpPr>
                <a:stCxn id="86" idx="6"/>
                <a:endCxn id="8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15"/>
              <p:cNvCxnSpPr>
                <a:stCxn id="86" idx="0"/>
                <a:endCxn id="9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" name="Google Shape;98;p15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15"/>
              <p:cNvCxnSpPr>
                <a:stCxn id="91" idx="6"/>
                <a:endCxn id="8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15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15"/>
              <p:cNvCxnSpPr>
                <a:stCxn id="86" idx="5"/>
                <a:endCxn id="9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15"/>
              <p:cNvCxnSpPr>
                <a:stCxn id="92" idx="7"/>
                <a:endCxn id="8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15"/>
              <p:cNvCxnSpPr>
                <a:stCxn id="92" idx="7"/>
                <a:endCxn id="8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15"/>
              <p:cNvCxnSpPr>
                <a:stCxn id="88" idx="0"/>
                <a:endCxn id="8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15"/>
              <p:cNvCxnSpPr>
                <a:stCxn id="88" idx="7"/>
                <a:endCxn id="9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15"/>
              <p:cNvCxnSpPr>
                <a:stCxn id="93" idx="1"/>
                <a:endCxn id="8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5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15"/>
              <p:cNvCxnSpPr>
                <a:stCxn id="87" idx="4"/>
                <a:endCxn id="8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5"/>
              <p:cNvCxnSpPr>
                <a:stCxn id="86" idx="5"/>
                <a:endCxn id="8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" name="Google Shape;110;p15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" name="Google Shape;111;p15"/>
              <p:cNvCxnSpPr>
                <a:stCxn id="93" idx="2"/>
                <a:endCxn id="11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15"/>
              <p:cNvCxnSpPr>
                <a:stCxn id="110" idx="2"/>
                <a:endCxn id="8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15"/>
              <p:cNvCxnSpPr>
                <a:stCxn id="110" idx="0"/>
                <a:endCxn id="8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5"/>
              <p:cNvCxnSpPr>
                <a:stCxn id="110" idx="1"/>
                <a:endCxn id="8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5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" name="Google Shape;116;p15"/>
              <p:cNvCxnSpPr>
                <a:stCxn id="88" idx="2"/>
                <a:endCxn id="11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5"/>
              <p:cNvCxnSpPr>
                <a:stCxn id="115" idx="1"/>
                <a:endCxn id="9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8" name="Google Shape;118;p15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119" name="Google Shape;119;p15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" name="Google Shape;127;p15"/>
              <p:cNvCxnSpPr>
                <a:stCxn id="123" idx="5"/>
                <a:endCxn id="12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5"/>
              <p:cNvCxnSpPr>
                <a:stCxn id="124" idx="4"/>
                <a:endCxn id="12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5"/>
              <p:cNvCxnSpPr>
                <a:stCxn id="119" idx="6"/>
                <a:endCxn id="12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5"/>
              <p:cNvCxnSpPr>
                <a:stCxn id="123" idx="7"/>
                <a:endCxn id="12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5"/>
              <p:cNvCxnSpPr>
                <a:stCxn id="124" idx="6"/>
                <a:endCxn id="12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5"/>
              <p:cNvCxnSpPr>
                <a:stCxn id="122" idx="7"/>
                <a:endCxn id="12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5"/>
              <p:cNvCxnSpPr>
                <a:stCxn id="119" idx="6"/>
                <a:endCxn id="12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5"/>
              <p:cNvCxnSpPr>
                <a:stCxn id="125" idx="7"/>
                <a:endCxn id="12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5"/>
              <p:cNvCxnSpPr>
                <a:stCxn id="125" idx="5"/>
                <a:endCxn id="12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5"/>
              <p:cNvCxnSpPr>
                <a:stCxn id="121" idx="0"/>
                <a:endCxn id="12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5"/>
              <p:cNvCxnSpPr>
                <a:stCxn id="121" idx="7"/>
                <a:endCxn id="12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5"/>
              <p:cNvCxnSpPr>
                <a:stCxn id="122" idx="6"/>
                <a:endCxn id="12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5"/>
              <p:cNvCxnSpPr>
                <a:stCxn id="126" idx="0"/>
                <a:endCxn id="12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5"/>
              <p:cNvCxnSpPr>
                <a:stCxn id="124" idx="5"/>
                <a:endCxn id="12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15"/>
              <p:cNvCxnSpPr>
                <a:stCxn id="123" idx="6"/>
                <a:endCxn id="12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15"/>
              <p:cNvCxnSpPr>
                <a:stCxn id="123" idx="4"/>
                <a:endCxn id="12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15"/>
              <p:cNvCxnSpPr>
                <a:stCxn id="120" idx="4"/>
                <a:endCxn id="12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5"/>
              <p:cNvCxnSpPr>
                <a:stCxn id="119" idx="6"/>
                <a:endCxn id="12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5" name="Google Shape;145;p15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6" name="Google Shape;146;p15"/>
              <p:cNvCxnSpPr>
                <a:stCxn id="126" idx="4"/>
                <a:endCxn id="14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5"/>
              <p:cNvCxnSpPr>
                <a:stCxn id="145" idx="2"/>
                <a:endCxn id="12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5"/>
              <p:cNvCxnSpPr>
                <a:stCxn id="145" idx="0"/>
                <a:endCxn id="12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5"/>
              <p:cNvCxnSpPr>
                <a:stCxn id="145" idx="1"/>
                <a:endCxn id="12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0" name="Google Shape;150;p15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1" name="Google Shape;151;p15"/>
              <p:cNvCxnSpPr>
                <a:stCxn id="145" idx="2"/>
                <a:endCxn id="15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15"/>
              <p:cNvCxnSpPr>
                <a:stCxn id="150" idx="1"/>
                <a:endCxn id="12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16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16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7" name="Google Shape;157;p16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58" name="Google Shape;158;p16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59" name="Google Shape;159;p16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" name="Google Shape;163;p16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4" name="Google Shape;164;p16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5" name="Google Shape;165;p16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6" name="Google Shape;166;p16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7" name="Google Shape;167;p16"/>
              <p:cNvCxnSpPr>
                <a:stCxn id="163" idx="5"/>
                <a:endCxn id="16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16"/>
              <p:cNvCxnSpPr>
                <a:stCxn id="164" idx="4"/>
                <a:endCxn id="16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16"/>
              <p:cNvCxnSpPr>
                <a:stCxn id="159" idx="6"/>
                <a:endCxn id="16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16"/>
              <p:cNvCxnSpPr>
                <a:stCxn id="163" idx="7"/>
                <a:endCxn id="16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6"/>
              <p:cNvCxnSpPr>
                <a:stCxn id="164" idx="6"/>
                <a:endCxn id="16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16"/>
              <p:cNvCxnSpPr>
                <a:stCxn id="162" idx="7"/>
                <a:endCxn id="16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16"/>
              <p:cNvCxnSpPr>
                <a:stCxn id="159" idx="6"/>
                <a:endCxn id="16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16"/>
              <p:cNvCxnSpPr>
                <a:stCxn id="165" idx="6"/>
                <a:endCxn id="16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16"/>
              <p:cNvCxnSpPr>
                <a:stCxn id="165" idx="6"/>
                <a:endCxn id="16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6"/>
              <p:cNvCxnSpPr>
                <a:stCxn id="161" idx="7"/>
                <a:endCxn id="16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16"/>
              <p:cNvCxnSpPr>
                <a:stCxn id="162" idx="6"/>
                <a:endCxn id="16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16"/>
              <p:cNvCxnSpPr>
                <a:stCxn id="166" idx="0"/>
                <a:endCxn id="16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6"/>
              <p:cNvCxnSpPr>
                <a:stCxn id="164" idx="5"/>
                <a:endCxn id="16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16"/>
              <p:cNvCxnSpPr>
                <a:stCxn id="163" idx="6"/>
                <a:endCxn id="16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16"/>
              <p:cNvCxnSpPr>
                <a:stCxn id="163" idx="4"/>
                <a:endCxn id="16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2" name="Google Shape;182;p16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3" name="Google Shape;183;p16"/>
              <p:cNvCxnSpPr>
                <a:stCxn id="166" idx="4"/>
                <a:endCxn id="18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16"/>
              <p:cNvCxnSpPr>
                <a:stCxn id="182" idx="1"/>
                <a:endCxn id="16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6"/>
              <p:cNvCxnSpPr>
                <a:stCxn id="182" idx="1"/>
                <a:endCxn id="16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6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7" name="Google Shape;187;p16"/>
              <p:cNvCxnSpPr>
                <a:stCxn id="164" idx="0"/>
                <a:endCxn id="18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16"/>
              <p:cNvCxnSpPr>
                <a:stCxn id="160" idx="0"/>
                <a:endCxn id="18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9" name="Google Shape;189;p16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90" name="Google Shape;190;p16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8" name="Google Shape;198;p16"/>
              <p:cNvCxnSpPr>
                <a:stCxn id="194" idx="5"/>
                <a:endCxn id="19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16"/>
              <p:cNvCxnSpPr>
                <a:stCxn id="195" idx="4"/>
                <a:endCxn id="19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16"/>
              <p:cNvCxnSpPr>
                <a:stCxn id="190" idx="6"/>
                <a:endCxn id="19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16"/>
              <p:cNvCxnSpPr>
                <a:stCxn id="190" idx="0"/>
                <a:endCxn id="19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" name="Google Shape;202;p16"/>
              <p:cNvCxnSpPr>
                <a:stCxn id="194" idx="7"/>
                <a:endCxn id="19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16"/>
              <p:cNvCxnSpPr>
                <a:stCxn id="195" idx="6"/>
                <a:endCxn id="19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16"/>
              <p:cNvCxnSpPr>
                <a:stCxn id="193" idx="7"/>
                <a:endCxn id="19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16"/>
              <p:cNvCxnSpPr>
                <a:stCxn id="190" idx="5"/>
                <a:endCxn id="19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16"/>
              <p:cNvCxnSpPr>
                <a:stCxn id="196" idx="7"/>
                <a:endCxn id="19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16"/>
              <p:cNvCxnSpPr>
                <a:stCxn id="196" idx="7"/>
                <a:endCxn id="19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16"/>
              <p:cNvCxnSpPr>
                <a:stCxn id="192" idx="0"/>
                <a:endCxn id="19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16"/>
              <p:cNvCxnSpPr>
                <a:stCxn id="197" idx="1"/>
                <a:endCxn id="19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16"/>
              <p:cNvCxnSpPr>
                <a:stCxn id="194" idx="6"/>
                <a:endCxn id="19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16"/>
              <p:cNvCxnSpPr>
                <a:stCxn id="191" idx="4"/>
                <a:endCxn id="19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2" name="Google Shape;212;p16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3" name="Google Shape;213;p16"/>
              <p:cNvCxnSpPr>
                <a:stCxn id="197" idx="2"/>
                <a:endCxn id="21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16"/>
              <p:cNvCxnSpPr>
                <a:stCxn id="212" idx="2"/>
                <a:endCxn id="19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16"/>
              <p:cNvCxnSpPr>
                <a:stCxn id="212" idx="0"/>
                <a:endCxn id="19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" name="Google Shape;216;p16"/>
              <p:cNvCxnSpPr>
                <a:stCxn id="212" idx="1"/>
                <a:endCxn id="19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7" name="Google Shape;217;p16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8" name="Google Shape;218;p16"/>
              <p:cNvCxnSpPr>
                <a:stCxn id="192" idx="3"/>
                <a:endCxn id="21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16"/>
              <p:cNvCxnSpPr>
                <a:stCxn id="217" idx="0"/>
                <a:endCxn id="19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" name="Google Shape;220;p16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1" name="Google Shape;221;p16"/>
              <p:cNvCxnSpPr>
                <a:stCxn id="190" idx="6"/>
                <a:endCxn id="22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16"/>
              <p:cNvCxnSpPr>
                <a:stCxn id="196" idx="0"/>
                <a:endCxn id="22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16"/>
              <p:cNvCxnSpPr>
                <a:stCxn id="220" idx="6"/>
                <a:endCxn id="19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4" name="Google Shape;224;p16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5" name="Google Shape;225;p16"/>
              <p:cNvCxnSpPr>
                <a:stCxn id="217" idx="5"/>
                <a:endCxn id="22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16"/>
              <p:cNvCxnSpPr>
                <a:stCxn id="224" idx="7"/>
                <a:endCxn id="19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16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8" name="Google Shape;228;p16"/>
              <p:cNvCxnSpPr>
                <a:stCxn id="217" idx="0"/>
                <a:endCxn id="22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" name="Google Shape;229;p16"/>
              <p:cNvCxnSpPr>
                <a:stCxn id="227" idx="1"/>
                <a:endCxn id="19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" name="Google Shape;230;p16"/>
              <p:cNvCxnSpPr>
                <a:stCxn id="227" idx="6"/>
                <a:endCxn id="19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34" name="Google Shape;234;p17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235" name="Google Shape;235;p17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6" name="Google Shape;236;p17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4" name="Google Shape;244;p17"/>
              <p:cNvCxnSpPr>
                <a:stCxn id="240" idx="5"/>
                <a:endCxn id="23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" name="Google Shape;245;p17"/>
              <p:cNvCxnSpPr>
                <a:stCxn id="241" idx="4"/>
                <a:endCxn id="23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" name="Google Shape;246;p17"/>
              <p:cNvCxnSpPr>
                <a:stCxn id="236" idx="6"/>
                <a:endCxn id="24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" name="Google Shape;247;p17"/>
              <p:cNvCxnSpPr>
                <a:stCxn id="240" idx="7"/>
                <a:endCxn id="24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" name="Google Shape;248;p17"/>
              <p:cNvCxnSpPr>
                <a:stCxn id="241" idx="6"/>
                <a:endCxn id="23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17"/>
              <p:cNvCxnSpPr>
                <a:stCxn id="239" idx="7"/>
                <a:endCxn id="23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17"/>
              <p:cNvCxnSpPr>
                <a:stCxn id="236" idx="6"/>
                <a:endCxn id="24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17"/>
              <p:cNvCxnSpPr>
                <a:stCxn id="242" idx="6"/>
                <a:endCxn id="23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17"/>
              <p:cNvCxnSpPr>
                <a:stCxn id="242" idx="5"/>
                <a:endCxn id="23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17"/>
              <p:cNvCxnSpPr>
                <a:stCxn id="238" idx="0"/>
                <a:endCxn id="23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17"/>
              <p:cNvCxnSpPr>
                <a:stCxn id="238" idx="7"/>
                <a:endCxn id="24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17"/>
              <p:cNvCxnSpPr>
                <a:stCxn id="239" idx="6"/>
                <a:endCxn id="24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17"/>
              <p:cNvCxnSpPr>
                <a:stCxn id="243" idx="0"/>
                <a:endCxn id="23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17"/>
              <p:cNvCxnSpPr>
                <a:stCxn id="241" idx="5"/>
                <a:endCxn id="24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7"/>
              <p:cNvCxnSpPr>
                <a:stCxn id="240" idx="6"/>
                <a:endCxn id="24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17"/>
              <p:cNvCxnSpPr>
                <a:stCxn id="240" idx="4"/>
                <a:endCxn id="23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17"/>
              <p:cNvCxnSpPr>
                <a:stCxn id="237" idx="4"/>
                <a:endCxn id="23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1" name="Google Shape;261;p17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2" name="Google Shape;262;p17"/>
              <p:cNvCxnSpPr>
                <a:stCxn id="243" idx="4"/>
                <a:endCxn id="26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17"/>
              <p:cNvCxnSpPr>
                <a:stCxn id="261" idx="1"/>
                <a:endCxn id="23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17"/>
              <p:cNvCxnSpPr>
                <a:stCxn id="261" idx="0"/>
                <a:endCxn id="23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17"/>
              <p:cNvCxnSpPr>
                <a:stCxn id="261" idx="1"/>
                <a:endCxn id="23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6" name="Google Shape;266;p17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7" name="Google Shape;267;p17"/>
              <p:cNvCxnSpPr>
                <a:stCxn id="261" idx="2"/>
                <a:endCxn id="26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7"/>
              <p:cNvCxnSpPr>
                <a:stCxn id="266" idx="1"/>
                <a:endCxn id="24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17"/>
              <p:cNvCxnSpPr>
                <a:stCxn id="266" idx="7"/>
                <a:endCxn id="23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0" name="Google Shape;270;p17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271" name="Google Shape;271;p17"/>
              <p:cNvCxnSpPr>
                <a:stCxn id="272" idx="6"/>
                <a:endCxn id="27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3" name="Google Shape;273;p17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8" name="Google Shape;278;p17"/>
              <p:cNvCxnSpPr>
                <a:stCxn id="277" idx="4"/>
                <a:endCxn id="27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17"/>
              <p:cNvCxnSpPr>
                <a:stCxn id="276" idx="4"/>
                <a:endCxn id="27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" name="Google Shape;280;p17"/>
              <p:cNvCxnSpPr>
                <a:stCxn id="276" idx="5"/>
                <a:endCxn id="27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17"/>
              <p:cNvCxnSpPr>
                <a:stCxn id="276" idx="0"/>
                <a:endCxn id="27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17"/>
              <p:cNvCxnSpPr>
                <a:stCxn id="276" idx="7"/>
                <a:endCxn id="27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17"/>
              <p:cNvCxnSpPr>
                <a:stCxn id="274" idx="5"/>
                <a:endCxn id="27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17"/>
              <p:cNvCxnSpPr>
                <a:stCxn id="274" idx="6"/>
                <a:endCxn id="27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17"/>
              <p:cNvCxnSpPr>
                <a:stCxn id="286" idx="1"/>
                <a:endCxn id="27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17"/>
              <p:cNvCxnSpPr>
                <a:stCxn id="277" idx="0"/>
                <a:endCxn id="27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17"/>
              <p:cNvCxnSpPr>
                <a:stCxn id="277" idx="0"/>
                <a:endCxn id="28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9" name="Google Shape;289;p17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0" name="Google Shape;290;p17"/>
              <p:cNvCxnSpPr>
                <a:stCxn id="274" idx="5"/>
                <a:endCxn id="28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17"/>
              <p:cNvCxnSpPr>
                <a:stCxn id="286" idx="7"/>
                <a:endCxn id="28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17"/>
              <p:cNvCxnSpPr>
                <a:stCxn id="289" idx="6"/>
                <a:endCxn id="27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3" name="Google Shape;293;p17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4" name="Google Shape;294;p17"/>
              <p:cNvCxnSpPr>
                <a:stCxn id="293" idx="0"/>
                <a:endCxn id="27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17"/>
              <p:cNvCxnSpPr>
                <a:stCxn id="293" idx="6"/>
                <a:endCxn id="27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17"/>
              <p:cNvCxnSpPr>
                <a:stCxn id="293" idx="5"/>
                <a:endCxn id="27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17"/>
              <p:cNvCxnSpPr>
                <a:stCxn id="293" idx="5"/>
                <a:endCxn id="27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6" name="Google Shape;286;p17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2" name="Google Shape;272;p17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98" name="Google Shape;298;p17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299" name="Google Shape;299;p1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0" name="Google Shape;300;p1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1" name="Google Shape;301;p1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2" name="Google Shape;302;p1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18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18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09" name="Google Shape;309;p18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310" name="Google Shape;310;p18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311" name="Google Shape;311;p18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6" name="Google Shape;316;p18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9" name="Google Shape;319;p18"/>
              <p:cNvCxnSpPr>
                <a:stCxn id="315" idx="5"/>
                <a:endCxn id="31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18"/>
              <p:cNvCxnSpPr>
                <a:stCxn id="316" idx="4"/>
                <a:endCxn id="31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" name="Google Shape;321;p18"/>
              <p:cNvCxnSpPr>
                <a:stCxn id="311" idx="6"/>
                <a:endCxn id="31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" name="Google Shape;322;p18"/>
              <p:cNvCxnSpPr>
                <a:stCxn id="315" idx="7"/>
                <a:endCxn id="31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" name="Google Shape;323;p18"/>
              <p:cNvCxnSpPr>
                <a:stCxn id="316" idx="6"/>
                <a:endCxn id="31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18"/>
              <p:cNvCxnSpPr>
                <a:stCxn id="314" idx="7"/>
                <a:endCxn id="31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18"/>
              <p:cNvCxnSpPr>
                <a:stCxn id="311" idx="6"/>
                <a:endCxn id="31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18"/>
              <p:cNvCxnSpPr>
                <a:stCxn id="317" idx="6"/>
                <a:endCxn id="31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18"/>
              <p:cNvCxnSpPr>
                <a:stCxn id="317" idx="5"/>
                <a:endCxn id="31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18"/>
              <p:cNvCxnSpPr>
                <a:stCxn id="313" idx="0"/>
                <a:endCxn id="31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18"/>
              <p:cNvCxnSpPr>
                <a:stCxn id="313" idx="7"/>
                <a:endCxn id="31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18"/>
              <p:cNvCxnSpPr>
                <a:stCxn id="314" idx="6"/>
                <a:endCxn id="31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18"/>
              <p:cNvCxnSpPr>
                <a:stCxn id="318" idx="0"/>
                <a:endCxn id="31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18"/>
              <p:cNvCxnSpPr>
                <a:stCxn id="316" idx="5"/>
                <a:endCxn id="31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" name="Google Shape;333;p18"/>
              <p:cNvCxnSpPr>
                <a:stCxn id="315" idx="6"/>
                <a:endCxn id="31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" name="Google Shape;334;p18"/>
              <p:cNvCxnSpPr>
                <a:stCxn id="315" idx="4"/>
                <a:endCxn id="31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" name="Google Shape;335;p18"/>
              <p:cNvCxnSpPr>
                <a:stCxn id="312" idx="4"/>
                <a:endCxn id="31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6" name="Google Shape;336;p18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7" name="Google Shape;337;p18"/>
              <p:cNvCxnSpPr>
                <a:stCxn id="318" idx="4"/>
                <a:endCxn id="33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" name="Google Shape;338;p18"/>
              <p:cNvCxnSpPr>
                <a:stCxn id="336" idx="1"/>
                <a:endCxn id="31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" name="Google Shape;339;p18"/>
              <p:cNvCxnSpPr>
                <a:stCxn id="336" idx="0"/>
                <a:endCxn id="31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" name="Google Shape;340;p18"/>
              <p:cNvCxnSpPr>
                <a:stCxn id="336" idx="1"/>
                <a:endCxn id="31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1" name="Google Shape;341;p18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2" name="Google Shape;342;p18"/>
              <p:cNvCxnSpPr>
                <a:stCxn id="336" idx="2"/>
                <a:endCxn id="34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18"/>
              <p:cNvCxnSpPr>
                <a:stCxn id="341" idx="1"/>
                <a:endCxn id="31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18"/>
              <p:cNvCxnSpPr>
                <a:stCxn id="341" idx="7"/>
                <a:endCxn id="31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45" name="Google Shape;345;p18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346" name="Google Shape;346;p18"/>
              <p:cNvCxnSpPr>
                <a:stCxn id="347" idx="6"/>
                <a:endCxn id="34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8" name="Google Shape;348;p18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9" name="Google Shape;349;p18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0" name="Google Shape;350;p18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2" name="Google Shape;352;p18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3" name="Google Shape;353;p18"/>
              <p:cNvCxnSpPr>
                <a:stCxn id="352" idx="4"/>
                <a:endCxn id="35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" name="Google Shape;354;p18"/>
              <p:cNvCxnSpPr>
                <a:stCxn id="351" idx="4"/>
                <a:endCxn id="35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18"/>
              <p:cNvCxnSpPr>
                <a:stCxn id="351" idx="5"/>
                <a:endCxn id="35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18"/>
              <p:cNvCxnSpPr>
                <a:stCxn id="351" idx="0"/>
                <a:endCxn id="34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18"/>
              <p:cNvCxnSpPr>
                <a:stCxn id="351" idx="7"/>
                <a:endCxn id="34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18"/>
              <p:cNvCxnSpPr>
                <a:stCxn id="349" idx="5"/>
                <a:endCxn id="34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18"/>
              <p:cNvCxnSpPr>
                <a:stCxn id="349" idx="6"/>
                <a:endCxn id="34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" name="Google Shape;360;p18"/>
              <p:cNvCxnSpPr>
                <a:stCxn id="361" idx="1"/>
                <a:endCxn id="34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" name="Google Shape;362;p18"/>
              <p:cNvCxnSpPr>
                <a:stCxn id="352" idx="0"/>
                <a:endCxn id="34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18"/>
              <p:cNvCxnSpPr>
                <a:stCxn id="352" idx="0"/>
                <a:endCxn id="36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5" name="Google Shape;365;p18"/>
              <p:cNvCxnSpPr>
                <a:stCxn id="349" idx="5"/>
                <a:endCxn id="36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" name="Google Shape;366;p18"/>
              <p:cNvCxnSpPr>
                <a:stCxn id="361" idx="7"/>
                <a:endCxn id="36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" name="Google Shape;367;p18"/>
              <p:cNvCxnSpPr>
                <a:stCxn id="364" idx="6"/>
                <a:endCxn id="34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8" name="Google Shape;368;p18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9" name="Google Shape;369;p18"/>
              <p:cNvCxnSpPr>
                <a:stCxn id="368" idx="0"/>
                <a:endCxn id="34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" name="Google Shape;370;p18"/>
              <p:cNvCxnSpPr>
                <a:stCxn id="368" idx="6"/>
                <a:endCxn id="34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" name="Google Shape;371;p18"/>
              <p:cNvCxnSpPr>
                <a:stCxn id="368" idx="5"/>
                <a:endCxn id="35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" name="Google Shape;372;p18"/>
              <p:cNvCxnSpPr>
                <a:stCxn id="368" idx="5"/>
                <a:endCxn id="35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1" name="Google Shape;361;p18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73" name="Google Shape;373;p18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74" name="Google Shape;374;p18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75" name="Google Shape;375;p18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80" name="Google Shape;380;p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85" name="Google Shape;385;p19"/>
          <p:cNvCxnSpPr>
            <a:stCxn id="386" idx="6"/>
            <a:endCxn id="38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8" name="Google Shape;388;p19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89" name="Google Shape;389;p19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90" name="Google Shape;390;p19"/>
              <p:cNvCxnSpPr>
                <a:stCxn id="387" idx="7"/>
                <a:endCxn id="39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1" name="Google Shape;391;p19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6" name="Google Shape;396;p19"/>
              <p:cNvCxnSpPr>
                <a:stCxn id="395" idx="4"/>
                <a:endCxn id="39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19"/>
              <p:cNvCxnSpPr>
                <a:stCxn id="394" idx="4"/>
                <a:endCxn id="39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19"/>
              <p:cNvCxnSpPr>
                <a:stCxn id="394" idx="5"/>
                <a:endCxn id="39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19"/>
              <p:cNvCxnSpPr>
                <a:stCxn id="394" idx="0"/>
                <a:endCxn id="39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19"/>
              <p:cNvCxnSpPr>
                <a:stCxn id="394" idx="0"/>
                <a:endCxn id="38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19"/>
              <p:cNvCxnSpPr>
                <a:stCxn id="392" idx="5"/>
                <a:endCxn id="38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19"/>
              <p:cNvCxnSpPr>
                <a:stCxn id="392" idx="6"/>
                <a:endCxn id="39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19"/>
              <p:cNvCxnSpPr>
                <a:stCxn id="387" idx="1"/>
                <a:endCxn id="39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19"/>
              <p:cNvCxnSpPr>
                <a:stCxn id="395" idx="0"/>
                <a:endCxn id="38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" name="Google Shape;405;p19"/>
              <p:cNvCxnSpPr>
                <a:stCxn id="395" idx="0"/>
                <a:endCxn id="38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6" name="Google Shape;386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06" name="Google Shape;406;p19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407" name="Google Shape;407;p19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4" name="Google Shape;414;p19"/>
              <p:cNvCxnSpPr>
                <a:stCxn id="413" idx="7"/>
                <a:endCxn id="40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" name="Google Shape;415;p19"/>
              <p:cNvCxnSpPr>
                <a:stCxn id="408" idx="0"/>
                <a:endCxn id="41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" name="Google Shape;416;p19"/>
              <p:cNvCxnSpPr>
                <a:stCxn id="413" idx="0"/>
                <a:endCxn id="41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" name="Google Shape;417;p19"/>
              <p:cNvCxnSpPr>
                <a:stCxn id="409" idx="4"/>
                <a:endCxn id="41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" name="Google Shape;418;p19"/>
              <p:cNvCxnSpPr>
                <a:stCxn id="411" idx="2"/>
                <a:endCxn id="40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" name="Google Shape;419;p19"/>
              <p:cNvCxnSpPr>
                <a:stCxn id="410" idx="2"/>
                <a:endCxn id="40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19"/>
              <p:cNvCxnSpPr>
                <a:stCxn id="407" idx="1"/>
                <a:endCxn id="41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" name="Google Shape;421;p19"/>
              <p:cNvCxnSpPr>
                <a:stCxn id="407" idx="2"/>
                <a:endCxn id="41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19"/>
              <p:cNvCxnSpPr>
                <a:stCxn id="410" idx="3"/>
                <a:endCxn id="41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19"/>
              <p:cNvCxnSpPr>
                <a:stCxn id="411" idx="3"/>
                <a:endCxn id="40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4" name="Google Shape;424;p19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5" name="Google Shape;425;p19"/>
              <p:cNvCxnSpPr>
                <a:endCxn id="42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6" name="Google Shape;426;p19"/>
              <p:cNvCxnSpPr>
                <a:stCxn id="412" idx="3"/>
                <a:endCxn id="42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7" name="Google Shape;427;p19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8" name="Google Shape;428;p19"/>
              <p:cNvCxnSpPr>
                <a:stCxn id="412" idx="1"/>
                <a:endCxn id="42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19"/>
              <p:cNvCxnSpPr>
                <a:stCxn id="424" idx="0"/>
                <a:endCxn id="42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" name="Google Shape;430;p19"/>
              <p:cNvCxnSpPr>
                <a:stCxn id="409" idx="2"/>
                <a:endCxn id="42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" name="Google Shape;431;p19"/>
              <p:cNvCxnSpPr>
                <a:stCxn id="410" idx="2"/>
                <a:endCxn id="42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19"/>
              <p:cNvCxnSpPr>
                <a:stCxn id="407" idx="2"/>
                <a:endCxn id="40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33" name="Google Shape;433;p19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434" name="Google Shape;434;p19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435" name="Google Shape;435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39" name="Google Shape;439;p19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440" name="Google Shape;440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20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46" name="Google Shape;446;p20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47" name="Google Shape;447;p20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448" name="Google Shape;448;p20"/>
            <p:cNvCxnSpPr>
              <a:stCxn id="449" idx="7"/>
              <a:endCxn id="45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0" name="Google Shape;450;p20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56" name="Google Shape;456;p20"/>
            <p:cNvCxnSpPr>
              <a:stCxn id="455" idx="4"/>
              <a:endCxn id="45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20"/>
            <p:cNvCxnSpPr>
              <a:stCxn id="454" idx="4"/>
              <a:endCxn id="45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20"/>
            <p:cNvCxnSpPr>
              <a:stCxn id="454" idx="5"/>
              <a:endCxn id="45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20"/>
            <p:cNvCxnSpPr>
              <a:stCxn id="454" idx="0"/>
              <a:endCxn id="45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20"/>
            <p:cNvCxnSpPr>
              <a:stCxn id="454" idx="7"/>
              <a:endCxn id="44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20"/>
            <p:cNvCxnSpPr>
              <a:stCxn id="451" idx="5"/>
              <a:endCxn id="44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20"/>
            <p:cNvCxnSpPr>
              <a:stCxn id="451" idx="6"/>
              <a:endCxn id="45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20"/>
            <p:cNvCxnSpPr>
              <a:stCxn id="453" idx="2"/>
              <a:endCxn id="45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20"/>
            <p:cNvCxnSpPr>
              <a:stCxn id="455" idx="0"/>
              <a:endCxn id="44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20"/>
            <p:cNvCxnSpPr>
              <a:stCxn id="455" idx="0"/>
              <a:endCxn id="45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9" name="Google Shape;449;p20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66" name="Google Shape;466;p20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467" name="Google Shape;467;p20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8" name="Google Shape;468;p20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9" name="Google Shape;469;p20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0" name="Google Shape;470;p20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73" name="Google Shape;473;p21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74" name="Google Shape;474;p21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75" name="Google Shape;475;p21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21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7" name="Google Shape;477;p21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8" name="Google Shape;478;p21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2" name="Google Shape;482;p21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3" name="Google Shape;483;p21"/>
              <p:cNvCxnSpPr>
                <a:stCxn id="479" idx="5"/>
                <a:endCxn id="47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21"/>
              <p:cNvCxnSpPr>
                <a:stCxn id="480" idx="4"/>
                <a:endCxn id="47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21"/>
              <p:cNvCxnSpPr>
                <a:stCxn id="475" idx="6"/>
                <a:endCxn id="47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" name="Google Shape;486;p21"/>
              <p:cNvCxnSpPr>
                <a:stCxn id="475" idx="0"/>
                <a:endCxn id="47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21"/>
              <p:cNvCxnSpPr>
                <a:stCxn id="479" idx="7"/>
                <a:endCxn id="48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21"/>
              <p:cNvCxnSpPr>
                <a:stCxn id="480" idx="6"/>
                <a:endCxn id="47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21"/>
              <p:cNvCxnSpPr>
                <a:stCxn id="478" idx="7"/>
                <a:endCxn id="47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Google Shape;490;p21"/>
              <p:cNvCxnSpPr>
                <a:stCxn id="475" idx="5"/>
                <a:endCxn id="48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21"/>
              <p:cNvCxnSpPr>
                <a:stCxn id="481" idx="7"/>
                <a:endCxn id="47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21"/>
              <p:cNvCxnSpPr>
                <a:stCxn id="481" idx="6"/>
                <a:endCxn id="47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21"/>
              <p:cNvCxnSpPr>
                <a:stCxn id="477" idx="1"/>
                <a:endCxn id="47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21"/>
              <p:cNvCxnSpPr>
                <a:stCxn id="482" idx="1"/>
                <a:endCxn id="47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21"/>
              <p:cNvCxnSpPr>
                <a:stCxn id="479" idx="6"/>
                <a:endCxn id="48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" name="Google Shape;496;p21"/>
              <p:cNvCxnSpPr>
                <a:stCxn id="476" idx="4"/>
                <a:endCxn id="47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" name="Google Shape;497;p21"/>
              <p:cNvCxnSpPr>
                <a:stCxn id="475" idx="5"/>
                <a:endCxn id="47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8" name="Google Shape;498;p21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9" name="Google Shape;499;p21"/>
              <p:cNvCxnSpPr>
                <a:stCxn id="482" idx="2"/>
                <a:endCxn id="49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21"/>
              <p:cNvCxnSpPr>
                <a:stCxn id="498" idx="2"/>
                <a:endCxn id="47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" name="Google Shape;501;p21"/>
              <p:cNvCxnSpPr>
                <a:stCxn id="498" idx="0"/>
                <a:endCxn id="47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21"/>
              <p:cNvCxnSpPr>
                <a:stCxn id="498" idx="1"/>
                <a:endCxn id="47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3" name="Google Shape;503;p21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4" name="Google Shape;504;p21"/>
              <p:cNvCxnSpPr>
                <a:stCxn id="477" idx="3"/>
                <a:endCxn id="50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" name="Google Shape;505;p21"/>
              <p:cNvCxnSpPr>
                <a:stCxn id="503" idx="1"/>
                <a:endCxn id="48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06" name="Google Shape;506;p21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507" name="Google Shape;507;p21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8" name="Google Shape;508;p21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" name="Google Shape;509;p21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" name="Google Shape;510;p21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2" name="Google Shape;512;p21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" name="Google Shape;514;p21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5" name="Google Shape;515;p21"/>
              <p:cNvCxnSpPr>
                <a:stCxn id="511" idx="5"/>
                <a:endCxn id="51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" name="Google Shape;516;p21"/>
              <p:cNvCxnSpPr>
                <a:stCxn id="512" idx="4"/>
                <a:endCxn id="51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7" name="Google Shape;517;p21"/>
              <p:cNvCxnSpPr>
                <a:stCxn id="507" idx="6"/>
                <a:endCxn id="51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21"/>
              <p:cNvCxnSpPr>
                <a:stCxn id="511" idx="7"/>
                <a:endCxn id="51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" name="Google Shape;519;p21"/>
              <p:cNvCxnSpPr>
                <a:stCxn id="512" idx="6"/>
                <a:endCxn id="50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" name="Google Shape;520;p21"/>
              <p:cNvCxnSpPr>
                <a:stCxn id="510" idx="7"/>
                <a:endCxn id="50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" name="Google Shape;521;p21"/>
              <p:cNvCxnSpPr>
                <a:stCxn id="507" idx="6"/>
                <a:endCxn id="51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21"/>
              <p:cNvCxnSpPr>
                <a:stCxn id="513" idx="7"/>
                <a:endCxn id="51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21"/>
              <p:cNvCxnSpPr>
                <a:stCxn id="513" idx="5"/>
                <a:endCxn id="50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4" name="Google Shape;524;p21"/>
              <p:cNvCxnSpPr>
                <a:stCxn id="509" idx="0"/>
                <a:endCxn id="51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5" name="Google Shape;525;p21"/>
              <p:cNvCxnSpPr>
                <a:stCxn id="509" idx="7"/>
                <a:endCxn id="51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21"/>
              <p:cNvCxnSpPr>
                <a:stCxn id="510" idx="6"/>
                <a:endCxn id="51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21"/>
              <p:cNvCxnSpPr>
                <a:stCxn id="514" idx="0"/>
                <a:endCxn id="50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21"/>
              <p:cNvCxnSpPr>
                <a:stCxn id="512" idx="5"/>
                <a:endCxn id="51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21"/>
              <p:cNvCxnSpPr>
                <a:stCxn id="511" idx="6"/>
                <a:endCxn id="51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21"/>
              <p:cNvCxnSpPr>
                <a:stCxn id="511" idx="4"/>
                <a:endCxn id="50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21"/>
              <p:cNvCxnSpPr>
                <a:stCxn id="508" idx="4"/>
                <a:endCxn id="50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21"/>
              <p:cNvCxnSpPr>
                <a:stCxn id="507" idx="6"/>
                <a:endCxn id="50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3" name="Google Shape;533;p21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4" name="Google Shape;534;p21"/>
              <p:cNvCxnSpPr>
                <a:stCxn id="514" idx="4"/>
                <a:endCxn id="53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21"/>
              <p:cNvCxnSpPr>
                <a:stCxn id="533" idx="2"/>
                <a:endCxn id="50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21"/>
              <p:cNvCxnSpPr>
                <a:stCxn id="533" idx="0"/>
                <a:endCxn id="50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21"/>
              <p:cNvCxnSpPr>
                <a:stCxn id="533" idx="1"/>
                <a:endCxn id="51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8" name="Google Shape;538;p21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9" name="Google Shape;539;p21"/>
              <p:cNvCxnSpPr>
                <a:stCxn id="533" idx="2"/>
                <a:endCxn id="53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21"/>
              <p:cNvCxnSpPr>
                <a:stCxn id="538" idx="1"/>
                <a:endCxn id="51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3" name="Google Shape;543;p22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22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5" name="Google Shape;545;p22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546" name="Google Shape;546;p22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547" name="Google Shape;547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50" name="Google Shape;550;p22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551" name="Google Shape;551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" name="Google Shape;552;p2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4" name="Google Shape;554;p2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55" name="Google Shape;555;p22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556" name="Google Shape;556;p22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557" name="Google Shape;557;p22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5" name="Google Shape;565;p22"/>
              <p:cNvCxnSpPr>
                <a:stCxn id="561" idx="5"/>
                <a:endCxn id="56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22"/>
              <p:cNvCxnSpPr>
                <a:stCxn id="562" idx="4"/>
                <a:endCxn id="56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22"/>
              <p:cNvCxnSpPr>
                <a:stCxn id="557" idx="0"/>
                <a:endCxn id="56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22"/>
              <p:cNvCxnSpPr>
                <a:stCxn id="561" idx="6"/>
                <a:endCxn id="56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22"/>
              <p:cNvCxnSpPr>
                <a:stCxn id="562" idx="6"/>
                <a:endCxn id="55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22"/>
              <p:cNvCxnSpPr>
                <a:stCxn id="560" idx="6"/>
                <a:endCxn id="55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22"/>
              <p:cNvCxnSpPr>
                <a:stCxn id="557" idx="6"/>
                <a:endCxn id="56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" name="Google Shape;572;p22"/>
              <p:cNvCxnSpPr>
                <a:stCxn id="557" idx="7"/>
                <a:endCxn id="56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22"/>
              <p:cNvCxnSpPr>
                <a:stCxn id="563" idx="7"/>
                <a:endCxn id="55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" name="Google Shape;574;p22"/>
              <p:cNvCxnSpPr>
                <a:stCxn id="559" idx="0"/>
                <a:endCxn id="56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22"/>
              <p:cNvCxnSpPr>
                <a:stCxn id="564" idx="2"/>
                <a:endCxn id="55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22"/>
              <p:cNvCxnSpPr>
                <a:stCxn id="562" idx="7"/>
                <a:endCxn id="56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7" name="Google Shape;577;p22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8" name="Google Shape;578;p22"/>
              <p:cNvCxnSpPr>
                <a:stCxn id="564" idx="3"/>
                <a:endCxn id="57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" name="Google Shape;579;p22"/>
              <p:cNvCxnSpPr>
                <a:stCxn id="577" idx="2"/>
                <a:endCxn id="55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" name="Google Shape;580;p22"/>
              <p:cNvCxnSpPr>
                <a:stCxn id="577" idx="0"/>
                <a:endCxn id="55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22"/>
              <p:cNvCxnSpPr>
                <a:stCxn id="577" idx="1"/>
                <a:endCxn id="56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2" name="Google Shape;582;p22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3" name="Google Shape;583;p22"/>
              <p:cNvCxnSpPr>
                <a:stCxn id="559" idx="2"/>
                <a:endCxn id="58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4" name="Google Shape;584;p22"/>
              <p:cNvCxnSpPr>
                <a:stCxn id="582" idx="3"/>
                <a:endCxn id="55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22"/>
              <p:cNvCxnSpPr>
                <a:stCxn id="560" idx="4"/>
                <a:endCxn id="58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6" name="Google Shape;586;p22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7" name="Google Shape;587;p22"/>
              <p:cNvCxnSpPr>
                <a:stCxn id="560" idx="0"/>
                <a:endCxn id="58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8" name="Google Shape;588;p22"/>
              <p:cNvCxnSpPr>
                <a:stCxn id="561" idx="7"/>
                <a:endCxn id="58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89" name="Google Shape;589;p22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590" name="Google Shape;590;p22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1" name="Google Shape;591;p22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" name="Google Shape;592;p22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3" name="Google Shape;593;p22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4" name="Google Shape;594;p22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" name="Google Shape;595;p22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6" name="Google Shape;596;p22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7" name="Google Shape;597;p22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8" name="Google Shape;598;p22"/>
              <p:cNvCxnSpPr>
                <a:stCxn id="595" idx="4"/>
                <a:endCxn id="59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22"/>
              <p:cNvCxnSpPr>
                <a:stCxn id="590" idx="7"/>
                <a:endCxn id="59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22"/>
              <p:cNvCxnSpPr>
                <a:stCxn id="594" idx="7"/>
                <a:endCxn id="59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22"/>
              <p:cNvCxnSpPr>
                <a:stCxn id="595" idx="6"/>
                <a:endCxn id="59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22"/>
              <p:cNvCxnSpPr>
                <a:stCxn id="593" idx="7"/>
                <a:endCxn id="59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22"/>
              <p:cNvCxnSpPr>
                <a:stCxn id="590" idx="6"/>
                <a:endCxn id="59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22"/>
              <p:cNvCxnSpPr>
                <a:stCxn id="596" idx="0"/>
                <a:endCxn id="59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22"/>
              <p:cNvCxnSpPr>
                <a:stCxn id="596" idx="5"/>
                <a:endCxn id="59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22"/>
              <p:cNvCxnSpPr>
                <a:stCxn id="592" idx="0"/>
                <a:endCxn id="59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7" name="Google Shape;607;p22"/>
              <p:cNvCxnSpPr>
                <a:stCxn id="592" idx="7"/>
                <a:endCxn id="59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22"/>
              <p:cNvCxnSpPr>
                <a:stCxn id="593" idx="6"/>
                <a:endCxn id="59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" name="Google Shape;609;p22"/>
              <p:cNvCxnSpPr>
                <a:stCxn id="597" idx="0"/>
                <a:endCxn id="59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0" name="Google Shape;610;p22"/>
              <p:cNvCxnSpPr>
                <a:stCxn id="595" idx="5"/>
                <a:endCxn id="59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22"/>
              <p:cNvCxnSpPr>
                <a:stCxn id="594" idx="6"/>
                <a:endCxn id="59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" name="Google Shape;612;p22"/>
              <p:cNvCxnSpPr>
                <a:stCxn id="594" idx="5"/>
                <a:endCxn id="59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" name="Google Shape;613;p22"/>
              <p:cNvCxnSpPr>
                <a:stCxn id="591" idx="4"/>
                <a:endCxn id="59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4" name="Google Shape;614;p22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5" name="Google Shape;615;p22"/>
              <p:cNvCxnSpPr>
                <a:stCxn id="597" idx="4"/>
                <a:endCxn id="61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" name="Google Shape;616;p22"/>
              <p:cNvCxnSpPr>
                <a:stCxn id="614" idx="1"/>
                <a:endCxn id="59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7" name="Google Shape;617;p22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8" name="Google Shape;618;p22"/>
              <p:cNvCxnSpPr>
                <a:stCxn id="614" idx="2"/>
                <a:endCxn id="61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22"/>
              <p:cNvCxnSpPr>
                <a:stCxn id="617" idx="1"/>
                <a:endCxn id="59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22"/>
              <p:cNvCxnSpPr>
                <a:stCxn id="617" idx="7"/>
                <a:endCxn id="59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2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4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6" name="Google Shape;626;p24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27" name="Google Shape;627;p24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628" name="Google Shape;628;p24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629" name="Google Shape;629;p24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0" name="Google Shape;630;p24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" name="Google Shape;631;p24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" name="Google Shape;632;p24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3" name="Google Shape;633;p24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24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6" name="Google Shape;636;p24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7" name="Google Shape;637;p24"/>
              <p:cNvCxnSpPr>
                <a:stCxn id="633" idx="5"/>
                <a:endCxn id="63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Google Shape;638;p24"/>
              <p:cNvCxnSpPr>
                <a:stCxn id="634" idx="4"/>
                <a:endCxn id="63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24"/>
              <p:cNvCxnSpPr>
                <a:stCxn id="629" idx="6"/>
                <a:endCxn id="63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24"/>
              <p:cNvCxnSpPr>
                <a:stCxn id="633" idx="7"/>
                <a:endCxn id="63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24"/>
              <p:cNvCxnSpPr>
                <a:stCxn id="634" idx="6"/>
                <a:endCxn id="63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" name="Google Shape;642;p24"/>
              <p:cNvCxnSpPr>
                <a:stCxn id="632" idx="7"/>
                <a:endCxn id="63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" name="Google Shape;643;p24"/>
              <p:cNvCxnSpPr>
                <a:stCxn id="629" idx="6"/>
                <a:endCxn id="63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" name="Google Shape;644;p24"/>
              <p:cNvCxnSpPr>
                <a:stCxn id="635" idx="6"/>
                <a:endCxn id="63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24"/>
              <p:cNvCxnSpPr>
                <a:stCxn id="635" idx="6"/>
                <a:endCxn id="63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24"/>
              <p:cNvCxnSpPr>
                <a:stCxn id="631" idx="7"/>
                <a:endCxn id="63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24"/>
              <p:cNvCxnSpPr>
                <a:stCxn id="632" idx="6"/>
                <a:endCxn id="63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24"/>
              <p:cNvCxnSpPr>
                <a:stCxn id="636" idx="0"/>
                <a:endCxn id="63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24"/>
              <p:cNvCxnSpPr>
                <a:stCxn id="634" idx="5"/>
                <a:endCxn id="63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" name="Google Shape;650;p24"/>
              <p:cNvCxnSpPr>
                <a:stCxn id="633" idx="6"/>
                <a:endCxn id="63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24"/>
              <p:cNvCxnSpPr>
                <a:stCxn id="633" idx="4"/>
                <a:endCxn id="63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2" name="Google Shape;652;p24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3" name="Google Shape;653;p24"/>
              <p:cNvCxnSpPr>
                <a:stCxn id="636" idx="4"/>
                <a:endCxn id="65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24"/>
              <p:cNvCxnSpPr>
                <a:stCxn id="652" idx="1"/>
                <a:endCxn id="63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24"/>
              <p:cNvCxnSpPr>
                <a:stCxn id="652" idx="1"/>
                <a:endCxn id="63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6" name="Google Shape;656;p24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7" name="Google Shape;657;p24"/>
              <p:cNvCxnSpPr>
                <a:stCxn id="634" idx="0"/>
                <a:endCxn id="65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24"/>
              <p:cNvCxnSpPr>
                <a:stCxn id="630" idx="0"/>
                <a:endCxn id="65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59" name="Google Shape;659;p24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660" name="Google Shape;660;p24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1" name="Google Shape;661;p24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" name="Google Shape;664;p24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7" name="Google Shape;667;p24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8" name="Google Shape;668;p24"/>
              <p:cNvCxnSpPr>
                <a:stCxn id="664" idx="5"/>
                <a:endCxn id="66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" name="Google Shape;669;p24"/>
              <p:cNvCxnSpPr>
                <a:stCxn id="665" idx="4"/>
                <a:endCxn id="66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" name="Google Shape;670;p24"/>
              <p:cNvCxnSpPr>
                <a:stCxn id="660" idx="6"/>
                <a:endCxn id="66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" name="Google Shape;671;p24"/>
              <p:cNvCxnSpPr>
                <a:stCxn id="660" idx="0"/>
                <a:endCxn id="66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" name="Google Shape;672;p24"/>
              <p:cNvCxnSpPr>
                <a:stCxn id="664" idx="7"/>
                <a:endCxn id="66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" name="Google Shape;673;p24"/>
              <p:cNvCxnSpPr>
                <a:stCxn id="665" idx="6"/>
                <a:endCxn id="66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" name="Google Shape;674;p24"/>
              <p:cNvCxnSpPr>
                <a:stCxn id="663" idx="7"/>
                <a:endCxn id="66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24"/>
              <p:cNvCxnSpPr>
                <a:stCxn id="660" idx="5"/>
                <a:endCxn id="66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" name="Google Shape;676;p24"/>
              <p:cNvCxnSpPr>
                <a:stCxn id="666" idx="7"/>
                <a:endCxn id="66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" name="Google Shape;677;p24"/>
              <p:cNvCxnSpPr>
                <a:stCxn id="666" idx="7"/>
                <a:endCxn id="66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" name="Google Shape;678;p24"/>
              <p:cNvCxnSpPr>
                <a:stCxn id="662" idx="0"/>
                <a:endCxn id="66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" name="Google Shape;679;p24"/>
              <p:cNvCxnSpPr>
                <a:stCxn id="667" idx="1"/>
                <a:endCxn id="66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24"/>
              <p:cNvCxnSpPr>
                <a:stCxn id="664" idx="6"/>
                <a:endCxn id="66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24"/>
              <p:cNvCxnSpPr>
                <a:stCxn id="661" idx="4"/>
                <a:endCxn id="66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2" name="Google Shape;682;p24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3" name="Google Shape;683;p24"/>
              <p:cNvCxnSpPr>
                <a:stCxn id="667" idx="2"/>
                <a:endCxn id="68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24"/>
              <p:cNvCxnSpPr>
                <a:stCxn id="682" idx="2"/>
                <a:endCxn id="66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24"/>
              <p:cNvCxnSpPr>
                <a:stCxn id="682" idx="0"/>
                <a:endCxn id="66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24"/>
              <p:cNvCxnSpPr>
                <a:stCxn id="682" idx="1"/>
                <a:endCxn id="66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7" name="Google Shape;687;p24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8" name="Google Shape;688;p24"/>
              <p:cNvCxnSpPr>
                <a:stCxn id="662" idx="3"/>
                <a:endCxn id="68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24"/>
              <p:cNvCxnSpPr>
                <a:stCxn id="687" idx="0"/>
                <a:endCxn id="66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0" name="Google Shape;690;p24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1" name="Google Shape;691;p24"/>
              <p:cNvCxnSpPr>
                <a:stCxn id="660" idx="6"/>
                <a:endCxn id="69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" name="Google Shape;692;p24"/>
              <p:cNvCxnSpPr>
                <a:stCxn id="666" idx="0"/>
                <a:endCxn id="69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24"/>
              <p:cNvCxnSpPr>
                <a:stCxn id="690" idx="6"/>
                <a:endCxn id="66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4" name="Google Shape;694;p24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5" name="Google Shape;695;p24"/>
              <p:cNvCxnSpPr>
                <a:stCxn id="687" idx="5"/>
                <a:endCxn id="69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6" name="Google Shape;696;p24"/>
              <p:cNvCxnSpPr>
                <a:stCxn id="694" idx="7"/>
                <a:endCxn id="66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7" name="Google Shape;697;p24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8" name="Google Shape;698;p24"/>
              <p:cNvCxnSpPr>
                <a:stCxn id="687" idx="0"/>
                <a:endCxn id="69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9" name="Google Shape;699;p24"/>
              <p:cNvCxnSpPr>
                <a:stCxn id="697" idx="1"/>
                <a:endCxn id="66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0" name="Google Shape;700;p24"/>
              <p:cNvCxnSpPr>
                <a:stCxn id="697" idx="6"/>
                <a:endCxn id="66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4" name="Google Shape;704;p26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705" name="Google Shape;705;p26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706" name="Google Shape;706;p2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7" name="Google Shape;707;p2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9" name="Google Shape;709;p26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710" name="Google Shape;710;p2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2" name="Google Shape;712;p2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3" name="Google Shape;713;p2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14" name="Google Shape;714;p26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715" name="Google Shape;715;p26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716" name="Google Shape;716;p26"/>
              <p:cNvCxnSpPr>
                <a:stCxn id="717" idx="6"/>
                <a:endCxn id="71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2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9" name="Google Shape;719;p2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" name="Google Shape;720;p2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" name="Google Shape;721;p2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2" name="Google Shape;722;p26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3" name="Google Shape;723;p26"/>
              <p:cNvCxnSpPr>
                <a:stCxn id="722" idx="4"/>
                <a:endCxn id="72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26"/>
              <p:cNvCxnSpPr>
                <a:stCxn id="721" idx="4"/>
                <a:endCxn id="72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26"/>
              <p:cNvCxnSpPr>
                <a:stCxn id="721" idx="5"/>
                <a:endCxn id="72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26"/>
              <p:cNvCxnSpPr>
                <a:stCxn id="721" idx="0"/>
                <a:endCxn id="71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26"/>
              <p:cNvCxnSpPr>
                <a:stCxn id="721" idx="7"/>
                <a:endCxn id="71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26"/>
              <p:cNvCxnSpPr>
                <a:stCxn id="719" idx="5"/>
                <a:endCxn id="71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26"/>
              <p:cNvCxnSpPr>
                <a:stCxn id="719" idx="6"/>
                <a:endCxn id="71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26"/>
              <p:cNvCxnSpPr>
                <a:stCxn id="731" idx="1"/>
                <a:endCxn id="71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26"/>
              <p:cNvCxnSpPr>
                <a:stCxn id="722" idx="0"/>
                <a:endCxn id="71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26"/>
              <p:cNvCxnSpPr>
                <a:stCxn id="722" idx="0"/>
                <a:endCxn id="73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4" name="Google Shape;734;p2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5" name="Google Shape;735;p26"/>
              <p:cNvCxnSpPr>
                <a:stCxn id="719" idx="5"/>
                <a:endCxn id="73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26"/>
              <p:cNvCxnSpPr>
                <a:stCxn id="731" idx="7"/>
                <a:endCxn id="73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26"/>
              <p:cNvCxnSpPr>
                <a:stCxn id="734" idx="6"/>
                <a:endCxn id="71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8" name="Google Shape;738;p2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9" name="Google Shape;739;p26"/>
              <p:cNvCxnSpPr>
                <a:stCxn id="738" idx="0"/>
                <a:endCxn id="71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" name="Google Shape;740;p26"/>
              <p:cNvCxnSpPr>
                <a:stCxn id="738" idx="6"/>
                <a:endCxn id="71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26"/>
              <p:cNvCxnSpPr>
                <a:stCxn id="738" idx="5"/>
                <a:endCxn id="72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26"/>
              <p:cNvCxnSpPr>
                <a:stCxn id="738" idx="5"/>
                <a:endCxn id="72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1" name="Google Shape;731;p2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" name="Google Shape;717;p2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43" name="Google Shape;743;p26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744" name="Google Shape;744;p26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5" name="Google Shape;745;p26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6" name="Google Shape;746;p26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7" name="Google Shape;747;p26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8" name="Google Shape;748;p26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9" name="Google Shape;749;p26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0" name="Google Shape;750;p26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" name="Google Shape;751;p26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2" name="Google Shape;752;p26"/>
              <p:cNvCxnSpPr>
                <a:stCxn id="748" idx="5"/>
                <a:endCxn id="74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26"/>
              <p:cNvCxnSpPr>
                <a:stCxn id="749" idx="4"/>
                <a:endCxn id="74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26"/>
              <p:cNvCxnSpPr>
                <a:stCxn id="744" idx="0"/>
                <a:endCxn id="74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26"/>
              <p:cNvCxnSpPr>
                <a:stCxn id="748" idx="7"/>
                <a:endCxn id="74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26"/>
              <p:cNvCxnSpPr>
                <a:stCxn id="749" idx="6"/>
                <a:endCxn id="74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26"/>
              <p:cNvCxnSpPr>
                <a:stCxn id="747" idx="5"/>
                <a:endCxn id="74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26"/>
              <p:cNvCxnSpPr>
                <a:stCxn id="744" idx="6"/>
                <a:endCxn id="75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26"/>
              <p:cNvCxnSpPr>
                <a:stCxn id="744" idx="7"/>
                <a:endCxn id="74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26"/>
              <p:cNvCxnSpPr>
                <a:stCxn id="750" idx="7"/>
                <a:endCxn id="74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26"/>
              <p:cNvCxnSpPr>
                <a:stCxn id="746" idx="0"/>
                <a:endCxn id="74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26"/>
              <p:cNvCxnSpPr>
                <a:stCxn id="751" idx="2"/>
                <a:endCxn id="74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26"/>
              <p:cNvCxnSpPr>
                <a:stCxn id="748" idx="6"/>
                <a:endCxn id="75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4" name="Google Shape;764;p26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65" name="Google Shape;765;p26"/>
              <p:cNvCxnSpPr>
                <a:stCxn id="751" idx="3"/>
                <a:endCxn id="76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26"/>
              <p:cNvCxnSpPr>
                <a:stCxn id="764" idx="2"/>
                <a:endCxn id="74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26"/>
              <p:cNvCxnSpPr>
                <a:stCxn id="764" idx="0"/>
                <a:endCxn id="74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26"/>
              <p:cNvCxnSpPr>
                <a:stCxn id="764" idx="1"/>
                <a:endCxn id="74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9" name="Google Shape;769;p26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0" name="Google Shape;770;p26"/>
              <p:cNvCxnSpPr>
                <a:stCxn id="746" idx="2"/>
                <a:endCxn id="76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" name="Google Shape;771;p26"/>
              <p:cNvCxnSpPr>
                <a:stCxn id="769" idx="3"/>
                <a:endCxn id="74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" name="Google Shape;772;p26"/>
              <p:cNvCxnSpPr>
                <a:stCxn id="747" idx="4"/>
                <a:endCxn id="76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5" name="Google Shape;775;p27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76" name="Google Shape;776;p27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77" name="Google Shape;777;p2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8" name="Google Shape;778;p2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" name="Google Shape;779;p2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0" name="Google Shape;780;p27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81" name="Google Shape;781;p2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2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2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85" name="Google Shape;785;p27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86" name="Google Shape;786;p27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87" name="Google Shape;787;p27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27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27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0" name="Google Shape;790;p27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" name="Google Shape;791;p27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2" name="Google Shape;792;p27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3" name="Google Shape;793;p27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" name="Google Shape;794;p27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5" name="Google Shape;795;p27"/>
              <p:cNvCxnSpPr>
                <a:stCxn id="791" idx="5"/>
                <a:endCxn id="79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" name="Google Shape;796;p27"/>
              <p:cNvCxnSpPr>
                <a:stCxn id="792" idx="4"/>
                <a:endCxn id="79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" name="Google Shape;797;p27"/>
              <p:cNvCxnSpPr>
                <a:stCxn id="787" idx="0"/>
                <a:endCxn id="79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27"/>
              <p:cNvCxnSpPr>
                <a:stCxn id="791" idx="6"/>
                <a:endCxn id="79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" name="Google Shape;799;p27"/>
              <p:cNvCxnSpPr>
                <a:stCxn id="792" idx="6"/>
                <a:endCxn id="78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" name="Google Shape;800;p27"/>
              <p:cNvCxnSpPr>
                <a:stCxn id="790" idx="6"/>
                <a:endCxn id="78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27"/>
              <p:cNvCxnSpPr>
                <a:stCxn id="787" idx="6"/>
                <a:endCxn id="79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27"/>
              <p:cNvCxnSpPr>
                <a:stCxn id="787" idx="7"/>
                <a:endCxn id="79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27"/>
              <p:cNvCxnSpPr>
                <a:stCxn id="793" idx="7"/>
                <a:endCxn id="78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27"/>
              <p:cNvCxnSpPr>
                <a:stCxn id="789" idx="0"/>
                <a:endCxn id="79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27"/>
              <p:cNvCxnSpPr>
                <a:stCxn id="794" idx="2"/>
                <a:endCxn id="78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27"/>
              <p:cNvCxnSpPr>
                <a:stCxn id="792" idx="7"/>
                <a:endCxn id="79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7" name="Google Shape;807;p27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8" name="Google Shape;808;p27"/>
              <p:cNvCxnSpPr>
                <a:stCxn id="794" idx="3"/>
                <a:endCxn id="80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27"/>
              <p:cNvCxnSpPr>
                <a:stCxn id="807" idx="2"/>
                <a:endCxn id="78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" name="Google Shape;810;p27"/>
              <p:cNvCxnSpPr>
                <a:stCxn id="807" idx="0"/>
                <a:endCxn id="78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" name="Google Shape;811;p27"/>
              <p:cNvCxnSpPr>
                <a:stCxn id="807" idx="1"/>
                <a:endCxn id="79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2" name="Google Shape;812;p27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3" name="Google Shape;813;p27"/>
              <p:cNvCxnSpPr>
                <a:stCxn id="789" idx="2"/>
                <a:endCxn id="81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" name="Google Shape;814;p27"/>
              <p:cNvCxnSpPr>
                <a:stCxn id="812" idx="3"/>
                <a:endCxn id="78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" name="Google Shape;815;p27"/>
              <p:cNvCxnSpPr>
                <a:stCxn id="790" idx="4"/>
                <a:endCxn id="81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6" name="Google Shape;816;p27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7" name="Google Shape;817;p27"/>
              <p:cNvCxnSpPr>
                <a:stCxn id="790" idx="0"/>
                <a:endCxn id="81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" name="Google Shape;818;p27"/>
              <p:cNvCxnSpPr>
                <a:stCxn id="791" idx="7"/>
                <a:endCxn id="81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19" name="Google Shape;819;p27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820" name="Google Shape;820;p27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1" name="Google Shape;821;p27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2" name="Google Shape;822;p27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" name="Google Shape;823;p27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4" name="Google Shape;824;p27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5" name="Google Shape;825;p27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6" name="Google Shape;826;p27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7" name="Google Shape;827;p27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28" name="Google Shape;828;p27"/>
              <p:cNvCxnSpPr>
                <a:stCxn id="825" idx="4"/>
                <a:endCxn id="82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27"/>
              <p:cNvCxnSpPr>
                <a:stCxn id="820" idx="7"/>
                <a:endCxn id="82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27"/>
              <p:cNvCxnSpPr>
                <a:stCxn id="824" idx="7"/>
                <a:endCxn id="82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27"/>
              <p:cNvCxnSpPr>
                <a:stCxn id="825" idx="6"/>
                <a:endCxn id="82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27"/>
              <p:cNvCxnSpPr>
                <a:stCxn id="823" idx="7"/>
                <a:endCxn id="82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27"/>
              <p:cNvCxnSpPr>
                <a:stCxn id="820" idx="6"/>
                <a:endCxn id="82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" name="Google Shape;834;p27"/>
              <p:cNvCxnSpPr>
                <a:stCxn id="826" idx="0"/>
                <a:endCxn id="82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5" name="Google Shape;835;p27"/>
              <p:cNvCxnSpPr>
                <a:stCxn id="826" idx="5"/>
                <a:endCxn id="82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6" name="Google Shape;836;p27"/>
              <p:cNvCxnSpPr>
                <a:stCxn id="822" idx="0"/>
                <a:endCxn id="82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7" name="Google Shape;837;p27"/>
              <p:cNvCxnSpPr>
                <a:stCxn id="822" idx="7"/>
                <a:endCxn id="82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" name="Google Shape;838;p27"/>
              <p:cNvCxnSpPr>
                <a:stCxn id="823" idx="6"/>
                <a:endCxn id="82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27"/>
              <p:cNvCxnSpPr>
                <a:stCxn id="827" idx="0"/>
                <a:endCxn id="82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" name="Google Shape;840;p27"/>
              <p:cNvCxnSpPr>
                <a:stCxn id="825" idx="5"/>
                <a:endCxn id="82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" name="Google Shape;841;p27"/>
              <p:cNvCxnSpPr>
                <a:stCxn id="824" idx="6"/>
                <a:endCxn id="82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" name="Google Shape;842;p27"/>
              <p:cNvCxnSpPr>
                <a:stCxn id="824" idx="5"/>
                <a:endCxn id="82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27"/>
              <p:cNvCxnSpPr>
                <a:stCxn id="821" idx="4"/>
                <a:endCxn id="82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4" name="Google Shape;844;p27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5" name="Google Shape;845;p27"/>
              <p:cNvCxnSpPr>
                <a:stCxn id="827" idx="4"/>
                <a:endCxn id="84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" name="Google Shape;846;p27"/>
              <p:cNvCxnSpPr>
                <a:stCxn id="844" idx="1"/>
                <a:endCxn id="82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7" name="Google Shape;847;p27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8" name="Google Shape;848;p27"/>
              <p:cNvCxnSpPr>
                <a:stCxn id="844" idx="2"/>
                <a:endCxn id="84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" name="Google Shape;849;p27"/>
              <p:cNvCxnSpPr>
                <a:stCxn id="847" idx="1"/>
                <a:endCxn id="82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0" name="Google Shape;850;p27"/>
              <p:cNvCxnSpPr>
                <a:stCxn id="847" idx="7"/>
                <a:endCxn id="82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53" name="Google Shape;853;p28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854" name="Google Shape;854;p28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855" name="Google Shape;855;p2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6" name="Google Shape;856;p2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7" name="Google Shape;857;p2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58" name="Google Shape;858;p28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859" name="Google Shape;859;p2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0" name="Google Shape;860;p28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" name="Google Shape;861;p28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2" name="Google Shape;862;p28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63" name="Google Shape;863;p28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864" name="Google Shape;864;p28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865" name="Google Shape;865;p28"/>
              <p:cNvCxnSpPr>
                <a:stCxn id="866" idx="7"/>
                <a:endCxn id="86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7" name="Google Shape;867;p28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8" name="Google Shape;868;p28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9" name="Google Shape;869;p28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0" name="Google Shape;870;p28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1" name="Google Shape;871;p28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2" name="Google Shape;872;p28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3" name="Google Shape;873;p28"/>
              <p:cNvCxnSpPr>
                <a:stCxn id="872" idx="4"/>
                <a:endCxn id="86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p28"/>
              <p:cNvCxnSpPr>
                <a:stCxn id="871" idx="4"/>
                <a:endCxn id="86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p28"/>
              <p:cNvCxnSpPr>
                <a:stCxn id="871" idx="5"/>
                <a:endCxn id="87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" name="Google Shape;876;p28"/>
              <p:cNvCxnSpPr>
                <a:stCxn id="871" idx="0"/>
                <a:endCxn id="86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p28"/>
              <p:cNvCxnSpPr>
                <a:stCxn id="871" idx="7"/>
                <a:endCxn id="86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" name="Google Shape;878;p28"/>
              <p:cNvCxnSpPr>
                <a:stCxn id="868" idx="5"/>
                <a:endCxn id="86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" name="Google Shape;879;p28"/>
              <p:cNvCxnSpPr>
                <a:stCxn id="868" idx="6"/>
                <a:endCxn id="86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p28"/>
              <p:cNvCxnSpPr>
                <a:stCxn id="870" idx="2"/>
                <a:endCxn id="86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" name="Google Shape;881;p28"/>
              <p:cNvCxnSpPr>
                <a:stCxn id="872" idx="0"/>
                <a:endCxn id="86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p28"/>
              <p:cNvCxnSpPr>
                <a:stCxn id="872" idx="0"/>
                <a:endCxn id="87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6" name="Google Shape;866;p28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83" name="Google Shape;883;p28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84" name="Google Shape;884;p28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5" name="Google Shape;885;p28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6" name="Google Shape;886;p28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7" name="Google Shape;887;p28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8" name="Google Shape;888;p28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9" name="Google Shape;889;p28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0" name="Google Shape;890;p28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1" name="Google Shape;891;p28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2" name="Google Shape;892;p28"/>
              <p:cNvCxnSpPr>
                <a:stCxn id="888" idx="5"/>
                <a:endCxn id="88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" name="Google Shape;893;p28"/>
              <p:cNvCxnSpPr>
                <a:stCxn id="889" idx="4"/>
                <a:endCxn id="88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4" name="Google Shape;894;p28"/>
              <p:cNvCxnSpPr>
                <a:stCxn id="884" idx="6"/>
                <a:endCxn id="88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5" name="Google Shape;895;p28"/>
              <p:cNvCxnSpPr>
                <a:stCxn id="884" idx="0"/>
                <a:endCxn id="88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" name="Google Shape;896;p28"/>
              <p:cNvCxnSpPr>
                <a:stCxn id="888" idx="7"/>
                <a:endCxn id="88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" name="Google Shape;897;p28"/>
              <p:cNvCxnSpPr>
                <a:stCxn id="889" idx="6"/>
                <a:endCxn id="88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" name="Google Shape;898;p28"/>
              <p:cNvCxnSpPr>
                <a:stCxn id="887" idx="7"/>
                <a:endCxn id="88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" name="Google Shape;899;p28"/>
              <p:cNvCxnSpPr>
                <a:stCxn id="884" idx="5"/>
                <a:endCxn id="89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" name="Google Shape;900;p28"/>
              <p:cNvCxnSpPr>
                <a:stCxn id="890" idx="7"/>
                <a:endCxn id="88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" name="Google Shape;901;p28"/>
              <p:cNvCxnSpPr>
                <a:stCxn id="890" idx="5"/>
                <a:endCxn id="88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28"/>
              <p:cNvCxnSpPr>
                <a:stCxn id="886" idx="0"/>
                <a:endCxn id="88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28"/>
              <p:cNvCxnSpPr>
                <a:stCxn id="886" idx="7"/>
                <a:endCxn id="89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28"/>
              <p:cNvCxnSpPr>
                <a:stCxn id="887" idx="6"/>
                <a:endCxn id="89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28"/>
              <p:cNvCxnSpPr>
                <a:stCxn id="891" idx="0"/>
                <a:endCxn id="88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28"/>
              <p:cNvCxnSpPr>
                <a:stCxn id="888" idx="4"/>
                <a:endCxn id="88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28"/>
              <p:cNvCxnSpPr>
                <a:stCxn id="885" idx="4"/>
                <a:endCxn id="88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8" name="Google Shape;908;p28"/>
              <p:cNvCxnSpPr>
                <a:stCxn id="884" idx="5"/>
                <a:endCxn id="88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9" name="Google Shape;909;p28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0" name="Google Shape;910;p28"/>
              <p:cNvCxnSpPr>
                <a:stCxn id="891" idx="4"/>
                <a:endCxn id="90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1" name="Google Shape;911;p28"/>
              <p:cNvCxnSpPr>
                <a:stCxn id="909" idx="2"/>
                <a:endCxn id="88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" name="Google Shape;912;p28"/>
              <p:cNvCxnSpPr>
                <a:stCxn id="909" idx="0"/>
                <a:endCxn id="88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" name="Google Shape;913;p28"/>
              <p:cNvCxnSpPr>
                <a:stCxn id="909" idx="1"/>
                <a:endCxn id="88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4" name="Google Shape;914;p28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5" name="Google Shape;915;p28"/>
              <p:cNvCxnSpPr>
                <a:stCxn id="909" idx="2"/>
                <a:endCxn id="91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" name="Google Shape;916;p28"/>
              <p:cNvCxnSpPr>
                <a:stCxn id="914" idx="1"/>
                <a:endCxn id="89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19" name="Google Shape;919;p29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920" name="Google Shape;920;p29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921" name="Google Shape;921;p2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2" name="Google Shape;922;p2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" name="Google Shape;923;p2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4" name="Google Shape;924;p2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25" name="Google Shape;925;p29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926" name="Google Shape;926;p2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" name="Google Shape;927;p2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8" name="Google Shape;928;p2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29" name="Google Shape;929;p29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930" name="Google Shape;930;p29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931" name="Google Shape;931;p29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2" name="Google Shape;932;p29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3" name="Google Shape;933;p29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4" name="Google Shape;934;p29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5" name="Google Shape;935;p29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6" name="Google Shape;936;p29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7" name="Google Shape;937;p29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" name="Google Shape;938;p29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9" name="Google Shape;939;p29"/>
              <p:cNvCxnSpPr>
                <a:stCxn id="935" idx="5"/>
                <a:endCxn id="93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" name="Google Shape;940;p29"/>
              <p:cNvCxnSpPr>
                <a:stCxn id="936" idx="4"/>
                <a:endCxn id="93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1" name="Google Shape;941;p29"/>
              <p:cNvCxnSpPr>
                <a:stCxn id="931" idx="6"/>
                <a:endCxn id="93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2" name="Google Shape;942;p29"/>
              <p:cNvCxnSpPr>
                <a:stCxn id="935" idx="7"/>
                <a:endCxn id="93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3" name="Google Shape;943;p29"/>
              <p:cNvCxnSpPr>
                <a:stCxn id="936" idx="6"/>
                <a:endCxn id="93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" name="Google Shape;944;p29"/>
              <p:cNvCxnSpPr>
                <a:stCxn id="934" idx="7"/>
                <a:endCxn id="93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" name="Google Shape;945;p29"/>
              <p:cNvCxnSpPr>
                <a:stCxn id="931" idx="6"/>
                <a:endCxn id="93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" name="Google Shape;946;p29"/>
              <p:cNvCxnSpPr>
                <a:stCxn id="937" idx="6"/>
                <a:endCxn id="93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" name="Google Shape;947;p29"/>
              <p:cNvCxnSpPr>
                <a:stCxn id="937" idx="5"/>
                <a:endCxn id="93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" name="Google Shape;948;p29"/>
              <p:cNvCxnSpPr>
                <a:stCxn id="933" idx="0"/>
                <a:endCxn id="93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9" name="Google Shape;949;p29"/>
              <p:cNvCxnSpPr>
                <a:stCxn id="933" idx="7"/>
                <a:endCxn id="93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0" name="Google Shape;950;p29"/>
              <p:cNvCxnSpPr>
                <a:stCxn id="934" idx="6"/>
                <a:endCxn id="93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" name="Google Shape;951;p29"/>
              <p:cNvCxnSpPr>
                <a:stCxn id="938" idx="0"/>
                <a:endCxn id="93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29"/>
              <p:cNvCxnSpPr>
                <a:stCxn id="936" idx="5"/>
                <a:endCxn id="93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" name="Google Shape;953;p29"/>
              <p:cNvCxnSpPr>
                <a:stCxn id="935" idx="6"/>
                <a:endCxn id="93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" name="Google Shape;954;p29"/>
              <p:cNvCxnSpPr>
                <a:stCxn id="935" idx="4"/>
                <a:endCxn id="93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" name="Google Shape;955;p29"/>
              <p:cNvCxnSpPr>
                <a:stCxn id="932" idx="4"/>
                <a:endCxn id="93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6" name="Google Shape;956;p29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7" name="Google Shape;957;p29"/>
              <p:cNvCxnSpPr>
                <a:stCxn id="938" idx="4"/>
                <a:endCxn id="95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" name="Google Shape;958;p29"/>
              <p:cNvCxnSpPr>
                <a:stCxn id="956" idx="1"/>
                <a:endCxn id="93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" name="Google Shape;959;p29"/>
              <p:cNvCxnSpPr>
                <a:stCxn id="956" idx="0"/>
                <a:endCxn id="93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0" name="Google Shape;960;p29"/>
              <p:cNvCxnSpPr>
                <a:stCxn id="956" idx="1"/>
                <a:endCxn id="93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1" name="Google Shape;961;p29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2" name="Google Shape;962;p29"/>
              <p:cNvCxnSpPr>
                <a:stCxn id="956" idx="2"/>
                <a:endCxn id="96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" name="Google Shape;963;p29"/>
              <p:cNvCxnSpPr>
                <a:stCxn id="961" idx="1"/>
                <a:endCxn id="93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4" name="Google Shape;964;p29"/>
              <p:cNvCxnSpPr>
                <a:stCxn id="961" idx="7"/>
                <a:endCxn id="93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65" name="Google Shape;965;p29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966" name="Google Shape;966;p29"/>
              <p:cNvCxnSpPr>
                <a:stCxn id="967" idx="6"/>
                <a:endCxn id="96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8" name="Google Shape;968;p2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9" name="Google Shape;969;p2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0" name="Google Shape;970;p2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1" name="Google Shape;971;p2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" name="Google Shape;972;p29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3" name="Google Shape;973;p29"/>
              <p:cNvCxnSpPr>
                <a:stCxn id="972" idx="4"/>
                <a:endCxn id="97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29"/>
              <p:cNvCxnSpPr>
                <a:stCxn id="971" idx="4"/>
                <a:endCxn id="97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" name="Google Shape;975;p29"/>
              <p:cNvCxnSpPr>
                <a:stCxn id="971" idx="5"/>
                <a:endCxn id="97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29"/>
              <p:cNvCxnSpPr>
                <a:stCxn id="971" idx="0"/>
                <a:endCxn id="96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" name="Google Shape;977;p29"/>
              <p:cNvCxnSpPr>
                <a:stCxn id="971" idx="7"/>
                <a:endCxn id="96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29"/>
              <p:cNvCxnSpPr>
                <a:stCxn id="969" idx="5"/>
                <a:endCxn id="96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9" name="Google Shape;979;p29"/>
              <p:cNvCxnSpPr>
                <a:stCxn id="969" idx="6"/>
                <a:endCxn id="96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0" name="Google Shape;980;p29"/>
              <p:cNvCxnSpPr>
                <a:stCxn id="981" idx="1"/>
                <a:endCxn id="96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" name="Google Shape;982;p29"/>
              <p:cNvCxnSpPr>
                <a:stCxn id="972" idx="0"/>
                <a:endCxn id="96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29"/>
              <p:cNvCxnSpPr>
                <a:stCxn id="972" idx="0"/>
                <a:endCxn id="98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4" name="Google Shape;984;p2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5" name="Google Shape;985;p29"/>
              <p:cNvCxnSpPr>
                <a:stCxn id="969" idx="5"/>
                <a:endCxn id="98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29"/>
              <p:cNvCxnSpPr>
                <a:stCxn id="981" idx="7"/>
                <a:endCxn id="98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29"/>
              <p:cNvCxnSpPr>
                <a:stCxn id="984" idx="6"/>
                <a:endCxn id="96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8" name="Google Shape;988;p2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9" name="Google Shape;989;p29"/>
              <p:cNvCxnSpPr>
                <a:stCxn id="988" idx="0"/>
                <a:endCxn id="96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29"/>
              <p:cNvCxnSpPr>
                <a:stCxn id="988" idx="6"/>
                <a:endCxn id="96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29"/>
              <p:cNvCxnSpPr>
                <a:stCxn id="988" idx="5"/>
                <a:endCxn id="97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29"/>
              <p:cNvCxnSpPr>
                <a:stCxn id="988" idx="5"/>
                <a:endCxn id="97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1" name="Google Shape;981;p2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7" name="Google Shape;967;p2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5" name="Google Shape;995;p30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96" name="Google Shape;996;p30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997" name="Google Shape;997;p30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998" name="Google Shape;998;p3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9" name="Google Shape;999;p3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0" name="Google Shape;1000;p3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1" name="Google Shape;1001;p30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002" name="Google Shape;1002;p3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" name="Google Shape;1003;p30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" name="Google Shape;1005;p30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6" name="Google Shape;1006;p30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007" name="Google Shape;1007;p30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008" name="Google Shape;1008;p30"/>
              <p:cNvCxnSpPr>
                <a:stCxn id="1009" idx="7"/>
                <a:endCxn id="101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0" name="Google Shape;1010;p30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30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" name="Google Shape;1012;p30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" name="Google Shape;1013;p30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30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5" name="Google Shape;1015;p30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6" name="Google Shape;1016;p30"/>
              <p:cNvCxnSpPr>
                <a:stCxn id="1015" idx="4"/>
                <a:endCxn id="101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30"/>
              <p:cNvCxnSpPr>
                <a:stCxn id="1014" idx="4"/>
                <a:endCxn id="101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30"/>
              <p:cNvCxnSpPr>
                <a:stCxn id="1014" idx="5"/>
                <a:endCxn id="101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" name="Google Shape;1019;p30"/>
              <p:cNvCxnSpPr>
                <a:stCxn id="1014" idx="0"/>
                <a:endCxn id="101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" name="Google Shape;1020;p30"/>
              <p:cNvCxnSpPr>
                <a:stCxn id="1014" idx="7"/>
                <a:endCxn id="100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30"/>
              <p:cNvCxnSpPr>
                <a:stCxn id="1011" idx="5"/>
                <a:endCxn id="100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30"/>
              <p:cNvCxnSpPr>
                <a:stCxn id="1011" idx="6"/>
                <a:endCxn id="101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" name="Google Shape;1023;p30"/>
              <p:cNvCxnSpPr>
                <a:stCxn id="1013" idx="2"/>
                <a:endCxn id="101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30"/>
              <p:cNvCxnSpPr>
                <a:stCxn id="1015" idx="0"/>
                <a:endCxn id="100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30"/>
              <p:cNvCxnSpPr>
                <a:stCxn id="1015" idx="0"/>
                <a:endCxn id="101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9" name="Google Shape;1009;p30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26" name="Google Shape;1026;p30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027" name="Google Shape;1027;p30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8" name="Google Shape;1028;p30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9" name="Google Shape;1029;p30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0" name="Google Shape;1030;p30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1" name="Google Shape;1031;p30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2" name="Google Shape;1032;p30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3" name="Google Shape;1033;p30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4" name="Google Shape;1034;p30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5" name="Google Shape;1035;p30"/>
              <p:cNvCxnSpPr>
                <a:stCxn id="1031" idx="5"/>
                <a:endCxn id="103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" name="Google Shape;1036;p30"/>
              <p:cNvCxnSpPr>
                <a:stCxn id="1032" idx="4"/>
                <a:endCxn id="103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" name="Google Shape;1037;p30"/>
              <p:cNvCxnSpPr>
                <a:stCxn id="1027" idx="6"/>
                <a:endCxn id="103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8" name="Google Shape;1038;p30"/>
              <p:cNvCxnSpPr>
                <a:stCxn id="1027" idx="0"/>
                <a:endCxn id="103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9" name="Google Shape;1039;p30"/>
              <p:cNvCxnSpPr>
                <a:stCxn id="1031" idx="7"/>
                <a:endCxn id="103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" name="Google Shape;1040;p30"/>
              <p:cNvCxnSpPr>
                <a:stCxn id="1032" idx="6"/>
                <a:endCxn id="102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" name="Google Shape;1041;p30"/>
              <p:cNvCxnSpPr>
                <a:stCxn id="1030" idx="7"/>
                <a:endCxn id="102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2" name="Google Shape;1042;p30"/>
              <p:cNvCxnSpPr>
                <a:stCxn id="1027" idx="5"/>
                <a:endCxn id="103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" name="Google Shape;1043;p30"/>
              <p:cNvCxnSpPr>
                <a:stCxn id="1033" idx="7"/>
                <a:endCxn id="103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" name="Google Shape;1044;p30"/>
              <p:cNvCxnSpPr>
                <a:stCxn id="1033" idx="5"/>
                <a:endCxn id="102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5" name="Google Shape;1045;p30"/>
              <p:cNvCxnSpPr>
                <a:stCxn id="1029" idx="0"/>
                <a:endCxn id="103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6" name="Google Shape;1046;p30"/>
              <p:cNvCxnSpPr>
                <a:stCxn id="1029" idx="7"/>
                <a:endCxn id="103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7" name="Google Shape;1047;p30"/>
              <p:cNvCxnSpPr>
                <a:stCxn id="1030" idx="6"/>
                <a:endCxn id="103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" name="Google Shape;1048;p30"/>
              <p:cNvCxnSpPr>
                <a:stCxn id="1034" idx="0"/>
                <a:endCxn id="102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" name="Google Shape;1049;p30"/>
              <p:cNvCxnSpPr>
                <a:stCxn id="1031" idx="4"/>
                <a:endCxn id="102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" name="Google Shape;1050;p30"/>
              <p:cNvCxnSpPr>
                <a:stCxn id="1028" idx="4"/>
                <a:endCxn id="102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" name="Google Shape;1051;p30"/>
              <p:cNvCxnSpPr>
                <a:stCxn id="1027" idx="5"/>
                <a:endCxn id="102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2" name="Google Shape;1052;p30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3" name="Google Shape;1053;p30"/>
              <p:cNvCxnSpPr>
                <a:stCxn id="1034" idx="4"/>
                <a:endCxn id="105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4" name="Google Shape;1054;p30"/>
              <p:cNvCxnSpPr>
                <a:stCxn id="1052" idx="2"/>
                <a:endCxn id="102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5" name="Google Shape;1055;p30"/>
              <p:cNvCxnSpPr>
                <a:stCxn id="1052" idx="0"/>
                <a:endCxn id="102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30"/>
              <p:cNvCxnSpPr>
                <a:stCxn id="1052" idx="1"/>
                <a:endCxn id="103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30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8" name="Google Shape;1058;p30"/>
              <p:cNvCxnSpPr>
                <a:stCxn id="1052" idx="2"/>
                <a:endCxn id="105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" name="Google Shape;1059;p30"/>
              <p:cNvCxnSpPr>
                <a:stCxn id="1057" idx="1"/>
                <a:endCxn id="103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31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31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4" name="Google Shape;1064;p31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31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6" name="Google Shape;1066;p31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7" name="Google Shape;1067;p31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68" name="Google Shape;1068;p31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069" name="Google Shape;1069;p31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070" name="Google Shape;1070;p3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" name="Google Shape;1071;p3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2" name="Google Shape;1072;p3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73" name="Google Shape;1073;p31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74" name="Google Shape;1074;p3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5" name="Google Shape;1075;p3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6" name="Google Shape;1076;p3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7" name="Google Shape;1077;p3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78" name="Google Shape;1078;p31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79" name="Google Shape;1079;p31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80" name="Google Shape;1080;p31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1" name="Google Shape;1081;p31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2" name="Google Shape;1082;p31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4" name="Google Shape;1084;p31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5" name="Google Shape;1085;p31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7" name="Google Shape;1087;p31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8" name="Google Shape;1088;p31"/>
              <p:cNvCxnSpPr>
                <a:stCxn id="1084" idx="5"/>
                <a:endCxn id="108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" name="Google Shape;1089;p31"/>
              <p:cNvCxnSpPr>
                <a:stCxn id="1085" idx="4"/>
                <a:endCxn id="108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0" name="Google Shape;1090;p31"/>
              <p:cNvCxnSpPr>
                <a:stCxn id="1080" idx="0"/>
                <a:endCxn id="108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" name="Google Shape;1091;p31"/>
              <p:cNvCxnSpPr>
                <a:stCxn id="1084" idx="6"/>
                <a:endCxn id="108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" name="Google Shape;1092;p31"/>
              <p:cNvCxnSpPr>
                <a:stCxn id="1085" idx="6"/>
                <a:endCxn id="108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3" name="Google Shape;1093;p31"/>
              <p:cNvCxnSpPr>
                <a:stCxn id="1083" idx="6"/>
                <a:endCxn id="108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4" name="Google Shape;1094;p31"/>
              <p:cNvCxnSpPr>
                <a:stCxn id="1080" idx="6"/>
                <a:endCxn id="108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" name="Google Shape;1095;p31"/>
              <p:cNvCxnSpPr>
                <a:stCxn id="1080" idx="7"/>
                <a:endCxn id="108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6" name="Google Shape;1096;p31"/>
              <p:cNvCxnSpPr>
                <a:stCxn id="1086" idx="7"/>
                <a:endCxn id="108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" name="Google Shape;1097;p31"/>
              <p:cNvCxnSpPr>
                <a:stCxn id="1082" idx="0"/>
                <a:endCxn id="108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" name="Google Shape;1098;p31"/>
              <p:cNvCxnSpPr>
                <a:stCxn id="1087" idx="2"/>
                <a:endCxn id="108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" name="Google Shape;1099;p31"/>
              <p:cNvCxnSpPr>
                <a:stCxn id="1085" idx="7"/>
                <a:endCxn id="108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0" name="Google Shape;1100;p31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1" name="Google Shape;1101;p31"/>
              <p:cNvCxnSpPr>
                <a:stCxn id="1087" idx="3"/>
                <a:endCxn id="110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" name="Google Shape;1102;p31"/>
              <p:cNvCxnSpPr>
                <a:stCxn id="1100" idx="2"/>
                <a:endCxn id="108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" name="Google Shape;1103;p31"/>
              <p:cNvCxnSpPr>
                <a:stCxn id="1100" idx="0"/>
                <a:endCxn id="108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4" name="Google Shape;1104;p31"/>
              <p:cNvCxnSpPr>
                <a:stCxn id="1100" idx="1"/>
                <a:endCxn id="108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5" name="Google Shape;1105;p31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6" name="Google Shape;1106;p31"/>
              <p:cNvCxnSpPr>
                <a:stCxn id="1082" idx="2"/>
                <a:endCxn id="110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31"/>
              <p:cNvCxnSpPr>
                <a:stCxn id="1105" idx="3"/>
                <a:endCxn id="108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31"/>
              <p:cNvCxnSpPr>
                <a:stCxn id="1083" idx="4"/>
                <a:endCxn id="110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9" name="Google Shape;1109;p31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0" name="Google Shape;1110;p31"/>
              <p:cNvCxnSpPr>
                <a:stCxn id="1083" idx="0"/>
                <a:endCxn id="110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31"/>
              <p:cNvCxnSpPr>
                <a:stCxn id="1084" idx="7"/>
                <a:endCxn id="110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12" name="Google Shape;1112;p31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113" name="Google Shape;1113;p31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1" name="Google Shape;1121;p31"/>
              <p:cNvCxnSpPr>
                <a:stCxn id="1118" idx="4"/>
                <a:endCxn id="111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31"/>
              <p:cNvCxnSpPr>
                <a:stCxn id="1113" idx="7"/>
                <a:endCxn id="111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31"/>
              <p:cNvCxnSpPr>
                <a:stCxn id="1117" idx="7"/>
                <a:endCxn id="111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4" name="Google Shape;1124;p31"/>
              <p:cNvCxnSpPr>
                <a:stCxn id="1118" idx="6"/>
                <a:endCxn id="111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31"/>
              <p:cNvCxnSpPr>
                <a:stCxn id="1116" idx="7"/>
                <a:endCxn id="111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" name="Google Shape;1126;p31"/>
              <p:cNvCxnSpPr>
                <a:stCxn id="1113" idx="6"/>
                <a:endCxn id="111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" name="Google Shape;1127;p31"/>
              <p:cNvCxnSpPr>
                <a:stCxn id="1119" idx="0"/>
                <a:endCxn id="111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" name="Google Shape;1128;p31"/>
              <p:cNvCxnSpPr>
                <a:stCxn id="1119" idx="5"/>
                <a:endCxn id="111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" name="Google Shape;1129;p31"/>
              <p:cNvCxnSpPr>
                <a:stCxn id="1115" idx="0"/>
                <a:endCxn id="111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" name="Google Shape;1130;p31"/>
              <p:cNvCxnSpPr>
                <a:stCxn id="1115" idx="7"/>
                <a:endCxn id="112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31"/>
              <p:cNvCxnSpPr>
                <a:stCxn id="1116" idx="6"/>
                <a:endCxn id="112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" name="Google Shape;1132;p31"/>
              <p:cNvCxnSpPr>
                <a:stCxn id="1120" idx="0"/>
                <a:endCxn id="111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" name="Google Shape;1133;p31"/>
              <p:cNvCxnSpPr>
                <a:stCxn id="1118" idx="5"/>
                <a:endCxn id="112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31"/>
              <p:cNvCxnSpPr>
                <a:stCxn id="1117" idx="6"/>
                <a:endCxn id="112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31"/>
              <p:cNvCxnSpPr>
                <a:stCxn id="1117" idx="5"/>
                <a:endCxn id="111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31"/>
              <p:cNvCxnSpPr>
                <a:stCxn id="1114" idx="4"/>
                <a:endCxn id="111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7" name="Google Shape;1137;p31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8" name="Google Shape;1138;p31"/>
              <p:cNvCxnSpPr>
                <a:stCxn id="1120" idx="4"/>
                <a:endCxn id="113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" name="Google Shape;1139;p31"/>
              <p:cNvCxnSpPr>
                <a:stCxn id="1137" idx="1"/>
                <a:endCxn id="111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0" name="Google Shape;1140;p31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1" name="Google Shape;1141;p31"/>
              <p:cNvCxnSpPr>
                <a:stCxn id="1137" idx="2"/>
                <a:endCxn id="114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31"/>
              <p:cNvCxnSpPr>
                <a:stCxn id="1140" idx="1"/>
                <a:endCxn id="111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31"/>
              <p:cNvCxnSpPr>
                <a:stCxn id="1140" idx="7"/>
                <a:endCxn id="111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6" name="Google Shape;1146;p32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7" name="Google Shape;1147;p32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8" name="Google Shape;1148;p32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9" name="Google Shape;1149;p32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32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1" name="Google Shape;1151;p32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2" name="Google Shape;1152;p32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3" name="Google Shape;1153;p32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4" name="Google Shape;1154;p32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5" name="Google Shape;1155;p32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6" name="Google Shape;1156;p32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7" name="Google Shape;1157;p32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58" name="Google Shape;1158;p32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159" name="Google Shape;1159;p32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160" name="Google Shape;1160;p3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1" name="Google Shape;1161;p3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2" name="Google Shape;1162;p3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63" name="Google Shape;1163;p32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164" name="Google Shape;1164;p32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5" name="Google Shape;1165;p3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6" name="Google Shape;1166;p3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7" name="Google Shape;1167;p3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68" name="Google Shape;1168;p32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169" name="Google Shape;1169;p32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170" name="Google Shape;1170;p32"/>
              <p:cNvCxnSpPr>
                <a:stCxn id="1171" idx="6"/>
                <a:endCxn id="117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2" name="Google Shape;1172;p32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3" name="Google Shape;1173;p32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4" name="Google Shape;1174;p32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" name="Google Shape;1175;p32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" name="Google Shape;1176;p32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7" name="Google Shape;1177;p32"/>
              <p:cNvCxnSpPr>
                <a:stCxn id="1176" idx="4"/>
                <a:endCxn id="117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" name="Google Shape;1178;p32"/>
              <p:cNvCxnSpPr>
                <a:stCxn id="1175" idx="4"/>
                <a:endCxn id="117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" name="Google Shape;1179;p32"/>
              <p:cNvCxnSpPr>
                <a:stCxn id="1175" idx="5"/>
                <a:endCxn id="117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" name="Google Shape;1180;p32"/>
              <p:cNvCxnSpPr>
                <a:stCxn id="1175" idx="0"/>
                <a:endCxn id="117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" name="Google Shape;1181;p32"/>
              <p:cNvCxnSpPr>
                <a:stCxn id="1175" idx="7"/>
                <a:endCxn id="117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2" name="Google Shape;1182;p32"/>
              <p:cNvCxnSpPr>
                <a:stCxn id="1173" idx="5"/>
                <a:endCxn id="117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3" name="Google Shape;1183;p32"/>
              <p:cNvCxnSpPr>
                <a:stCxn id="1173" idx="6"/>
                <a:endCxn id="117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" name="Google Shape;1184;p32"/>
              <p:cNvCxnSpPr>
                <a:stCxn id="1185" idx="1"/>
                <a:endCxn id="117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" name="Google Shape;1186;p32"/>
              <p:cNvCxnSpPr>
                <a:stCxn id="1176" idx="0"/>
                <a:endCxn id="117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" name="Google Shape;1187;p32"/>
              <p:cNvCxnSpPr>
                <a:stCxn id="1176" idx="0"/>
                <a:endCxn id="118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8" name="Google Shape;1188;p32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9" name="Google Shape;1189;p32"/>
              <p:cNvCxnSpPr>
                <a:stCxn id="1173" idx="5"/>
                <a:endCxn id="118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0" name="Google Shape;1190;p32"/>
              <p:cNvCxnSpPr>
                <a:stCxn id="1185" idx="7"/>
                <a:endCxn id="118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" name="Google Shape;1191;p32"/>
              <p:cNvCxnSpPr>
                <a:stCxn id="1188" idx="6"/>
                <a:endCxn id="117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2" name="Google Shape;1192;p32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3" name="Google Shape;1193;p32"/>
              <p:cNvCxnSpPr>
                <a:stCxn id="1192" idx="0"/>
                <a:endCxn id="117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32"/>
              <p:cNvCxnSpPr>
                <a:stCxn id="1192" idx="6"/>
                <a:endCxn id="117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5" name="Google Shape;1195;p32"/>
              <p:cNvCxnSpPr>
                <a:stCxn id="1192" idx="5"/>
                <a:endCxn id="117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6" name="Google Shape;1196;p32"/>
              <p:cNvCxnSpPr>
                <a:stCxn id="1192" idx="5"/>
                <a:endCxn id="117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5" name="Google Shape;1185;p32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" name="Google Shape;1171;p32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97" name="Google Shape;1197;p32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98" name="Google Shape;1198;p32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9" name="Google Shape;1199;p32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0" name="Google Shape;1200;p32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1" name="Google Shape;1201;p32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2" name="Google Shape;1202;p32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3" name="Google Shape;1203;p32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4" name="Google Shape;1204;p32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32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6" name="Google Shape;1206;p32"/>
              <p:cNvCxnSpPr>
                <a:stCxn id="1202" idx="5"/>
                <a:endCxn id="120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7" name="Google Shape;1207;p32"/>
              <p:cNvCxnSpPr>
                <a:stCxn id="1203" idx="4"/>
                <a:endCxn id="120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" name="Google Shape;1208;p32"/>
              <p:cNvCxnSpPr>
                <a:stCxn id="1198" idx="0"/>
                <a:endCxn id="120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" name="Google Shape;1209;p32"/>
              <p:cNvCxnSpPr>
                <a:stCxn id="1202" idx="7"/>
                <a:endCxn id="120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" name="Google Shape;1210;p32"/>
              <p:cNvCxnSpPr>
                <a:stCxn id="1203" idx="6"/>
                <a:endCxn id="119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" name="Google Shape;1211;p32"/>
              <p:cNvCxnSpPr>
                <a:stCxn id="1201" idx="5"/>
                <a:endCxn id="119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32"/>
              <p:cNvCxnSpPr>
                <a:stCxn id="1198" idx="6"/>
                <a:endCxn id="120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" name="Google Shape;1213;p32"/>
              <p:cNvCxnSpPr>
                <a:stCxn id="1198" idx="7"/>
                <a:endCxn id="120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4" name="Google Shape;1214;p32"/>
              <p:cNvCxnSpPr>
                <a:stCxn id="1204" idx="7"/>
                <a:endCxn id="120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5" name="Google Shape;1215;p32"/>
              <p:cNvCxnSpPr>
                <a:stCxn id="1200" idx="0"/>
                <a:endCxn id="120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" name="Google Shape;1216;p32"/>
              <p:cNvCxnSpPr>
                <a:stCxn id="1205" idx="2"/>
                <a:endCxn id="119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7" name="Google Shape;1217;p32"/>
              <p:cNvCxnSpPr>
                <a:stCxn id="1202" idx="6"/>
                <a:endCxn id="120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8" name="Google Shape;1218;p32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9" name="Google Shape;1219;p32"/>
              <p:cNvCxnSpPr>
                <a:stCxn id="1205" idx="3"/>
                <a:endCxn id="121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" name="Google Shape;1220;p32"/>
              <p:cNvCxnSpPr>
                <a:stCxn id="1218" idx="2"/>
                <a:endCxn id="120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" name="Google Shape;1221;p32"/>
              <p:cNvCxnSpPr>
                <a:stCxn id="1218" idx="0"/>
                <a:endCxn id="119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2" name="Google Shape;1222;p32"/>
              <p:cNvCxnSpPr>
                <a:stCxn id="1218" idx="1"/>
                <a:endCxn id="120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3" name="Google Shape;1223;p32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4" name="Google Shape;1224;p32"/>
              <p:cNvCxnSpPr>
                <a:stCxn id="1200" idx="2"/>
                <a:endCxn id="122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" name="Google Shape;1225;p32"/>
              <p:cNvCxnSpPr>
                <a:stCxn id="1223" idx="3"/>
                <a:endCxn id="119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" name="Google Shape;1226;p32"/>
              <p:cNvCxnSpPr>
                <a:stCxn id="1201" idx="4"/>
                <a:endCxn id="122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3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9" name="Google Shape;1229;p33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33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33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33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33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33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5" name="Google Shape;1235;p33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36" name="Google Shape;1236;p33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37" name="Google Shape;1237;p33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38" name="Google Shape;1238;p33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39" name="Google Shape;1239;p33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40" name="Google Shape;1240;p33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241" name="Google Shape;1241;p33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242" name="Google Shape;1242;p33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243" name="Google Shape;1243;p33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4" name="Google Shape;1244;p33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" name="Google Shape;1245;p33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6" name="Google Shape;1246;p33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7" name="Google Shape;1247;p33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8" name="Google Shape;1248;p33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9" name="Google Shape;1249;p33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0" name="Google Shape;1250;p33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1" name="Google Shape;1251;p33"/>
              <p:cNvCxnSpPr>
                <a:stCxn id="1247" idx="5"/>
                <a:endCxn id="124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2" name="Google Shape;1252;p33"/>
              <p:cNvCxnSpPr>
                <a:stCxn id="1248" idx="4"/>
                <a:endCxn id="124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33"/>
              <p:cNvCxnSpPr>
                <a:stCxn id="1243" idx="0"/>
                <a:endCxn id="124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" name="Google Shape;1254;p33"/>
              <p:cNvCxnSpPr>
                <a:stCxn id="1247" idx="6"/>
                <a:endCxn id="124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" name="Google Shape;1255;p33"/>
              <p:cNvCxnSpPr>
                <a:stCxn id="1248" idx="6"/>
                <a:endCxn id="124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33"/>
              <p:cNvCxnSpPr>
                <a:stCxn id="1246" idx="6"/>
                <a:endCxn id="124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33"/>
              <p:cNvCxnSpPr>
                <a:stCxn id="1243" idx="6"/>
                <a:endCxn id="124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8" name="Google Shape;1258;p33"/>
              <p:cNvCxnSpPr>
                <a:stCxn id="1243" idx="7"/>
                <a:endCxn id="124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9" name="Google Shape;1259;p33"/>
              <p:cNvCxnSpPr>
                <a:stCxn id="1249" idx="7"/>
                <a:endCxn id="124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33"/>
              <p:cNvCxnSpPr>
                <a:stCxn id="1245" idx="0"/>
                <a:endCxn id="124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" name="Google Shape;1261;p33"/>
              <p:cNvCxnSpPr>
                <a:stCxn id="1250" idx="2"/>
                <a:endCxn id="124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" name="Google Shape;1262;p33"/>
              <p:cNvCxnSpPr>
                <a:stCxn id="1248" idx="7"/>
                <a:endCxn id="125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3" name="Google Shape;1263;p33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4" name="Google Shape;1264;p33"/>
              <p:cNvCxnSpPr>
                <a:stCxn id="1250" idx="3"/>
                <a:endCxn id="126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" name="Google Shape;1265;p33"/>
              <p:cNvCxnSpPr>
                <a:stCxn id="1263" idx="2"/>
                <a:endCxn id="124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6" name="Google Shape;1266;p33"/>
              <p:cNvCxnSpPr>
                <a:stCxn id="1263" idx="0"/>
                <a:endCxn id="124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7" name="Google Shape;1267;p33"/>
              <p:cNvCxnSpPr>
                <a:stCxn id="1263" idx="1"/>
                <a:endCxn id="124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8" name="Google Shape;1268;p33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9" name="Google Shape;1269;p33"/>
              <p:cNvCxnSpPr>
                <a:stCxn id="1245" idx="2"/>
                <a:endCxn id="126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" name="Google Shape;1270;p33"/>
              <p:cNvCxnSpPr>
                <a:stCxn id="1268" idx="3"/>
                <a:endCxn id="124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" name="Google Shape;1271;p33"/>
              <p:cNvCxnSpPr>
                <a:stCxn id="1246" idx="4"/>
                <a:endCxn id="126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2" name="Google Shape;1272;p33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3" name="Google Shape;1273;p33"/>
              <p:cNvCxnSpPr>
                <a:stCxn id="1246" idx="0"/>
                <a:endCxn id="127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" name="Google Shape;1274;p33"/>
              <p:cNvCxnSpPr>
                <a:stCxn id="1272" idx="3"/>
                <a:endCxn id="124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5" name="Google Shape;1275;p33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276" name="Google Shape;1276;p33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7" name="Google Shape;1277;p33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8" name="Google Shape;1278;p33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9" name="Google Shape;1279;p33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0" name="Google Shape;1280;p33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1" name="Google Shape;1281;p33"/>
              <p:cNvCxnSpPr>
                <a:stCxn id="1279" idx="5"/>
                <a:endCxn id="127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2" name="Google Shape;1282;p33"/>
              <p:cNvCxnSpPr>
                <a:stCxn id="1276" idx="6"/>
                <a:endCxn id="127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" name="Google Shape;1283;p33"/>
              <p:cNvCxnSpPr>
                <a:stCxn id="1276" idx="6"/>
                <a:endCxn id="128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" name="Google Shape;1284;p33"/>
              <p:cNvCxnSpPr>
                <a:stCxn id="1280" idx="6"/>
                <a:endCxn id="127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5" name="Google Shape;1285;p33"/>
              <p:cNvCxnSpPr>
                <a:stCxn id="1280" idx="6"/>
                <a:endCxn id="127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33"/>
              <p:cNvCxnSpPr>
                <a:stCxn id="1279" idx="4"/>
                <a:endCxn id="127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33"/>
              <p:cNvCxnSpPr>
                <a:stCxn id="1277" idx="7"/>
                <a:endCxn id="127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88" name="Google Shape;1288;p33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289" name="Google Shape;1289;p33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290" name="Google Shape;1290;p33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1" name="Google Shape;1291;p3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2" name="Google Shape;1292;p3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3" name="Google Shape;1293;p33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294" name="Google Shape;1294;p33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5" name="Google Shape;1295;p33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6" name="Google Shape;1296;p33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" name="Google Shape;1297;p33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34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0" name="Google Shape;1300;p34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1" name="Google Shape;1301;p34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302" name="Google Shape;1302;p34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303" name="Google Shape;1303;p34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304" name="Google Shape;1304;p34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5" name="Google Shape;1305;p34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6" name="Google Shape;1306;p34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34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34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9" name="Google Shape;1309;p34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0" name="Google Shape;1310;p34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34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2" name="Google Shape;1312;p34"/>
              <p:cNvCxnSpPr>
                <a:stCxn id="1308" idx="5"/>
                <a:endCxn id="130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" name="Google Shape;1313;p34"/>
              <p:cNvCxnSpPr>
                <a:stCxn id="1309" idx="4"/>
                <a:endCxn id="130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" name="Google Shape;1314;p34"/>
              <p:cNvCxnSpPr>
                <a:stCxn id="1304" idx="6"/>
                <a:endCxn id="130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5" name="Google Shape;1315;p34"/>
              <p:cNvCxnSpPr>
                <a:stCxn id="1308" idx="7"/>
                <a:endCxn id="130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" name="Google Shape;1316;p34"/>
              <p:cNvCxnSpPr>
                <a:stCxn id="1309" idx="6"/>
                <a:endCxn id="130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" name="Google Shape;1317;p34"/>
              <p:cNvCxnSpPr>
                <a:stCxn id="1307" idx="7"/>
                <a:endCxn id="130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8" name="Google Shape;1318;p34"/>
              <p:cNvCxnSpPr>
                <a:stCxn id="1304" idx="6"/>
                <a:endCxn id="131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9" name="Google Shape;1319;p34"/>
              <p:cNvCxnSpPr>
                <a:stCxn id="1310" idx="6"/>
                <a:endCxn id="130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0" name="Google Shape;1320;p34"/>
              <p:cNvCxnSpPr>
                <a:stCxn id="1310" idx="6"/>
                <a:endCxn id="130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" name="Google Shape;1321;p34"/>
              <p:cNvCxnSpPr>
                <a:stCxn id="1306" idx="7"/>
                <a:endCxn id="131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" name="Google Shape;1322;p34"/>
              <p:cNvCxnSpPr>
                <a:stCxn id="1307" idx="6"/>
                <a:endCxn id="131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3" name="Google Shape;1323;p34"/>
              <p:cNvCxnSpPr>
                <a:stCxn id="1311" idx="0"/>
                <a:endCxn id="130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" name="Google Shape;1324;p34"/>
              <p:cNvCxnSpPr>
                <a:stCxn id="1309" idx="5"/>
                <a:endCxn id="131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34"/>
              <p:cNvCxnSpPr>
                <a:stCxn id="1308" idx="6"/>
                <a:endCxn id="131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34"/>
              <p:cNvCxnSpPr>
                <a:stCxn id="1308" idx="4"/>
                <a:endCxn id="130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7" name="Google Shape;1327;p34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8" name="Google Shape;1328;p34"/>
              <p:cNvCxnSpPr>
                <a:stCxn id="1311" idx="4"/>
                <a:endCxn id="132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" name="Google Shape;1329;p34"/>
              <p:cNvCxnSpPr>
                <a:stCxn id="1327" idx="1"/>
                <a:endCxn id="130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" name="Google Shape;1330;p34"/>
              <p:cNvCxnSpPr>
                <a:stCxn id="1327" idx="1"/>
                <a:endCxn id="130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1" name="Google Shape;1331;p34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2" name="Google Shape;1332;p34"/>
              <p:cNvCxnSpPr>
                <a:stCxn id="1309" idx="0"/>
                <a:endCxn id="133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" name="Google Shape;1333;p34"/>
              <p:cNvCxnSpPr>
                <a:stCxn id="1305" idx="0"/>
                <a:endCxn id="133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34" name="Google Shape;1334;p34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335" name="Google Shape;1335;p34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34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34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34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34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34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34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34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34"/>
              <p:cNvCxnSpPr>
                <a:stCxn id="1339" idx="5"/>
                <a:endCxn id="133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34"/>
              <p:cNvCxnSpPr>
                <a:stCxn id="1340" idx="4"/>
                <a:endCxn id="133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" name="Google Shape;1345;p34"/>
              <p:cNvCxnSpPr>
                <a:stCxn id="1335" idx="6"/>
                <a:endCxn id="133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34"/>
              <p:cNvCxnSpPr>
                <a:stCxn id="1335" idx="0"/>
                <a:endCxn id="133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34"/>
              <p:cNvCxnSpPr>
                <a:stCxn id="1339" idx="7"/>
                <a:endCxn id="134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" name="Google Shape;1348;p34"/>
              <p:cNvCxnSpPr>
                <a:stCxn id="1340" idx="6"/>
                <a:endCxn id="133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" name="Google Shape;1349;p34"/>
              <p:cNvCxnSpPr>
                <a:stCxn id="1338" idx="7"/>
                <a:endCxn id="133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" name="Google Shape;1350;p34"/>
              <p:cNvCxnSpPr>
                <a:stCxn id="1335" idx="5"/>
                <a:endCxn id="134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1" name="Google Shape;1351;p34"/>
              <p:cNvCxnSpPr>
                <a:stCxn id="1341" idx="7"/>
                <a:endCxn id="133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" name="Google Shape;1352;p34"/>
              <p:cNvCxnSpPr>
                <a:stCxn id="1341" idx="7"/>
                <a:endCxn id="133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" name="Google Shape;1353;p34"/>
              <p:cNvCxnSpPr>
                <a:stCxn id="1337" idx="0"/>
                <a:endCxn id="133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" name="Google Shape;1354;p34"/>
              <p:cNvCxnSpPr>
                <a:stCxn id="1342" idx="1"/>
                <a:endCxn id="133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5" name="Google Shape;1355;p34"/>
              <p:cNvCxnSpPr>
                <a:stCxn id="1339" idx="6"/>
                <a:endCxn id="134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34"/>
              <p:cNvCxnSpPr>
                <a:stCxn id="1336" idx="4"/>
                <a:endCxn id="133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7" name="Google Shape;1357;p34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8" name="Google Shape;1358;p34"/>
              <p:cNvCxnSpPr>
                <a:stCxn id="1342" idx="2"/>
                <a:endCxn id="135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34"/>
              <p:cNvCxnSpPr>
                <a:stCxn id="1357" idx="2"/>
                <a:endCxn id="133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" name="Google Shape;1360;p34"/>
              <p:cNvCxnSpPr>
                <a:stCxn id="1357" idx="0"/>
                <a:endCxn id="133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" name="Google Shape;1361;p34"/>
              <p:cNvCxnSpPr>
                <a:stCxn id="1357" idx="1"/>
                <a:endCxn id="133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2" name="Google Shape;1362;p34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3" name="Google Shape;1363;p34"/>
              <p:cNvCxnSpPr>
                <a:stCxn id="1337" idx="3"/>
                <a:endCxn id="136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" name="Google Shape;1364;p34"/>
              <p:cNvCxnSpPr>
                <a:stCxn id="1362" idx="0"/>
                <a:endCxn id="134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" name="Google Shape;1365;p34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34"/>
              <p:cNvCxnSpPr>
                <a:stCxn id="1335" idx="6"/>
                <a:endCxn id="136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34"/>
              <p:cNvCxnSpPr>
                <a:stCxn id="1341" idx="0"/>
                <a:endCxn id="136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" name="Google Shape;1368;p34"/>
              <p:cNvCxnSpPr>
                <a:stCxn id="1365" idx="6"/>
                <a:endCxn id="133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9" name="Google Shape;1369;p34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0" name="Google Shape;1370;p34"/>
              <p:cNvCxnSpPr>
                <a:stCxn id="1362" idx="5"/>
                <a:endCxn id="136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" name="Google Shape;1371;p34"/>
              <p:cNvCxnSpPr>
                <a:stCxn id="1369" idx="7"/>
                <a:endCxn id="133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2" name="Google Shape;1372;p34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3" name="Google Shape;1373;p34"/>
              <p:cNvCxnSpPr>
                <a:stCxn id="1362" idx="0"/>
                <a:endCxn id="137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4" name="Google Shape;1374;p34"/>
              <p:cNvCxnSpPr>
                <a:stCxn id="1372" idx="1"/>
                <a:endCxn id="134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5" name="Google Shape;1375;p34"/>
              <p:cNvCxnSpPr>
                <a:stCxn id="1372" idx="6"/>
                <a:endCxn id="133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3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78" name="Google Shape;1378;p3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79" name="Google Shape;1379;p3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0" name="Google Shape;1380;p3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1" name="Google Shape;1381;p3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82" name="Google Shape;1382;p3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83" name="Google Shape;1383;p3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3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3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3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87" name="Google Shape;1387;p3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88" name="Google Shape;1388;p3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89" name="Google Shape;1389;p35"/>
              <p:cNvCxnSpPr>
                <a:stCxn id="1390" idx="7"/>
                <a:endCxn id="139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1" name="Google Shape;1391;p3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2" name="Google Shape;1392;p3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3" name="Google Shape;1393;p3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4" name="Google Shape;1394;p3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5" name="Google Shape;1395;p3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6" name="Google Shape;1396;p3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7" name="Google Shape;1397;p35"/>
              <p:cNvCxnSpPr>
                <a:stCxn id="1396" idx="4"/>
                <a:endCxn id="139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" name="Google Shape;1398;p35"/>
              <p:cNvCxnSpPr>
                <a:stCxn id="1395" idx="4"/>
                <a:endCxn id="139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35"/>
              <p:cNvCxnSpPr>
                <a:stCxn id="1395" idx="5"/>
                <a:endCxn id="139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" name="Google Shape;1400;p35"/>
              <p:cNvCxnSpPr>
                <a:stCxn id="1395" idx="0"/>
                <a:endCxn id="139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" name="Google Shape;1401;p35"/>
              <p:cNvCxnSpPr>
                <a:stCxn id="1395" idx="7"/>
                <a:endCxn id="139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2" name="Google Shape;1402;p35"/>
              <p:cNvCxnSpPr>
                <a:stCxn id="1392" idx="5"/>
                <a:endCxn id="139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3" name="Google Shape;1403;p35"/>
              <p:cNvCxnSpPr>
                <a:stCxn id="1392" idx="6"/>
                <a:endCxn id="139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" name="Google Shape;1404;p35"/>
              <p:cNvCxnSpPr>
                <a:stCxn id="1394" idx="2"/>
                <a:endCxn id="139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" name="Google Shape;1405;p35"/>
              <p:cNvCxnSpPr>
                <a:stCxn id="1396" idx="0"/>
                <a:endCxn id="139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" name="Google Shape;1406;p35"/>
              <p:cNvCxnSpPr>
                <a:stCxn id="1396" idx="0"/>
                <a:endCxn id="139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0" name="Google Shape;1390;p3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07" name="Google Shape;1407;p3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408" name="Google Shape;1408;p3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9" name="Google Shape;1409;p3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0" name="Google Shape;1410;p3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1" name="Google Shape;1411;p3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2" name="Google Shape;1412;p3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3" name="Google Shape;1413;p3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4" name="Google Shape;1414;p3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3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6" name="Google Shape;1416;p35"/>
              <p:cNvCxnSpPr>
                <a:stCxn id="1412" idx="5"/>
                <a:endCxn id="141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" name="Google Shape;1417;p35"/>
              <p:cNvCxnSpPr>
                <a:stCxn id="1413" idx="4"/>
                <a:endCxn id="141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" name="Google Shape;1418;p35"/>
              <p:cNvCxnSpPr>
                <a:stCxn id="1408" idx="6"/>
                <a:endCxn id="141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9" name="Google Shape;1419;p35"/>
              <p:cNvCxnSpPr>
                <a:stCxn id="1408" idx="0"/>
                <a:endCxn id="141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0" name="Google Shape;1420;p35"/>
              <p:cNvCxnSpPr>
                <a:stCxn id="1412" idx="7"/>
                <a:endCxn id="141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" name="Google Shape;1421;p35"/>
              <p:cNvCxnSpPr>
                <a:stCxn id="1413" idx="6"/>
                <a:endCxn id="140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" name="Google Shape;1422;p35"/>
              <p:cNvCxnSpPr>
                <a:stCxn id="1411" idx="7"/>
                <a:endCxn id="140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" name="Google Shape;1423;p35"/>
              <p:cNvCxnSpPr>
                <a:stCxn id="1408" idx="5"/>
                <a:endCxn id="141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" name="Google Shape;1424;p35"/>
              <p:cNvCxnSpPr>
                <a:stCxn id="1414" idx="7"/>
                <a:endCxn id="141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5" name="Google Shape;1425;p35"/>
              <p:cNvCxnSpPr>
                <a:stCxn id="1414" idx="5"/>
                <a:endCxn id="141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6" name="Google Shape;1426;p35"/>
              <p:cNvCxnSpPr>
                <a:stCxn id="1410" idx="0"/>
                <a:endCxn id="141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35"/>
              <p:cNvCxnSpPr>
                <a:stCxn id="1410" idx="7"/>
                <a:endCxn id="141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" name="Google Shape;1428;p35"/>
              <p:cNvCxnSpPr>
                <a:stCxn id="1411" idx="6"/>
                <a:endCxn id="141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" name="Google Shape;1429;p35"/>
              <p:cNvCxnSpPr>
                <a:stCxn id="1415" idx="0"/>
                <a:endCxn id="140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" name="Google Shape;1430;p35"/>
              <p:cNvCxnSpPr>
                <a:stCxn id="1412" idx="4"/>
                <a:endCxn id="141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" name="Google Shape;1431;p35"/>
              <p:cNvCxnSpPr>
                <a:stCxn id="1409" idx="4"/>
                <a:endCxn id="141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" name="Google Shape;1432;p35"/>
              <p:cNvCxnSpPr>
                <a:stCxn id="1408" idx="5"/>
                <a:endCxn id="141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3" name="Google Shape;1433;p3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4" name="Google Shape;1434;p35"/>
              <p:cNvCxnSpPr>
                <a:stCxn id="1415" idx="4"/>
                <a:endCxn id="143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" name="Google Shape;1435;p35"/>
              <p:cNvCxnSpPr>
                <a:stCxn id="1433" idx="2"/>
                <a:endCxn id="141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" name="Google Shape;1436;p35"/>
              <p:cNvCxnSpPr>
                <a:stCxn id="1433" idx="0"/>
                <a:endCxn id="140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" name="Google Shape;1437;p35"/>
              <p:cNvCxnSpPr>
                <a:stCxn id="1433" idx="1"/>
                <a:endCxn id="141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8" name="Google Shape;1438;p3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35"/>
              <p:cNvCxnSpPr>
                <a:stCxn id="1433" idx="2"/>
                <a:endCxn id="143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0" name="Google Shape;1440;p35"/>
              <p:cNvCxnSpPr>
                <a:stCxn id="1438" idx="1"/>
                <a:endCxn id="141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2" name="Google Shape;1442;p36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443" name="Google Shape;1443;p36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444" name="Google Shape;1444;p3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5" name="Google Shape;1445;p3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6" name="Google Shape;1446;p3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47" name="Google Shape;1447;p36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448" name="Google Shape;1448;p3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9" name="Google Shape;1449;p3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0" name="Google Shape;1450;p3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1" name="Google Shape;1451;p3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452" name="Google Shape;1452;p36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453" name="Google Shape;1453;p36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454" name="Google Shape;1454;p36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5" name="Google Shape;1455;p36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6" name="Google Shape;1456;p36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7" name="Google Shape;1457;p36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8" name="Google Shape;1458;p36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9" name="Google Shape;1459;p36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60" name="Google Shape;1460;p36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61" name="Google Shape;1461;p36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62" name="Google Shape;1462;p36"/>
              <p:cNvCxnSpPr>
                <a:stCxn id="1458" idx="5"/>
                <a:endCxn id="145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3" name="Google Shape;1463;p36"/>
              <p:cNvCxnSpPr>
                <a:stCxn id="1459" idx="4"/>
                <a:endCxn id="145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4" name="Google Shape;1464;p36"/>
              <p:cNvCxnSpPr>
                <a:stCxn id="1454" idx="0"/>
                <a:endCxn id="145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5" name="Google Shape;1465;p36"/>
              <p:cNvCxnSpPr>
                <a:stCxn id="1458" idx="6"/>
                <a:endCxn id="145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6" name="Google Shape;1466;p36"/>
              <p:cNvCxnSpPr>
                <a:stCxn id="1459" idx="6"/>
                <a:endCxn id="145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7" name="Google Shape;1467;p36"/>
              <p:cNvCxnSpPr>
                <a:stCxn id="1457" idx="6"/>
                <a:endCxn id="145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36"/>
              <p:cNvCxnSpPr>
                <a:stCxn id="1454" idx="6"/>
                <a:endCxn id="146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36"/>
              <p:cNvCxnSpPr>
                <a:stCxn id="1454" idx="7"/>
                <a:endCxn id="145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36"/>
              <p:cNvCxnSpPr>
                <a:stCxn id="1460" idx="7"/>
                <a:endCxn id="145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36"/>
              <p:cNvCxnSpPr>
                <a:stCxn id="1456" idx="0"/>
                <a:endCxn id="145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36"/>
              <p:cNvCxnSpPr>
                <a:stCxn id="1461" idx="2"/>
                <a:endCxn id="145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36"/>
              <p:cNvCxnSpPr>
                <a:stCxn id="1459" idx="7"/>
                <a:endCxn id="146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4" name="Google Shape;1474;p36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75" name="Google Shape;1475;p36"/>
              <p:cNvCxnSpPr>
                <a:stCxn id="1461" idx="3"/>
                <a:endCxn id="147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6" name="Google Shape;1476;p36"/>
              <p:cNvCxnSpPr>
                <a:stCxn id="1474" idx="2"/>
                <a:endCxn id="145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36"/>
              <p:cNvCxnSpPr>
                <a:stCxn id="1474" idx="0"/>
                <a:endCxn id="145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36"/>
              <p:cNvCxnSpPr>
                <a:stCxn id="1474" idx="1"/>
                <a:endCxn id="145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9" name="Google Shape;1479;p36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0" name="Google Shape;1480;p36"/>
              <p:cNvCxnSpPr>
                <a:stCxn id="1456" idx="2"/>
                <a:endCxn id="147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36"/>
              <p:cNvCxnSpPr>
                <a:stCxn id="1479" idx="3"/>
                <a:endCxn id="145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2" name="Google Shape;1482;p36"/>
              <p:cNvCxnSpPr>
                <a:stCxn id="1457" idx="4"/>
                <a:endCxn id="147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83" name="Google Shape;1483;p36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4" name="Google Shape;1484;p36"/>
              <p:cNvCxnSpPr>
                <a:stCxn id="1457" idx="0"/>
                <a:endCxn id="148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5" name="Google Shape;1485;p36"/>
              <p:cNvCxnSpPr>
                <a:stCxn id="1458" idx="7"/>
                <a:endCxn id="148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86" name="Google Shape;1486;p36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87" name="Google Shape;1487;p36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88" name="Google Shape;1488;p36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89" name="Google Shape;1489;p36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0" name="Google Shape;1490;p36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1" name="Google Shape;1491;p36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2" name="Google Shape;1492;p36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3" name="Google Shape;1493;p36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4" name="Google Shape;1494;p36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95" name="Google Shape;1495;p36"/>
              <p:cNvCxnSpPr>
                <a:stCxn id="1492" idx="4"/>
                <a:endCxn id="149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6" name="Google Shape;1496;p36"/>
              <p:cNvCxnSpPr>
                <a:stCxn id="1487" idx="7"/>
                <a:endCxn id="149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7" name="Google Shape;1497;p36"/>
              <p:cNvCxnSpPr>
                <a:stCxn id="1491" idx="7"/>
                <a:endCxn id="149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8" name="Google Shape;1498;p36"/>
              <p:cNvCxnSpPr>
                <a:stCxn id="1492" idx="6"/>
                <a:endCxn id="148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9" name="Google Shape;1499;p36"/>
              <p:cNvCxnSpPr>
                <a:stCxn id="1490" idx="7"/>
                <a:endCxn id="148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0" name="Google Shape;1500;p36"/>
              <p:cNvCxnSpPr>
                <a:stCxn id="1487" idx="6"/>
                <a:endCxn id="149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1" name="Google Shape;1501;p36"/>
              <p:cNvCxnSpPr>
                <a:stCxn id="1493" idx="0"/>
                <a:endCxn id="149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2" name="Google Shape;1502;p36"/>
              <p:cNvCxnSpPr>
                <a:stCxn id="1493" idx="5"/>
                <a:endCxn id="148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3" name="Google Shape;1503;p36"/>
              <p:cNvCxnSpPr>
                <a:stCxn id="1489" idx="0"/>
                <a:endCxn id="149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4" name="Google Shape;1504;p36"/>
              <p:cNvCxnSpPr>
                <a:stCxn id="1489" idx="7"/>
                <a:endCxn id="149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5" name="Google Shape;1505;p36"/>
              <p:cNvCxnSpPr>
                <a:stCxn id="1490" idx="6"/>
                <a:endCxn id="149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6" name="Google Shape;1506;p36"/>
              <p:cNvCxnSpPr>
                <a:stCxn id="1494" idx="0"/>
                <a:endCxn id="148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7" name="Google Shape;1507;p36"/>
              <p:cNvCxnSpPr>
                <a:stCxn id="1492" idx="5"/>
                <a:endCxn id="149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8" name="Google Shape;1508;p36"/>
              <p:cNvCxnSpPr>
                <a:stCxn id="1491" idx="6"/>
                <a:endCxn id="149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9" name="Google Shape;1509;p36"/>
              <p:cNvCxnSpPr>
                <a:stCxn id="1491" idx="5"/>
                <a:endCxn id="149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0" name="Google Shape;1510;p36"/>
              <p:cNvCxnSpPr>
                <a:stCxn id="1488" idx="4"/>
                <a:endCxn id="148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1" name="Google Shape;1511;p36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12" name="Google Shape;1512;p36"/>
              <p:cNvCxnSpPr>
                <a:stCxn id="1494" idx="4"/>
                <a:endCxn id="151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3" name="Google Shape;1513;p36"/>
              <p:cNvCxnSpPr>
                <a:stCxn id="1511" idx="1"/>
                <a:endCxn id="148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4" name="Google Shape;1514;p36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15" name="Google Shape;1515;p36"/>
              <p:cNvCxnSpPr>
                <a:stCxn id="1511" idx="2"/>
                <a:endCxn id="151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6" name="Google Shape;1516;p36"/>
              <p:cNvCxnSpPr>
                <a:stCxn id="1514" idx="1"/>
                <a:endCxn id="149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7" name="Google Shape;1517;p36"/>
              <p:cNvCxnSpPr>
                <a:stCxn id="1514" idx="7"/>
                <a:endCxn id="148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8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23" name="Google Shape;1523;p38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524" name="Google Shape;1524;p38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525" name="Google Shape;1525;p38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526" name="Google Shape;1526;p38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27" name="Google Shape;1527;p38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28" name="Google Shape;1528;p38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29" name="Google Shape;1529;p38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30" name="Google Shape;1530;p38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31" name="Google Shape;1531;p38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32" name="Google Shape;1532;p38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33" name="Google Shape;1533;p38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34" name="Google Shape;1534;p38"/>
              <p:cNvCxnSpPr>
                <a:stCxn id="1530" idx="5"/>
                <a:endCxn id="152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5" name="Google Shape;1535;p38"/>
              <p:cNvCxnSpPr>
                <a:stCxn id="1531" idx="4"/>
                <a:endCxn id="152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6" name="Google Shape;1536;p38"/>
              <p:cNvCxnSpPr>
                <a:stCxn id="1526" idx="6"/>
                <a:endCxn id="152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7" name="Google Shape;1537;p38"/>
              <p:cNvCxnSpPr>
                <a:stCxn id="1526" idx="0"/>
                <a:endCxn id="153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8" name="Google Shape;1538;p38"/>
              <p:cNvCxnSpPr>
                <a:stCxn id="1530" idx="7"/>
                <a:endCxn id="153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9" name="Google Shape;1539;p38"/>
              <p:cNvCxnSpPr>
                <a:stCxn id="1531" idx="6"/>
                <a:endCxn id="152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0" name="Google Shape;1540;p38"/>
              <p:cNvCxnSpPr>
                <a:stCxn id="1529" idx="7"/>
                <a:endCxn id="152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1" name="Google Shape;1541;p38"/>
              <p:cNvCxnSpPr>
                <a:stCxn id="1526" idx="5"/>
                <a:endCxn id="153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38"/>
              <p:cNvCxnSpPr>
                <a:stCxn id="1532" idx="7"/>
                <a:endCxn id="152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3" name="Google Shape;1543;p38"/>
              <p:cNvCxnSpPr>
                <a:stCxn id="1532" idx="7"/>
                <a:endCxn id="152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4" name="Google Shape;1544;p38"/>
              <p:cNvCxnSpPr>
                <a:stCxn id="1528" idx="0"/>
                <a:endCxn id="152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5" name="Google Shape;1545;p38"/>
              <p:cNvCxnSpPr>
                <a:stCxn id="1528" idx="7"/>
                <a:endCxn id="153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6" name="Google Shape;1546;p38"/>
              <p:cNvCxnSpPr>
                <a:stCxn id="1533" idx="1"/>
                <a:endCxn id="152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7" name="Google Shape;1547;p38"/>
              <p:cNvCxnSpPr>
                <a:stCxn id="1530" idx="6"/>
                <a:endCxn id="153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8" name="Google Shape;1548;p38"/>
              <p:cNvCxnSpPr>
                <a:stCxn id="1527" idx="4"/>
                <a:endCxn id="152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9" name="Google Shape;1549;p38"/>
              <p:cNvCxnSpPr>
                <a:stCxn id="1526" idx="5"/>
                <a:endCxn id="152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50" name="Google Shape;1550;p38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1" name="Google Shape;1551;p38"/>
              <p:cNvCxnSpPr>
                <a:stCxn id="1533" idx="2"/>
                <a:endCxn id="155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2" name="Google Shape;1552;p38"/>
              <p:cNvCxnSpPr>
                <a:stCxn id="1550" idx="2"/>
                <a:endCxn id="152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3" name="Google Shape;1553;p38"/>
              <p:cNvCxnSpPr>
                <a:stCxn id="1550" idx="0"/>
                <a:endCxn id="152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4" name="Google Shape;1554;p38"/>
              <p:cNvCxnSpPr>
                <a:stCxn id="1550" idx="1"/>
                <a:endCxn id="152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55" name="Google Shape;1555;p38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6" name="Google Shape;1556;p38"/>
              <p:cNvCxnSpPr>
                <a:stCxn id="1528" idx="2"/>
                <a:endCxn id="155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7" name="Google Shape;1557;p38"/>
              <p:cNvCxnSpPr>
                <a:stCxn id="1555" idx="1"/>
                <a:endCxn id="153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58" name="Google Shape;1558;p38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1559" name="Google Shape;1559;p38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0" name="Google Shape;1560;p38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1" name="Google Shape;1561;p38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2" name="Google Shape;1562;p38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3" name="Google Shape;1563;p38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4" name="Google Shape;1564;p38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5" name="Google Shape;1565;p38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6" name="Google Shape;1566;p38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67" name="Google Shape;1567;p38"/>
              <p:cNvCxnSpPr>
                <a:stCxn id="1563" idx="5"/>
                <a:endCxn id="156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8" name="Google Shape;1568;p38"/>
              <p:cNvCxnSpPr>
                <a:stCxn id="1564" idx="4"/>
                <a:endCxn id="156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9" name="Google Shape;1569;p38"/>
              <p:cNvCxnSpPr>
                <a:stCxn id="1559" idx="6"/>
                <a:endCxn id="156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0" name="Google Shape;1570;p38"/>
              <p:cNvCxnSpPr>
                <a:stCxn id="1563" idx="7"/>
                <a:endCxn id="156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1" name="Google Shape;1571;p38"/>
              <p:cNvCxnSpPr>
                <a:stCxn id="1564" idx="6"/>
                <a:endCxn id="156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2" name="Google Shape;1572;p38"/>
              <p:cNvCxnSpPr>
                <a:stCxn id="1562" idx="7"/>
                <a:endCxn id="156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3" name="Google Shape;1573;p38"/>
              <p:cNvCxnSpPr>
                <a:stCxn id="1559" idx="6"/>
                <a:endCxn id="156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4" name="Google Shape;1574;p38"/>
              <p:cNvCxnSpPr>
                <a:stCxn id="1565" idx="7"/>
                <a:endCxn id="156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5" name="Google Shape;1575;p38"/>
              <p:cNvCxnSpPr>
                <a:stCxn id="1565" idx="5"/>
                <a:endCxn id="156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6" name="Google Shape;1576;p38"/>
              <p:cNvCxnSpPr>
                <a:stCxn id="1561" idx="0"/>
                <a:endCxn id="156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7" name="Google Shape;1577;p38"/>
              <p:cNvCxnSpPr>
                <a:stCxn id="1561" idx="7"/>
                <a:endCxn id="156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8" name="Google Shape;1578;p38"/>
              <p:cNvCxnSpPr>
                <a:stCxn id="1562" idx="6"/>
                <a:endCxn id="156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9" name="Google Shape;1579;p38"/>
              <p:cNvCxnSpPr>
                <a:stCxn id="1566" idx="0"/>
                <a:endCxn id="156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0" name="Google Shape;1580;p38"/>
              <p:cNvCxnSpPr>
                <a:stCxn id="1564" idx="5"/>
                <a:endCxn id="156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1" name="Google Shape;1581;p38"/>
              <p:cNvCxnSpPr>
                <a:stCxn id="1563" idx="6"/>
                <a:endCxn id="156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2" name="Google Shape;1582;p38"/>
              <p:cNvCxnSpPr>
                <a:stCxn id="1563" idx="4"/>
                <a:endCxn id="156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3" name="Google Shape;1583;p38"/>
              <p:cNvCxnSpPr>
                <a:stCxn id="1560" idx="4"/>
                <a:endCxn id="156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4" name="Google Shape;1584;p38"/>
              <p:cNvCxnSpPr>
                <a:stCxn id="1559" idx="6"/>
                <a:endCxn id="156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85" name="Google Shape;1585;p38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86" name="Google Shape;1586;p38"/>
              <p:cNvCxnSpPr>
                <a:stCxn id="1566" idx="4"/>
                <a:endCxn id="158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7" name="Google Shape;1587;p38"/>
              <p:cNvCxnSpPr>
                <a:stCxn id="1585" idx="2"/>
                <a:endCxn id="156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8" name="Google Shape;1588;p38"/>
              <p:cNvCxnSpPr>
                <a:stCxn id="1585" idx="0"/>
                <a:endCxn id="156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9" name="Google Shape;1589;p38"/>
              <p:cNvCxnSpPr>
                <a:stCxn id="1585" idx="1"/>
                <a:endCxn id="156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90" name="Google Shape;1590;p38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91" name="Google Shape;1591;p38"/>
              <p:cNvCxnSpPr>
                <a:stCxn id="1585" idx="2"/>
                <a:endCxn id="159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2" name="Google Shape;1592;p38"/>
              <p:cNvCxnSpPr>
                <a:stCxn id="1590" idx="1"/>
                <a:endCxn id="156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9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95" name="Google Shape;1595;p39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6" name="Google Shape;1596;p39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97" name="Google Shape;1597;p39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598" name="Google Shape;1598;p39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599" name="Google Shape;1599;p39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0" name="Google Shape;1600;p39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1" name="Google Shape;1601;p39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2" name="Google Shape;1602;p39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3" name="Google Shape;1603;p39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4" name="Google Shape;1604;p39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5" name="Google Shape;1605;p39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6" name="Google Shape;1606;p39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07" name="Google Shape;1607;p39"/>
              <p:cNvCxnSpPr>
                <a:stCxn id="1603" idx="5"/>
                <a:endCxn id="160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8" name="Google Shape;1608;p39"/>
              <p:cNvCxnSpPr>
                <a:stCxn id="1604" idx="4"/>
                <a:endCxn id="160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9" name="Google Shape;1609;p39"/>
              <p:cNvCxnSpPr>
                <a:stCxn id="1599" idx="6"/>
                <a:endCxn id="160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0" name="Google Shape;1610;p39"/>
              <p:cNvCxnSpPr>
                <a:stCxn id="1603" idx="7"/>
                <a:endCxn id="160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1" name="Google Shape;1611;p39"/>
              <p:cNvCxnSpPr>
                <a:stCxn id="1604" idx="6"/>
                <a:endCxn id="160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2" name="Google Shape;1612;p39"/>
              <p:cNvCxnSpPr>
                <a:stCxn id="1602" idx="7"/>
                <a:endCxn id="160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3" name="Google Shape;1613;p39"/>
              <p:cNvCxnSpPr>
                <a:stCxn id="1599" idx="6"/>
                <a:endCxn id="160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4" name="Google Shape;1614;p39"/>
              <p:cNvCxnSpPr>
                <a:stCxn id="1605" idx="6"/>
                <a:endCxn id="160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5" name="Google Shape;1615;p39"/>
              <p:cNvCxnSpPr>
                <a:stCxn id="1605" idx="6"/>
                <a:endCxn id="160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6" name="Google Shape;1616;p39"/>
              <p:cNvCxnSpPr>
                <a:stCxn id="1601" idx="7"/>
                <a:endCxn id="160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7" name="Google Shape;1617;p39"/>
              <p:cNvCxnSpPr>
                <a:stCxn id="1602" idx="6"/>
                <a:endCxn id="160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8" name="Google Shape;1618;p39"/>
              <p:cNvCxnSpPr>
                <a:stCxn id="1606" idx="0"/>
                <a:endCxn id="160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9" name="Google Shape;1619;p39"/>
              <p:cNvCxnSpPr>
                <a:stCxn id="1604" idx="5"/>
                <a:endCxn id="160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0" name="Google Shape;1620;p39"/>
              <p:cNvCxnSpPr>
                <a:stCxn id="1603" idx="6"/>
                <a:endCxn id="160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1" name="Google Shape;1621;p39"/>
              <p:cNvCxnSpPr>
                <a:stCxn id="1603" idx="4"/>
                <a:endCxn id="160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22" name="Google Shape;1622;p39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23" name="Google Shape;1623;p39"/>
              <p:cNvCxnSpPr>
                <a:stCxn id="1606" idx="4"/>
                <a:endCxn id="162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4" name="Google Shape;1624;p39"/>
              <p:cNvCxnSpPr>
                <a:stCxn id="1622" idx="1"/>
                <a:endCxn id="160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5" name="Google Shape;1625;p39"/>
              <p:cNvCxnSpPr>
                <a:stCxn id="1622" idx="1"/>
                <a:endCxn id="160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26" name="Google Shape;1626;p39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27" name="Google Shape;1627;p39"/>
              <p:cNvCxnSpPr>
                <a:stCxn id="1604" idx="0"/>
                <a:endCxn id="162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8" name="Google Shape;1628;p39"/>
              <p:cNvCxnSpPr>
                <a:stCxn id="1600" idx="0"/>
                <a:endCxn id="162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29" name="Google Shape;1629;p39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630" name="Google Shape;1630;p39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1" name="Google Shape;1631;p39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2" name="Google Shape;1632;p39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3" name="Google Shape;1633;p39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4" name="Google Shape;1634;p39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5" name="Google Shape;1635;p39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6" name="Google Shape;1636;p39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7" name="Google Shape;1637;p39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38" name="Google Shape;1638;p39"/>
              <p:cNvCxnSpPr>
                <a:stCxn id="1634" idx="5"/>
                <a:endCxn id="163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9" name="Google Shape;1639;p39"/>
              <p:cNvCxnSpPr>
                <a:stCxn id="1635" idx="4"/>
                <a:endCxn id="163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0" name="Google Shape;1640;p39"/>
              <p:cNvCxnSpPr>
                <a:stCxn id="1630" idx="6"/>
                <a:endCxn id="163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1" name="Google Shape;1641;p39"/>
              <p:cNvCxnSpPr>
                <a:stCxn id="1630" idx="0"/>
                <a:endCxn id="163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2" name="Google Shape;1642;p39"/>
              <p:cNvCxnSpPr>
                <a:stCxn id="1634" idx="7"/>
                <a:endCxn id="163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3" name="Google Shape;1643;p39"/>
              <p:cNvCxnSpPr>
                <a:stCxn id="1635" idx="6"/>
                <a:endCxn id="163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4" name="Google Shape;1644;p39"/>
              <p:cNvCxnSpPr>
                <a:stCxn id="1633" idx="7"/>
                <a:endCxn id="163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5" name="Google Shape;1645;p39"/>
              <p:cNvCxnSpPr>
                <a:stCxn id="1630" idx="5"/>
                <a:endCxn id="163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6" name="Google Shape;1646;p39"/>
              <p:cNvCxnSpPr>
                <a:stCxn id="1636" idx="7"/>
                <a:endCxn id="163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7" name="Google Shape;1647;p39"/>
              <p:cNvCxnSpPr>
                <a:stCxn id="1636" idx="7"/>
                <a:endCxn id="163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8" name="Google Shape;1648;p39"/>
              <p:cNvCxnSpPr>
                <a:stCxn id="1632" idx="0"/>
                <a:endCxn id="163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9" name="Google Shape;1649;p39"/>
              <p:cNvCxnSpPr>
                <a:stCxn id="1637" idx="1"/>
                <a:endCxn id="163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0" name="Google Shape;1650;p39"/>
              <p:cNvCxnSpPr>
                <a:stCxn id="1634" idx="6"/>
                <a:endCxn id="163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1" name="Google Shape;1651;p39"/>
              <p:cNvCxnSpPr>
                <a:stCxn id="1631" idx="4"/>
                <a:endCxn id="163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52" name="Google Shape;1652;p39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53" name="Google Shape;1653;p39"/>
              <p:cNvCxnSpPr>
                <a:stCxn id="1637" idx="2"/>
                <a:endCxn id="165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4" name="Google Shape;1654;p39"/>
              <p:cNvCxnSpPr>
                <a:stCxn id="1652" idx="2"/>
                <a:endCxn id="163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5" name="Google Shape;1655;p39"/>
              <p:cNvCxnSpPr>
                <a:stCxn id="1652" idx="0"/>
                <a:endCxn id="163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6" name="Google Shape;1656;p39"/>
              <p:cNvCxnSpPr>
                <a:stCxn id="1652" idx="1"/>
                <a:endCxn id="163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57" name="Google Shape;1657;p39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58" name="Google Shape;1658;p39"/>
              <p:cNvCxnSpPr>
                <a:stCxn id="1632" idx="3"/>
                <a:endCxn id="165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9" name="Google Shape;1659;p39"/>
              <p:cNvCxnSpPr>
                <a:stCxn id="1657" idx="0"/>
                <a:endCxn id="163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0" name="Google Shape;1660;p39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61" name="Google Shape;1661;p39"/>
              <p:cNvCxnSpPr>
                <a:stCxn id="1630" idx="6"/>
                <a:endCxn id="166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2" name="Google Shape;1662;p39"/>
              <p:cNvCxnSpPr>
                <a:stCxn id="1636" idx="0"/>
                <a:endCxn id="166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3" name="Google Shape;1663;p39"/>
              <p:cNvCxnSpPr>
                <a:stCxn id="1660" idx="6"/>
                <a:endCxn id="163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4" name="Google Shape;1664;p39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65" name="Google Shape;1665;p39"/>
              <p:cNvCxnSpPr>
                <a:stCxn id="1657" idx="5"/>
                <a:endCxn id="166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6" name="Google Shape;1666;p39"/>
              <p:cNvCxnSpPr>
                <a:stCxn id="1664" idx="7"/>
                <a:endCxn id="163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7" name="Google Shape;1667;p39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68" name="Google Shape;1668;p39"/>
              <p:cNvCxnSpPr>
                <a:stCxn id="1657" idx="0"/>
                <a:endCxn id="166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9" name="Google Shape;1669;p39"/>
              <p:cNvCxnSpPr>
                <a:stCxn id="1667" idx="1"/>
                <a:endCxn id="163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0" name="Google Shape;1670;p39"/>
              <p:cNvCxnSpPr>
                <a:stCxn id="1667" idx="6"/>
                <a:endCxn id="163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3" name="Google Shape;1673;p40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74" name="Google Shape;1674;p40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675" name="Google Shape;1675;p40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676" name="Google Shape;1676;p40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77" name="Google Shape;1677;p40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78" name="Google Shape;1678;p40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79" name="Google Shape;1679;p40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0" name="Google Shape;1680;p40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1" name="Google Shape;1681;p40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2" name="Google Shape;1682;p40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3" name="Google Shape;1683;p40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684" name="Google Shape;1684;p40"/>
              <p:cNvCxnSpPr>
                <a:stCxn id="1680" idx="5"/>
                <a:endCxn id="167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5" name="Google Shape;1685;p40"/>
              <p:cNvCxnSpPr>
                <a:stCxn id="1681" idx="4"/>
                <a:endCxn id="167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6" name="Google Shape;1686;p40"/>
              <p:cNvCxnSpPr>
                <a:stCxn id="1676" idx="6"/>
                <a:endCxn id="168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7" name="Google Shape;1687;p40"/>
              <p:cNvCxnSpPr>
                <a:stCxn id="1680" idx="7"/>
                <a:endCxn id="168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8" name="Google Shape;1688;p40"/>
              <p:cNvCxnSpPr>
                <a:stCxn id="1681" idx="6"/>
                <a:endCxn id="167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9" name="Google Shape;1689;p40"/>
              <p:cNvCxnSpPr>
                <a:stCxn id="1679" idx="7"/>
                <a:endCxn id="167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0" name="Google Shape;1690;p40"/>
              <p:cNvCxnSpPr>
                <a:stCxn id="1676" idx="6"/>
                <a:endCxn id="168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1" name="Google Shape;1691;p40"/>
              <p:cNvCxnSpPr>
                <a:stCxn id="1682" idx="6"/>
                <a:endCxn id="167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2" name="Google Shape;1692;p40"/>
              <p:cNvCxnSpPr>
                <a:stCxn id="1682" idx="5"/>
                <a:endCxn id="167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3" name="Google Shape;1693;p40"/>
              <p:cNvCxnSpPr>
                <a:stCxn id="1678" idx="0"/>
                <a:endCxn id="167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4" name="Google Shape;1694;p40"/>
              <p:cNvCxnSpPr>
                <a:stCxn id="1678" idx="7"/>
                <a:endCxn id="168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5" name="Google Shape;1695;p40"/>
              <p:cNvCxnSpPr>
                <a:stCxn id="1679" idx="6"/>
                <a:endCxn id="168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6" name="Google Shape;1696;p40"/>
              <p:cNvCxnSpPr>
                <a:stCxn id="1683" idx="0"/>
                <a:endCxn id="167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7" name="Google Shape;1697;p40"/>
              <p:cNvCxnSpPr>
                <a:stCxn id="1681" idx="5"/>
                <a:endCxn id="168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8" name="Google Shape;1698;p40"/>
              <p:cNvCxnSpPr>
                <a:stCxn id="1680" idx="6"/>
                <a:endCxn id="168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9" name="Google Shape;1699;p40"/>
              <p:cNvCxnSpPr>
                <a:stCxn id="1680" idx="4"/>
                <a:endCxn id="167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0" name="Google Shape;1700;p40"/>
              <p:cNvCxnSpPr>
                <a:stCxn id="1677" idx="4"/>
                <a:endCxn id="167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1" name="Google Shape;1701;p40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02" name="Google Shape;1702;p40"/>
              <p:cNvCxnSpPr>
                <a:stCxn id="1683" idx="4"/>
                <a:endCxn id="170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3" name="Google Shape;1703;p40"/>
              <p:cNvCxnSpPr>
                <a:stCxn id="1701" idx="1"/>
                <a:endCxn id="167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4" name="Google Shape;1704;p40"/>
              <p:cNvCxnSpPr>
                <a:stCxn id="1701" idx="0"/>
                <a:endCxn id="167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5" name="Google Shape;1705;p40"/>
              <p:cNvCxnSpPr>
                <a:stCxn id="1701" idx="1"/>
                <a:endCxn id="167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6" name="Google Shape;1706;p40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07" name="Google Shape;1707;p40"/>
              <p:cNvCxnSpPr>
                <a:stCxn id="1701" idx="2"/>
                <a:endCxn id="170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8" name="Google Shape;1708;p40"/>
              <p:cNvCxnSpPr>
                <a:stCxn id="1706" idx="1"/>
                <a:endCxn id="168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9" name="Google Shape;1709;p40"/>
              <p:cNvCxnSpPr>
                <a:stCxn id="1706" idx="7"/>
                <a:endCxn id="167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10" name="Google Shape;1710;p40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711" name="Google Shape;1711;p40"/>
              <p:cNvCxnSpPr>
                <a:stCxn id="1712" idx="6"/>
                <a:endCxn id="171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13" name="Google Shape;1713;p40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4" name="Google Shape;1714;p40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5" name="Google Shape;1715;p40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6" name="Google Shape;1716;p40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7" name="Google Shape;1717;p40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18" name="Google Shape;1718;p40"/>
              <p:cNvCxnSpPr>
                <a:stCxn id="1717" idx="4"/>
                <a:endCxn id="171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9" name="Google Shape;1719;p40"/>
              <p:cNvCxnSpPr>
                <a:stCxn id="1716" idx="4"/>
                <a:endCxn id="171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0" name="Google Shape;1720;p40"/>
              <p:cNvCxnSpPr>
                <a:stCxn id="1716" idx="5"/>
                <a:endCxn id="171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1" name="Google Shape;1721;p40"/>
              <p:cNvCxnSpPr>
                <a:stCxn id="1716" idx="0"/>
                <a:endCxn id="171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2" name="Google Shape;1722;p40"/>
              <p:cNvCxnSpPr>
                <a:stCxn id="1716" idx="7"/>
                <a:endCxn id="171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3" name="Google Shape;1723;p40"/>
              <p:cNvCxnSpPr>
                <a:stCxn id="1714" idx="5"/>
                <a:endCxn id="171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40"/>
              <p:cNvCxnSpPr>
                <a:stCxn id="1714" idx="6"/>
                <a:endCxn id="171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5" name="Google Shape;1725;p40"/>
              <p:cNvCxnSpPr>
                <a:stCxn id="1726" idx="1"/>
                <a:endCxn id="171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7" name="Google Shape;1727;p40"/>
              <p:cNvCxnSpPr>
                <a:stCxn id="1717" idx="0"/>
                <a:endCxn id="171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8" name="Google Shape;1728;p40"/>
              <p:cNvCxnSpPr>
                <a:stCxn id="1717" idx="0"/>
                <a:endCxn id="172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9" name="Google Shape;1729;p40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30" name="Google Shape;1730;p40"/>
              <p:cNvCxnSpPr>
                <a:stCxn id="1714" idx="5"/>
                <a:endCxn id="172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1" name="Google Shape;1731;p40"/>
              <p:cNvCxnSpPr>
                <a:stCxn id="1726" idx="7"/>
                <a:endCxn id="172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40"/>
              <p:cNvCxnSpPr>
                <a:stCxn id="1729" idx="6"/>
                <a:endCxn id="171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3" name="Google Shape;1733;p40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34" name="Google Shape;1734;p40"/>
              <p:cNvCxnSpPr>
                <a:stCxn id="1733" idx="0"/>
                <a:endCxn id="171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5" name="Google Shape;1735;p40"/>
              <p:cNvCxnSpPr>
                <a:stCxn id="1733" idx="6"/>
                <a:endCxn id="171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6" name="Google Shape;1736;p40"/>
              <p:cNvCxnSpPr>
                <a:stCxn id="1733" idx="5"/>
                <a:endCxn id="171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7" name="Google Shape;1737;p40"/>
              <p:cNvCxnSpPr>
                <a:stCxn id="1733" idx="5"/>
                <a:endCxn id="171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6" name="Google Shape;1726;p40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2" name="Google Shape;1712;p40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738" name="Google Shape;1738;p40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1739" name="Google Shape;1739;p40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40" name="Google Shape;1740;p40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41" name="Google Shape;1741;p40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42" name="Google Shape;1742;p40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5" name="Google Shape;1745;p41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6" name="Google Shape;1746;p41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7" name="Google Shape;1747;p41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48" name="Google Shape;1748;p41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749" name="Google Shape;1749;p41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750" name="Google Shape;1750;p41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751" name="Google Shape;1751;p41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2" name="Google Shape;1752;p41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3" name="Google Shape;1753;p41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4" name="Google Shape;1754;p41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5" name="Google Shape;1755;p41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6" name="Google Shape;1756;p41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7" name="Google Shape;1757;p41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8" name="Google Shape;1758;p41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59" name="Google Shape;1759;p41"/>
              <p:cNvCxnSpPr>
                <a:stCxn id="1755" idx="5"/>
                <a:endCxn id="175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0" name="Google Shape;1760;p41"/>
              <p:cNvCxnSpPr>
                <a:stCxn id="1756" idx="4"/>
                <a:endCxn id="175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1" name="Google Shape;1761;p41"/>
              <p:cNvCxnSpPr>
                <a:stCxn id="1751" idx="6"/>
                <a:endCxn id="175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2" name="Google Shape;1762;p41"/>
              <p:cNvCxnSpPr>
                <a:stCxn id="1755" idx="7"/>
                <a:endCxn id="175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3" name="Google Shape;1763;p41"/>
              <p:cNvCxnSpPr>
                <a:stCxn id="1756" idx="6"/>
                <a:endCxn id="175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4" name="Google Shape;1764;p41"/>
              <p:cNvCxnSpPr>
                <a:stCxn id="1754" idx="7"/>
                <a:endCxn id="175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5" name="Google Shape;1765;p41"/>
              <p:cNvCxnSpPr>
                <a:stCxn id="1751" idx="6"/>
                <a:endCxn id="175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6" name="Google Shape;1766;p41"/>
              <p:cNvCxnSpPr>
                <a:stCxn id="1757" idx="6"/>
                <a:endCxn id="175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7" name="Google Shape;1767;p41"/>
              <p:cNvCxnSpPr>
                <a:stCxn id="1757" idx="5"/>
                <a:endCxn id="175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41"/>
              <p:cNvCxnSpPr>
                <a:stCxn id="1753" idx="0"/>
                <a:endCxn id="175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9" name="Google Shape;1769;p41"/>
              <p:cNvCxnSpPr>
                <a:stCxn id="1753" idx="7"/>
                <a:endCxn id="175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0" name="Google Shape;1770;p41"/>
              <p:cNvCxnSpPr>
                <a:stCxn id="1754" idx="6"/>
                <a:endCxn id="175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1" name="Google Shape;1771;p41"/>
              <p:cNvCxnSpPr>
                <a:stCxn id="1758" idx="0"/>
                <a:endCxn id="175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2" name="Google Shape;1772;p41"/>
              <p:cNvCxnSpPr>
                <a:stCxn id="1756" idx="5"/>
                <a:endCxn id="175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3" name="Google Shape;1773;p41"/>
              <p:cNvCxnSpPr>
                <a:stCxn id="1755" idx="6"/>
                <a:endCxn id="175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4" name="Google Shape;1774;p41"/>
              <p:cNvCxnSpPr>
                <a:stCxn id="1755" idx="4"/>
                <a:endCxn id="175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5" name="Google Shape;1775;p41"/>
              <p:cNvCxnSpPr>
                <a:stCxn id="1752" idx="4"/>
                <a:endCxn id="175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76" name="Google Shape;1776;p41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77" name="Google Shape;1777;p41"/>
              <p:cNvCxnSpPr>
                <a:stCxn id="1758" idx="4"/>
                <a:endCxn id="177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8" name="Google Shape;1778;p41"/>
              <p:cNvCxnSpPr>
                <a:stCxn id="1776" idx="1"/>
                <a:endCxn id="175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9" name="Google Shape;1779;p41"/>
              <p:cNvCxnSpPr>
                <a:stCxn id="1776" idx="0"/>
                <a:endCxn id="175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0" name="Google Shape;1780;p41"/>
              <p:cNvCxnSpPr>
                <a:stCxn id="1776" idx="1"/>
                <a:endCxn id="175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81" name="Google Shape;1781;p41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82" name="Google Shape;1782;p41"/>
              <p:cNvCxnSpPr>
                <a:stCxn id="1776" idx="2"/>
                <a:endCxn id="178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3" name="Google Shape;1783;p41"/>
              <p:cNvCxnSpPr>
                <a:stCxn id="1781" idx="1"/>
                <a:endCxn id="175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4" name="Google Shape;1784;p41"/>
              <p:cNvCxnSpPr>
                <a:stCxn id="1781" idx="7"/>
                <a:endCxn id="175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85" name="Google Shape;1785;p41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786" name="Google Shape;1786;p41"/>
              <p:cNvCxnSpPr>
                <a:stCxn id="1787" idx="6"/>
                <a:endCxn id="178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88" name="Google Shape;1788;p41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89" name="Google Shape;1789;p41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90" name="Google Shape;1790;p41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91" name="Google Shape;1791;p41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92" name="Google Shape;1792;p41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93" name="Google Shape;1793;p41"/>
              <p:cNvCxnSpPr>
                <a:stCxn id="1792" idx="4"/>
                <a:endCxn id="179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4" name="Google Shape;1794;p41"/>
              <p:cNvCxnSpPr>
                <a:stCxn id="1791" idx="4"/>
                <a:endCxn id="179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5" name="Google Shape;1795;p41"/>
              <p:cNvCxnSpPr>
                <a:stCxn id="1791" idx="5"/>
                <a:endCxn id="179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6" name="Google Shape;1796;p41"/>
              <p:cNvCxnSpPr>
                <a:stCxn id="1791" idx="0"/>
                <a:endCxn id="178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7" name="Google Shape;1797;p41"/>
              <p:cNvCxnSpPr>
                <a:stCxn id="1791" idx="7"/>
                <a:endCxn id="178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8" name="Google Shape;1798;p41"/>
              <p:cNvCxnSpPr>
                <a:stCxn id="1789" idx="5"/>
                <a:endCxn id="178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9" name="Google Shape;1799;p41"/>
              <p:cNvCxnSpPr>
                <a:stCxn id="1789" idx="6"/>
                <a:endCxn id="178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0" name="Google Shape;1800;p41"/>
              <p:cNvCxnSpPr>
                <a:stCxn id="1801" idx="1"/>
                <a:endCxn id="178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2" name="Google Shape;1802;p41"/>
              <p:cNvCxnSpPr>
                <a:stCxn id="1792" idx="0"/>
                <a:endCxn id="178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3" name="Google Shape;1803;p41"/>
              <p:cNvCxnSpPr>
                <a:stCxn id="1792" idx="0"/>
                <a:endCxn id="180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04" name="Google Shape;1804;p41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05" name="Google Shape;1805;p41"/>
              <p:cNvCxnSpPr>
                <a:stCxn id="1789" idx="5"/>
                <a:endCxn id="180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6" name="Google Shape;1806;p41"/>
              <p:cNvCxnSpPr>
                <a:stCxn id="1801" idx="7"/>
                <a:endCxn id="180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7" name="Google Shape;1807;p41"/>
              <p:cNvCxnSpPr>
                <a:stCxn id="1804" idx="6"/>
                <a:endCxn id="178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08" name="Google Shape;1808;p41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09" name="Google Shape;1809;p41"/>
              <p:cNvCxnSpPr>
                <a:stCxn id="1808" idx="0"/>
                <a:endCxn id="178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0" name="Google Shape;1810;p41"/>
              <p:cNvCxnSpPr>
                <a:stCxn id="1808" idx="6"/>
                <a:endCxn id="178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1" name="Google Shape;1811;p41"/>
              <p:cNvCxnSpPr>
                <a:stCxn id="1808" idx="5"/>
                <a:endCxn id="179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2" name="Google Shape;1812;p41"/>
              <p:cNvCxnSpPr>
                <a:stCxn id="1808" idx="5"/>
                <a:endCxn id="179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01" name="Google Shape;1801;p41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87" name="Google Shape;1787;p41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813" name="Google Shape;1813;p41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814" name="Google Shape;1814;p41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815" name="Google Shape;1815;p41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16" name="Google Shape;1816;p4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17" name="Google Shape;1817;p4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18" name="Google Shape;1818;p4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19" name="Google Shape;1819;p41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820" name="Google Shape;1820;p4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21" name="Google Shape;1821;p4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22" name="Google Shape;1822;p4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25" name="Google Shape;1825;p42"/>
          <p:cNvCxnSpPr>
            <a:stCxn id="1826" idx="6"/>
            <a:endCxn id="182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28" name="Google Shape;1828;p42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1829" name="Google Shape;1829;p42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1830" name="Google Shape;1830;p42"/>
              <p:cNvCxnSpPr>
                <a:stCxn id="1827" idx="7"/>
                <a:endCxn id="183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31" name="Google Shape;1831;p42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32" name="Google Shape;1832;p42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33" name="Google Shape;1833;p42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27" name="Google Shape;1827;p42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34" name="Google Shape;1834;p42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36" name="Google Shape;1836;p42"/>
              <p:cNvCxnSpPr>
                <a:stCxn id="1835" idx="4"/>
                <a:endCxn id="183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7" name="Google Shape;1837;p42"/>
              <p:cNvCxnSpPr>
                <a:stCxn id="1834" idx="4"/>
                <a:endCxn id="183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8" name="Google Shape;1838;p42"/>
              <p:cNvCxnSpPr>
                <a:stCxn id="1834" idx="5"/>
                <a:endCxn id="183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9" name="Google Shape;1839;p42"/>
              <p:cNvCxnSpPr>
                <a:stCxn id="1834" idx="0"/>
                <a:endCxn id="183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0" name="Google Shape;1840;p42"/>
              <p:cNvCxnSpPr>
                <a:stCxn id="1834" idx="0"/>
                <a:endCxn id="182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1" name="Google Shape;1841;p42"/>
              <p:cNvCxnSpPr>
                <a:stCxn id="1832" idx="5"/>
                <a:endCxn id="182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2" name="Google Shape;1842;p42"/>
              <p:cNvCxnSpPr>
                <a:stCxn id="1832" idx="6"/>
                <a:endCxn id="183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3" name="Google Shape;1843;p42"/>
              <p:cNvCxnSpPr>
                <a:stCxn id="1827" idx="1"/>
                <a:endCxn id="183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42"/>
              <p:cNvCxnSpPr>
                <a:stCxn id="1835" idx="0"/>
                <a:endCxn id="182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5" name="Google Shape;1845;p42"/>
              <p:cNvCxnSpPr>
                <a:stCxn id="1835" idx="0"/>
                <a:endCxn id="182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26" name="Google Shape;1826;p42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46" name="Google Shape;1846;p42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1847" name="Google Shape;1847;p42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54" name="Google Shape;1854;p42"/>
              <p:cNvCxnSpPr>
                <a:stCxn id="1853" idx="7"/>
                <a:endCxn id="184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5" name="Google Shape;1855;p42"/>
              <p:cNvCxnSpPr>
                <a:stCxn id="1848" idx="0"/>
                <a:endCxn id="185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6" name="Google Shape;1856;p42"/>
              <p:cNvCxnSpPr>
                <a:stCxn id="1853" idx="0"/>
                <a:endCxn id="185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7" name="Google Shape;1857;p42"/>
              <p:cNvCxnSpPr>
                <a:stCxn id="1849" idx="4"/>
                <a:endCxn id="185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8" name="Google Shape;1858;p42"/>
              <p:cNvCxnSpPr>
                <a:stCxn id="1851" idx="2"/>
                <a:endCxn id="184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9" name="Google Shape;1859;p42"/>
              <p:cNvCxnSpPr>
                <a:stCxn id="1850" idx="2"/>
                <a:endCxn id="184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0" name="Google Shape;1860;p42"/>
              <p:cNvCxnSpPr>
                <a:stCxn id="1847" idx="1"/>
                <a:endCxn id="185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1" name="Google Shape;1861;p42"/>
              <p:cNvCxnSpPr>
                <a:stCxn id="1847" idx="2"/>
                <a:endCxn id="185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2" name="Google Shape;1862;p42"/>
              <p:cNvCxnSpPr>
                <a:stCxn id="1850" idx="3"/>
                <a:endCxn id="185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3" name="Google Shape;1863;p42"/>
              <p:cNvCxnSpPr>
                <a:stCxn id="1851" idx="3"/>
                <a:endCxn id="184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64" name="Google Shape;1864;p42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65" name="Google Shape;1865;p42"/>
              <p:cNvCxnSpPr>
                <a:endCxn id="186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6" name="Google Shape;1866;p42"/>
              <p:cNvCxnSpPr>
                <a:stCxn id="1852" idx="3"/>
                <a:endCxn id="186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67" name="Google Shape;1867;p42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68" name="Google Shape;1868;p42"/>
              <p:cNvCxnSpPr>
                <a:stCxn id="1852" idx="1"/>
                <a:endCxn id="186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9" name="Google Shape;1869;p42"/>
              <p:cNvCxnSpPr>
                <a:stCxn id="1864" idx="0"/>
                <a:endCxn id="186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0" name="Google Shape;1870;p42"/>
              <p:cNvCxnSpPr>
                <a:stCxn id="1849" idx="2"/>
                <a:endCxn id="186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1" name="Google Shape;1871;p42"/>
              <p:cNvCxnSpPr>
                <a:stCxn id="1850" idx="2"/>
                <a:endCxn id="186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2" name="Google Shape;1872;p42"/>
              <p:cNvCxnSpPr>
                <a:stCxn id="1847" idx="2"/>
                <a:endCxn id="184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73" name="Google Shape;1873;p42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1874" name="Google Shape;1874;p42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1875" name="Google Shape;1875;p42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76" name="Google Shape;1876;p4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77" name="Google Shape;1877;p42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78" name="Google Shape;1878;p4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79" name="Google Shape;1879;p42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1880" name="Google Shape;1880;p4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81" name="Google Shape;1881;p4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82" name="Google Shape;1882;p4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43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5" name="Google Shape;1885;p43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86" name="Google Shape;1886;p43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887" name="Google Shape;1887;p43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1888" name="Google Shape;1888;p43"/>
            <p:cNvCxnSpPr>
              <a:stCxn id="1889" idx="7"/>
              <a:endCxn id="189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0" name="Google Shape;1890;p43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91" name="Google Shape;1891;p43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92" name="Google Shape;1892;p43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93" name="Google Shape;1893;p43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94" name="Google Shape;1894;p43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95" name="Google Shape;1895;p43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896" name="Google Shape;1896;p43"/>
            <p:cNvCxnSpPr>
              <a:stCxn id="1895" idx="4"/>
              <a:endCxn id="189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7" name="Google Shape;1897;p43"/>
            <p:cNvCxnSpPr>
              <a:stCxn id="1894" idx="4"/>
              <a:endCxn id="189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8" name="Google Shape;1898;p43"/>
            <p:cNvCxnSpPr>
              <a:stCxn id="1894" idx="5"/>
              <a:endCxn id="189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9" name="Google Shape;1899;p43"/>
            <p:cNvCxnSpPr>
              <a:stCxn id="1894" idx="0"/>
              <a:endCxn id="189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0" name="Google Shape;1900;p43"/>
            <p:cNvCxnSpPr>
              <a:stCxn id="1894" idx="7"/>
              <a:endCxn id="188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1" name="Google Shape;1901;p43"/>
            <p:cNvCxnSpPr>
              <a:stCxn id="1891" idx="5"/>
              <a:endCxn id="188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2" name="Google Shape;1902;p43"/>
            <p:cNvCxnSpPr>
              <a:stCxn id="1891" idx="6"/>
              <a:endCxn id="189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3" name="Google Shape;1903;p43"/>
            <p:cNvCxnSpPr>
              <a:stCxn id="1893" idx="2"/>
              <a:endCxn id="189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4" name="Google Shape;1904;p43"/>
            <p:cNvCxnSpPr>
              <a:stCxn id="1895" idx="0"/>
              <a:endCxn id="188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5" name="Google Shape;1905;p43"/>
            <p:cNvCxnSpPr>
              <a:stCxn id="1895" idx="0"/>
              <a:endCxn id="189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9" name="Google Shape;1889;p43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06" name="Google Shape;1906;p43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1907" name="Google Shape;1907;p43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08" name="Google Shape;1908;p43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09" name="Google Shape;1909;p43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10" name="Google Shape;1910;p43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44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13" name="Google Shape;1913;p44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1914" name="Google Shape;1914;p44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1915" name="Google Shape;1915;p44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6" name="Google Shape;1916;p44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7" name="Google Shape;1917;p44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8" name="Google Shape;1918;p44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9" name="Google Shape;1919;p44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20" name="Google Shape;1920;p44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21" name="Google Shape;1921;p44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22" name="Google Shape;1922;p44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23" name="Google Shape;1923;p44"/>
              <p:cNvCxnSpPr>
                <a:stCxn id="1919" idx="5"/>
                <a:endCxn id="191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4" name="Google Shape;1924;p44"/>
              <p:cNvCxnSpPr>
                <a:stCxn id="1920" idx="4"/>
                <a:endCxn id="191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5" name="Google Shape;1925;p44"/>
              <p:cNvCxnSpPr>
                <a:stCxn id="1915" idx="6"/>
                <a:endCxn id="191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6" name="Google Shape;1926;p44"/>
              <p:cNvCxnSpPr>
                <a:stCxn id="1915" idx="0"/>
                <a:endCxn id="191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7" name="Google Shape;1927;p44"/>
              <p:cNvCxnSpPr>
                <a:stCxn id="1919" idx="7"/>
                <a:endCxn id="192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8" name="Google Shape;1928;p44"/>
              <p:cNvCxnSpPr>
                <a:stCxn id="1920" idx="6"/>
                <a:endCxn id="191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9" name="Google Shape;1929;p44"/>
              <p:cNvCxnSpPr>
                <a:stCxn id="1918" idx="7"/>
                <a:endCxn id="191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0" name="Google Shape;1930;p44"/>
              <p:cNvCxnSpPr>
                <a:stCxn id="1915" idx="5"/>
                <a:endCxn id="192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1" name="Google Shape;1931;p44"/>
              <p:cNvCxnSpPr>
                <a:stCxn id="1921" idx="7"/>
                <a:endCxn id="191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2" name="Google Shape;1932;p44"/>
              <p:cNvCxnSpPr>
                <a:stCxn id="1921" idx="6"/>
                <a:endCxn id="191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3" name="Google Shape;1933;p44"/>
              <p:cNvCxnSpPr>
                <a:stCxn id="1917" idx="1"/>
                <a:endCxn id="191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4" name="Google Shape;1934;p44"/>
              <p:cNvCxnSpPr>
                <a:stCxn id="1922" idx="1"/>
                <a:endCxn id="191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5" name="Google Shape;1935;p44"/>
              <p:cNvCxnSpPr>
                <a:stCxn id="1919" idx="6"/>
                <a:endCxn id="192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6" name="Google Shape;1936;p44"/>
              <p:cNvCxnSpPr>
                <a:stCxn id="1916" idx="4"/>
                <a:endCxn id="191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7" name="Google Shape;1937;p44"/>
              <p:cNvCxnSpPr>
                <a:stCxn id="1915" idx="5"/>
                <a:endCxn id="191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38" name="Google Shape;1938;p44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39" name="Google Shape;1939;p44"/>
              <p:cNvCxnSpPr>
                <a:stCxn id="1922" idx="2"/>
                <a:endCxn id="193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0" name="Google Shape;1940;p44"/>
              <p:cNvCxnSpPr>
                <a:stCxn id="1938" idx="2"/>
                <a:endCxn id="191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1" name="Google Shape;1941;p44"/>
              <p:cNvCxnSpPr>
                <a:stCxn id="1938" idx="0"/>
                <a:endCxn id="191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2" name="Google Shape;1942;p44"/>
              <p:cNvCxnSpPr>
                <a:stCxn id="1938" idx="1"/>
                <a:endCxn id="191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3" name="Google Shape;1943;p44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44" name="Google Shape;1944;p44"/>
              <p:cNvCxnSpPr>
                <a:stCxn id="1917" idx="3"/>
                <a:endCxn id="194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44"/>
              <p:cNvCxnSpPr>
                <a:stCxn id="1943" idx="1"/>
                <a:endCxn id="192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46" name="Google Shape;1946;p44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1947" name="Google Shape;1947;p44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48" name="Google Shape;1948;p44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49" name="Google Shape;1949;p44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0" name="Google Shape;1950;p44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1" name="Google Shape;1951;p44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2" name="Google Shape;1952;p44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3" name="Google Shape;1953;p44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4" name="Google Shape;1954;p44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55" name="Google Shape;1955;p44"/>
              <p:cNvCxnSpPr>
                <a:stCxn id="1951" idx="5"/>
                <a:endCxn id="195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6" name="Google Shape;1956;p44"/>
              <p:cNvCxnSpPr>
                <a:stCxn id="1952" idx="4"/>
                <a:endCxn id="195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7" name="Google Shape;1957;p44"/>
              <p:cNvCxnSpPr>
                <a:stCxn id="1947" idx="6"/>
                <a:endCxn id="195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8" name="Google Shape;1958;p44"/>
              <p:cNvCxnSpPr>
                <a:stCxn id="1951" idx="7"/>
                <a:endCxn id="195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9" name="Google Shape;1959;p44"/>
              <p:cNvCxnSpPr>
                <a:stCxn id="1952" idx="6"/>
                <a:endCxn id="194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0" name="Google Shape;1960;p44"/>
              <p:cNvCxnSpPr>
                <a:stCxn id="1950" idx="7"/>
                <a:endCxn id="194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1" name="Google Shape;1961;p44"/>
              <p:cNvCxnSpPr>
                <a:stCxn id="1947" idx="6"/>
                <a:endCxn id="195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2" name="Google Shape;1962;p44"/>
              <p:cNvCxnSpPr>
                <a:stCxn id="1953" idx="7"/>
                <a:endCxn id="195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3" name="Google Shape;1963;p44"/>
              <p:cNvCxnSpPr>
                <a:stCxn id="1953" idx="5"/>
                <a:endCxn id="194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4" name="Google Shape;1964;p44"/>
              <p:cNvCxnSpPr>
                <a:stCxn id="1949" idx="0"/>
                <a:endCxn id="195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5" name="Google Shape;1965;p44"/>
              <p:cNvCxnSpPr>
                <a:stCxn id="1949" idx="7"/>
                <a:endCxn id="195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6" name="Google Shape;1966;p44"/>
              <p:cNvCxnSpPr>
                <a:stCxn id="1950" idx="6"/>
                <a:endCxn id="195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7" name="Google Shape;1967;p44"/>
              <p:cNvCxnSpPr>
                <a:stCxn id="1954" idx="0"/>
                <a:endCxn id="194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8" name="Google Shape;1968;p44"/>
              <p:cNvCxnSpPr>
                <a:stCxn id="1952" idx="5"/>
                <a:endCxn id="195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9" name="Google Shape;1969;p44"/>
              <p:cNvCxnSpPr>
                <a:stCxn id="1951" idx="6"/>
                <a:endCxn id="195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0" name="Google Shape;1970;p44"/>
              <p:cNvCxnSpPr>
                <a:stCxn id="1951" idx="4"/>
                <a:endCxn id="194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1" name="Google Shape;1971;p44"/>
              <p:cNvCxnSpPr>
                <a:stCxn id="1948" idx="4"/>
                <a:endCxn id="194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2" name="Google Shape;1972;p44"/>
              <p:cNvCxnSpPr>
                <a:stCxn id="1947" idx="6"/>
                <a:endCxn id="194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73" name="Google Shape;1973;p44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74" name="Google Shape;1974;p44"/>
              <p:cNvCxnSpPr>
                <a:stCxn id="1954" idx="4"/>
                <a:endCxn id="197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5" name="Google Shape;1975;p44"/>
              <p:cNvCxnSpPr>
                <a:stCxn id="1973" idx="2"/>
                <a:endCxn id="194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6" name="Google Shape;1976;p44"/>
              <p:cNvCxnSpPr>
                <a:stCxn id="1973" idx="0"/>
                <a:endCxn id="194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7" name="Google Shape;1977;p44"/>
              <p:cNvCxnSpPr>
                <a:stCxn id="1973" idx="1"/>
                <a:endCxn id="195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78" name="Google Shape;1978;p44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79" name="Google Shape;1979;p44"/>
              <p:cNvCxnSpPr>
                <a:stCxn id="1973" idx="2"/>
                <a:endCxn id="197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0" name="Google Shape;1980;p44"/>
              <p:cNvCxnSpPr>
                <a:stCxn id="1978" idx="1"/>
                <a:endCxn id="195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3" name="Google Shape;1983;p45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4" name="Google Shape;1984;p45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85" name="Google Shape;1985;p45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986" name="Google Shape;1986;p45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987" name="Google Shape;1987;p4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88" name="Google Shape;1988;p4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89" name="Google Shape;1989;p4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990" name="Google Shape;1990;p45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991" name="Google Shape;1991;p4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2" name="Google Shape;1992;p4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3" name="Google Shape;1993;p4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4" name="Google Shape;1994;p4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995" name="Google Shape;1995;p45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1996" name="Google Shape;1996;p45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997" name="Google Shape;1997;p45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8" name="Google Shape;1998;p45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9" name="Google Shape;1999;p45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00" name="Google Shape;2000;p45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01" name="Google Shape;2001;p45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02" name="Google Shape;2002;p45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03" name="Google Shape;2003;p45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04" name="Google Shape;2004;p45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05" name="Google Shape;2005;p45"/>
              <p:cNvCxnSpPr>
                <a:stCxn id="2001" idx="5"/>
                <a:endCxn id="200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6" name="Google Shape;2006;p45"/>
              <p:cNvCxnSpPr>
                <a:stCxn id="2002" idx="4"/>
                <a:endCxn id="200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7" name="Google Shape;2007;p45"/>
              <p:cNvCxnSpPr>
                <a:stCxn id="1997" idx="0"/>
                <a:endCxn id="200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8" name="Google Shape;2008;p45"/>
              <p:cNvCxnSpPr>
                <a:stCxn id="2001" idx="6"/>
                <a:endCxn id="200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9" name="Google Shape;2009;p45"/>
              <p:cNvCxnSpPr>
                <a:stCxn id="2002" idx="6"/>
                <a:endCxn id="199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0" name="Google Shape;2010;p45"/>
              <p:cNvCxnSpPr>
                <a:stCxn id="2000" idx="6"/>
                <a:endCxn id="199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1" name="Google Shape;2011;p45"/>
              <p:cNvCxnSpPr>
                <a:stCxn id="1997" idx="6"/>
                <a:endCxn id="200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2" name="Google Shape;2012;p45"/>
              <p:cNvCxnSpPr>
                <a:stCxn id="1997" idx="7"/>
                <a:endCxn id="200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3" name="Google Shape;2013;p45"/>
              <p:cNvCxnSpPr>
                <a:stCxn id="2003" idx="7"/>
                <a:endCxn id="199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4" name="Google Shape;2014;p45"/>
              <p:cNvCxnSpPr>
                <a:stCxn id="1999" idx="0"/>
                <a:endCxn id="200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5" name="Google Shape;2015;p45"/>
              <p:cNvCxnSpPr>
                <a:stCxn id="2004" idx="2"/>
                <a:endCxn id="199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6" name="Google Shape;2016;p45"/>
              <p:cNvCxnSpPr>
                <a:stCxn id="2002" idx="7"/>
                <a:endCxn id="200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17" name="Google Shape;2017;p45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18" name="Google Shape;2018;p45"/>
              <p:cNvCxnSpPr>
                <a:stCxn id="2004" idx="3"/>
                <a:endCxn id="201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9" name="Google Shape;2019;p45"/>
              <p:cNvCxnSpPr>
                <a:stCxn id="2017" idx="2"/>
                <a:endCxn id="199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0" name="Google Shape;2020;p45"/>
              <p:cNvCxnSpPr>
                <a:stCxn id="2017" idx="0"/>
                <a:endCxn id="199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1" name="Google Shape;2021;p45"/>
              <p:cNvCxnSpPr>
                <a:stCxn id="2017" idx="1"/>
                <a:endCxn id="200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22" name="Google Shape;2022;p45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23" name="Google Shape;2023;p45"/>
              <p:cNvCxnSpPr>
                <a:stCxn id="1999" idx="2"/>
                <a:endCxn id="202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4" name="Google Shape;2024;p45"/>
              <p:cNvCxnSpPr>
                <a:stCxn id="2022" idx="3"/>
                <a:endCxn id="199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5" name="Google Shape;2025;p45"/>
              <p:cNvCxnSpPr>
                <a:stCxn id="2000" idx="4"/>
                <a:endCxn id="202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26" name="Google Shape;2026;p45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27" name="Google Shape;2027;p45"/>
              <p:cNvCxnSpPr>
                <a:stCxn id="2000" idx="0"/>
                <a:endCxn id="202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8" name="Google Shape;2028;p45"/>
              <p:cNvCxnSpPr>
                <a:stCxn id="2001" idx="7"/>
                <a:endCxn id="202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029" name="Google Shape;2029;p45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2030" name="Google Shape;2030;p45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1" name="Google Shape;2031;p45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2" name="Google Shape;2032;p45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3" name="Google Shape;2033;p45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4" name="Google Shape;2034;p45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5" name="Google Shape;2035;p45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6" name="Google Shape;2036;p45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7" name="Google Shape;2037;p45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38" name="Google Shape;2038;p45"/>
              <p:cNvCxnSpPr>
                <a:stCxn id="2035" idx="4"/>
                <a:endCxn id="203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9" name="Google Shape;2039;p45"/>
              <p:cNvCxnSpPr>
                <a:stCxn id="2030" idx="7"/>
                <a:endCxn id="203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0" name="Google Shape;2040;p45"/>
              <p:cNvCxnSpPr>
                <a:stCxn id="2034" idx="7"/>
                <a:endCxn id="203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1" name="Google Shape;2041;p45"/>
              <p:cNvCxnSpPr>
                <a:stCxn id="2035" idx="6"/>
                <a:endCxn id="203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2" name="Google Shape;2042;p45"/>
              <p:cNvCxnSpPr>
                <a:stCxn id="2033" idx="7"/>
                <a:endCxn id="203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3" name="Google Shape;2043;p45"/>
              <p:cNvCxnSpPr>
                <a:stCxn id="2030" idx="6"/>
                <a:endCxn id="203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4" name="Google Shape;2044;p45"/>
              <p:cNvCxnSpPr>
                <a:stCxn id="2036" idx="0"/>
                <a:endCxn id="203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5" name="Google Shape;2045;p45"/>
              <p:cNvCxnSpPr>
                <a:stCxn id="2036" idx="5"/>
                <a:endCxn id="203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6" name="Google Shape;2046;p45"/>
              <p:cNvCxnSpPr>
                <a:stCxn id="2032" idx="0"/>
                <a:endCxn id="203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7" name="Google Shape;2047;p45"/>
              <p:cNvCxnSpPr>
                <a:stCxn id="2032" idx="7"/>
                <a:endCxn id="203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8" name="Google Shape;2048;p45"/>
              <p:cNvCxnSpPr>
                <a:stCxn id="2033" idx="6"/>
                <a:endCxn id="203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9" name="Google Shape;2049;p45"/>
              <p:cNvCxnSpPr>
                <a:stCxn id="2037" idx="0"/>
                <a:endCxn id="203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0" name="Google Shape;2050;p45"/>
              <p:cNvCxnSpPr>
                <a:stCxn id="2035" idx="5"/>
                <a:endCxn id="203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1" name="Google Shape;2051;p45"/>
              <p:cNvCxnSpPr>
                <a:stCxn id="2034" idx="6"/>
                <a:endCxn id="203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2" name="Google Shape;2052;p45"/>
              <p:cNvCxnSpPr>
                <a:stCxn id="2034" idx="5"/>
                <a:endCxn id="203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3" name="Google Shape;2053;p45"/>
              <p:cNvCxnSpPr>
                <a:stCxn id="2031" idx="4"/>
                <a:endCxn id="203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54" name="Google Shape;2054;p45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55" name="Google Shape;2055;p45"/>
              <p:cNvCxnSpPr>
                <a:stCxn id="2037" idx="4"/>
                <a:endCxn id="205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6" name="Google Shape;2056;p45"/>
              <p:cNvCxnSpPr>
                <a:stCxn id="2054" idx="1"/>
                <a:endCxn id="203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57" name="Google Shape;2057;p45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58" name="Google Shape;2058;p45"/>
              <p:cNvCxnSpPr>
                <a:stCxn id="2054" idx="2"/>
                <a:endCxn id="205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9" name="Google Shape;2059;p45"/>
              <p:cNvCxnSpPr>
                <a:stCxn id="2057" idx="1"/>
                <a:endCxn id="203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0" name="Google Shape;2060;p45"/>
              <p:cNvCxnSpPr>
                <a:stCxn id="2057" idx="7"/>
                <a:endCxn id="203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46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63" name="Google Shape;2063;p46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47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66" name="Google Shape;2066;p47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067" name="Google Shape;2067;p47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2068" name="Google Shape;2068;p47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2069" name="Google Shape;2069;p47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0" name="Google Shape;2070;p47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1" name="Google Shape;2071;p47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2" name="Google Shape;2072;p47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3" name="Google Shape;2073;p47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4" name="Google Shape;2074;p47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5" name="Google Shape;2075;p47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6" name="Google Shape;2076;p47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77" name="Google Shape;2077;p47"/>
              <p:cNvCxnSpPr>
                <a:stCxn id="2073" idx="5"/>
                <a:endCxn id="207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8" name="Google Shape;2078;p47"/>
              <p:cNvCxnSpPr>
                <a:stCxn id="2074" idx="4"/>
                <a:endCxn id="207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9" name="Google Shape;2079;p47"/>
              <p:cNvCxnSpPr>
                <a:stCxn id="2069" idx="6"/>
                <a:endCxn id="207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0" name="Google Shape;2080;p47"/>
              <p:cNvCxnSpPr>
                <a:stCxn id="2073" idx="7"/>
                <a:endCxn id="207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1" name="Google Shape;2081;p47"/>
              <p:cNvCxnSpPr>
                <a:stCxn id="2074" idx="6"/>
                <a:endCxn id="207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2" name="Google Shape;2082;p47"/>
              <p:cNvCxnSpPr>
                <a:stCxn id="2072" idx="7"/>
                <a:endCxn id="207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3" name="Google Shape;2083;p47"/>
              <p:cNvCxnSpPr>
                <a:stCxn id="2069" idx="6"/>
                <a:endCxn id="207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4" name="Google Shape;2084;p47"/>
              <p:cNvCxnSpPr>
                <a:stCxn id="2075" idx="6"/>
                <a:endCxn id="207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5" name="Google Shape;2085;p47"/>
              <p:cNvCxnSpPr>
                <a:stCxn id="2075" idx="6"/>
                <a:endCxn id="207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6" name="Google Shape;2086;p47"/>
              <p:cNvCxnSpPr>
                <a:stCxn id="2071" idx="7"/>
                <a:endCxn id="207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7" name="Google Shape;2087;p47"/>
              <p:cNvCxnSpPr>
                <a:stCxn id="2072" idx="6"/>
                <a:endCxn id="207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8" name="Google Shape;2088;p47"/>
              <p:cNvCxnSpPr>
                <a:stCxn id="2076" idx="0"/>
                <a:endCxn id="207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9" name="Google Shape;2089;p47"/>
              <p:cNvCxnSpPr>
                <a:stCxn id="2074" idx="5"/>
                <a:endCxn id="207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0" name="Google Shape;2090;p47"/>
              <p:cNvCxnSpPr>
                <a:stCxn id="2073" idx="6"/>
                <a:endCxn id="207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1" name="Google Shape;2091;p47"/>
              <p:cNvCxnSpPr>
                <a:stCxn id="2073" idx="4"/>
                <a:endCxn id="207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92" name="Google Shape;2092;p47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93" name="Google Shape;2093;p47"/>
              <p:cNvCxnSpPr>
                <a:stCxn id="2076" idx="4"/>
                <a:endCxn id="209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4" name="Google Shape;2094;p47"/>
              <p:cNvCxnSpPr>
                <a:stCxn id="2092" idx="1"/>
                <a:endCxn id="207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5" name="Google Shape;2095;p47"/>
              <p:cNvCxnSpPr>
                <a:stCxn id="2092" idx="1"/>
                <a:endCxn id="207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96" name="Google Shape;2096;p47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97" name="Google Shape;2097;p47"/>
              <p:cNvCxnSpPr>
                <a:stCxn id="2074" idx="0"/>
                <a:endCxn id="209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8" name="Google Shape;2098;p47"/>
              <p:cNvCxnSpPr>
                <a:stCxn id="2070" idx="0"/>
                <a:endCxn id="209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099" name="Google Shape;2099;p47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2100" name="Google Shape;2100;p47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1" name="Google Shape;2101;p47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2" name="Google Shape;2102;p47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3" name="Google Shape;2103;p47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4" name="Google Shape;2104;p47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5" name="Google Shape;2105;p47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6" name="Google Shape;2106;p47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7" name="Google Shape;2107;p47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08" name="Google Shape;2108;p47"/>
              <p:cNvCxnSpPr>
                <a:stCxn id="2104" idx="5"/>
                <a:endCxn id="210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9" name="Google Shape;2109;p47"/>
              <p:cNvCxnSpPr>
                <a:stCxn id="2105" idx="4"/>
                <a:endCxn id="210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0" name="Google Shape;2110;p47"/>
              <p:cNvCxnSpPr>
                <a:stCxn id="2100" idx="6"/>
                <a:endCxn id="210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1" name="Google Shape;2111;p47"/>
              <p:cNvCxnSpPr>
                <a:stCxn id="2100" idx="0"/>
                <a:endCxn id="210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2" name="Google Shape;2112;p47"/>
              <p:cNvCxnSpPr>
                <a:stCxn id="2104" idx="7"/>
                <a:endCxn id="210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3" name="Google Shape;2113;p47"/>
              <p:cNvCxnSpPr>
                <a:stCxn id="2105" idx="6"/>
                <a:endCxn id="210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4" name="Google Shape;2114;p47"/>
              <p:cNvCxnSpPr>
                <a:stCxn id="2103" idx="7"/>
                <a:endCxn id="210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5" name="Google Shape;2115;p47"/>
              <p:cNvCxnSpPr>
                <a:stCxn id="2100" idx="5"/>
                <a:endCxn id="210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6" name="Google Shape;2116;p47"/>
              <p:cNvCxnSpPr>
                <a:stCxn id="2106" idx="7"/>
                <a:endCxn id="210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7" name="Google Shape;2117;p47"/>
              <p:cNvCxnSpPr>
                <a:stCxn id="2106" idx="7"/>
                <a:endCxn id="210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8" name="Google Shape;2118;p47"/>
              <p:cNvCxnSpPr>
                <a:stCxn id="2102" idx="0"/>
                <a:endCxn id="210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9" name="Google Shape;2119;p47"/>
              <p:cNvCxnSpPr>
                <a:stCxn id="2107" idx="1"/>
                <a:endCxn id="210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0" name="Google Shape;2120;p47"/>
              <p:cNvCxnSpPr>
                <a:stCxn id="2104" idx="6"/>
                <a:endCxn id="210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1" name="Google Shape;2121;p47"/>
              <p:cNvCxnSpPr>
                <a:stCxn id="2101" idx="4"/>
                <a:endCxn id="210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22" name="Google Shape;2122;p47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23" name="Google Shape;2123;p47"/>
              <p:cNvCxnSpPr>
                <a:stCxn id="2107" idx="2"/>
                <a:endCxn id="212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4" name="Google Shape;2124;p47"/>
              <p:cNvCxnSpPr>
                <a:stCxn id="2122" idx="2"/>
                <a:endCxn id="210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5" name="Google Shape;2125;p47"/>
              <p:cNvCxnSpPr>
                <a:stCxn id="2122" idx="0"/>
                <a:endCxn id="210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6" name="Google Shape;2126;p47"/>
              <p:cNvCxnSpPr>
                <a:stCxn id="2122" idx="1"/>
                <a:endCxn id="210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27" name="Google Shape;2127;p47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28" name="Google Shape;2128;p47"/>
              <p:cNvCxnSpPr>
                <a:stCxn id="2102" idx="3"/>
                <a:endCxn id="212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9" name="Google Shape;2129;p47"/>
              <p:cNvCxnSpPr>
                <a:stCxn id="2127" idx="0"/>
                <a:endCxn id="210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0" name="Google Shape;2130;p47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31" name="Google Shape;2131;p47"/>
              <p:cNvCxnSpPr>
                <a:stCxn id="2100" idx="6"/>
                <a:endCxn id="213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2" name="Google Shape;2132;p47"/>
              <p:cNvCxnSpPr>
                <a:stCxn id="2106" idx="0"/>
                <a:endCxn id="213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3" name="Google Shape;2133;p47"/>
              <p:cNvCxnSpPr>
                <a:stCxn id="2130" idx="6"/>
                <a:endCxn id="210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4" name="Google Shape;2134;p47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35" name="Google Shape;2135;p47"/>
              <p:cNvCxnSpPr>
                <a:stCxn id="2127" idx="5"/>
                <a:endCxn id="213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6" name="Google Shape;2136;p47"/>
              <p:cNvCxnSpPr>
                <a:stCxn id="2134" idx="7"/>
                <a:endCxn id="210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7" name="Google Shape;2137;p47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38" name="Google Shape;2138;p47"/>
              <p:cNvCxnSpPr>
                <a:stCxn id="2127" idx="0"/>
                <a:endCxn id="213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9" name="Google Shape;2139;p47"/>
              <p:cNvCxnSpPr>
                <a:stCxn id="2137" idx="1"/>
                <a:endCxn id="210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0" name="Google Shape;2140;p47"/>
              <p:cNvCxnSpPr>
                <a:stCxn id="2137" idx="6"/>
                <a:endCxn id="210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4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44" name="Google Shape;2144;p4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2145" name="Google Shape;2145;p49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2146" name="Google Shape;2146;p4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47" name="Google Shape;2147;p4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48" name="Google Shape;2148;p4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149" name="Google Shape;2149;p49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2150" name="Google Shape;2150;p4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51" name="Google Shape;2151;p4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52" name="Google Shape;2152;p4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53" name="Google Shape;2153;p4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154" name="Google Shape;2154;p49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2155" name="Google Shape;2155;p4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2156" name="Google Shape;2156;p49"/>
              <p:cNvCxnSpPr>
                <a:stCxn id="2157" idx="6"/>
                <a:endCxn id="215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58" name="Google Shape;2158;p4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59" name="Google Shape;2159;p4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60" name="Google Shape;2160;p4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61" name="Google Shape;2161;p4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62" name="Google Shape;2162;p4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63" name="Google Shape;2163;p49"/>
              <p:cNvCxnSpPr>
                <a:stCxn id="2162" idx="4"/>
                <a:endCxn id="216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4" name="Google Shape;2164;p49"/>
              <p:cNvCxnSpPr>
                <a:stCxn id="2161" idx="4"/>
                <a:endCxn id="216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5" name="Google Shape;2165;p49"/>
              <p:cNvCxnSpPr>
                <a:stCxn id="2161" idx="5"/>
                <a:endCxn id="216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6" name="Google Shape;2166;p49"/>
              <p:cNvCxnSpPr>
                <a:stCxn id="2161" idx="0"/>
                <a:endCxn id="215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7" name="Google Shape;2167;p49"/>
              <p:cNvCxnSpPr>
                <a:stCxn id="2161" idx="7"/>
                <a:endCxn id="215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8" name="Google Shape;2168;p49"/>
              <p:cNvCxnSpPr>
                <a:stCxn id="2159" idx="5"/>
                <a:endCxn id="215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9" name="Google Shape;2169;p49"/>
              <p:cNvCxnSpPr>
                <a:stCxn id="2159" idx="6"/>
                <a:endCxn id="215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0" name="Google Shape;2170;p49"/>
              <p:cNvCxnSpPr>
                <a:stCxn id="2171" idx="1"/>
                <a:endCxn id="215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2" name="Google Shape;2172;p49"/>
              <p:cNvCxnSpPr>
                <a:stCxn id="2162" idx="0"/>
                <a:endCxn id="215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3" name="Google Shape;2173;p49"/>
              <p:cNvCxnSpPr>
                <a:stCxn id="2162" idx="0"/>
                <a:endCxn id="217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74" name="Google Shape;2174;p4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75" name="Google Shape;2175;p49"/>
              <p:cNvCxnSpPr>
                <a:stCxn id="2159" idx="5"/>
                <a:endCxn id="217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6" name="Google Shape;2176;p49"/>
              <p:cNvCxnSpPr>
                <a:stCxn id="2171" idx="7"/>
                <a:endCxn id="217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7" name="Google Shape;2177;p49"/>
              <p:cNvCxnSpPr>
                <a:stCxn id="2174" idx="6"/>
                <a:endCxn id="215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78" name="Google Shape;2178;p4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79" name="Google Shape;2179;p49"/>
              <p:cNvCxnSpPr>
                <a:stCxn id="2178" idx="0"/>
                <a:endCxn id="215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0" name="Google Shape;2180;p49"/>
              <p:cNvCxnSpPr>
                <a:stCxn id="2178" idx="6"/>
                <a:endCxn id="215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1" name="Google Shape;2181;p49"/>
              <p:cNvCxnSpPr>
                <a:stCxn id="2178" idx="5"/>
                <a:endCxn id="216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2" name="Google Shape;2182;p49"/>
              <p:cNvCxnSpPr>
                <a:stCxn id="2178" idx="5"/>
                <a:endCxn id="216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71" name="Google Shape;2171;p4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57" name="Google Shape;2157;p4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183" name="Google Shape;2183;p49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2184" name="Google Shape;2184;p4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5" name="Google Shape;2185;p4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6" name="Google Shape;2186;p4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7" name="Google Shape;2187;p4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8" name="Google Shape;2188;p4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9" name="Google Shape;2189;p4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90" name="Google Shape;2190;p4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91" name="Google Shape;2191;p4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92" name="Google Shape;2192;p49"/>
              <p:cNvCxnSpPr>
                <a:stCxn id="2188" idx="5"/>
                <a:endCxn id="218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3" name="Google Shape;2193;p49"/>
              <p:cNvCxnSpPr>
                <a:stCxn id="2189" idx="4"/>
                <a:endCxn id="218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4" name="Google Shape;2194;p49"/>
              <p:cNvCxnSpPr>
                <a:stCxn id="2184" idx="0"/>
                <a:endCxn id="218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5" name="Google Shape;2195;p49"/>
              <p:cNvCxnSpPr>
                <a:stCxn id="2188" idx="7"/>
                <a:endCxn id="218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6" name="Google Shape;2196;p49"/>
              <p:cNvCxnSpPr>
                <a:stCxn id="2189" idx="6"/>
                <a:endCxn id="218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7" name="Google Shape;2197;p49"/>
              <p:cNvCxnSpPr>
                <a:stCxn id="2187" idx="5"/>
                <a:endCxn id="218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8" name="Google Shape;2198;p49"/>
              <p:cNvCxnSpPr>
                <a:stCxn id="2184" idx="6"/>
                <a:endCxn id="219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9" name="Google Shape;2199;p49"/>
              <p:cNvCxnSpPr>
                <a:stCxn id="2184" idx="7"/>
                <a:endCxn id="218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0" name="Google Shape;2200;p49"/>
              <p:cNvCxnSpPr>
                <a:stCxn id="2190" idx="7"/>
                <a:endCxn id="218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1" name="Google Shape;2201;p49"/>
              <p:cNvCxnSpPr>
                <a:stCxn id="2186" idx="0"/>
                <a:endCxn id="218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2" name="Google Shape;2202;p49"/>
              <p:cNvCxnSpPr>
                <a:stCxn id="2191" idx="2"/>
                <a:endCxn id="218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3" name="Google Shape;2203;p49"/>
              <p:cNvCxnSpPr>
                <a:stCxn id="2188" idx="6"/>
                <a:endCxn id="219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4" name="Google Shape;2204;p4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05" name="Google Shape;2205;p49"/>
              <p:cNvCxnSpPr>
                <a:stCxn id="2191" idx="3"/>
                <a:endCxn id="220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6" name="Google Shape;2206;p49"/>
              <p:cNvCxnSpPr>
                <a:stCxn id="2204" idx="2"/>
                <a:endCxn id="218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7" name="Google Shape;2207;p49"/>
              <p:cNvCxnSpPr>
                <a:stCxn id="2204" idx="0"/>
                <a:endCxn id="218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8" name="Google Shape;2208;p49"/>
              <p:cNvCxnSpPr>
                <a:stCxn id="2204" idx="1"/>
                <a:endCxn id="218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9" name="Google Shape;2209;p4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10" name="Google Shape;2210;p49"/>
              <p:cNvCxnSpPr>
                <a:stCxn id="2186" idx="2"/>
                <a:endCxn id="220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1" name="Google Shape;2211;p49"/>
              <p:cNvCxnSpPr>
                <a:stCxn id="2209" idx="3"/>
                <a:endCxn id="218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2" name="Google Shape;2212;p49"/>
              <p:cNvCxnSpPr>
                <a:stCxn id="2187" idx="4"/>
                <a:endCxn id="220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5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15" name="Google Shape;2215;p50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2216" name="Google Shape;2216;p50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2217" name="Google Shape;2217;p5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18" name="Google Shape;2218;p5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19" name="Google Shape;2219;p5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220" name="Google Shape;2220;p50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2221" name="Google Shape;2221;p5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22" name="Google Shape;2222;p5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23" name="Google Shape;2223;p5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24" name="Google Shape;2224;p5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225" name="Google Shape;2225;p50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2226" name="Google Shape;2226;p50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2227" name="Google Shape;2227;p50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28" name="Google Shape;2228;p50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29" name="Google Shape;2229;p50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30" name="Google Shape;2230;p50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31" name="Google Shape;2231;p50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32" name="Google Shape;2232;p50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33" name="Google Shape;2233;p50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34" name="Google Shape;2234;p50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35" name="Google Shape;2235;p50"/>
              <p:cNvCxnSpPr>
                <a:stCxn id="2231" idx="5"/>
                <a:endCxn id="223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6" name="Google Shape;2236;p50"/>
              <p:cNvCxnSpPr>
                <a:stCxn id="2232" idx="4"/>
                <a:endCxn id="223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7" name="Google Shape;2237;p50"/>
              <p:cNvCxnSpPr>
                <a:stCxn id="2227" idx="0"/>
                <a:endCxn id="223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8" name="Google Shape;2238;p50"/>
              <p:cNvCxnSpPr>
                <a:stCxn id="2231" idx="6"/>
                <a:endCxn id="223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9" name="Google Shape;2239;p50"/>
              <p:cNvCxnSpPr>
                <a:stCxn id="2232" idx="6"/>
                <a:endCxn id="222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0" name="Google Shape;2240;p50"/>
              <p:cNvCxnSpPr>
                <a:stCxn id="2230" idx="6"/>
                <a:endCxn id="222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1" name="Google Shape;2241;p50"/>
              <p:cNvCxnSpPr>
                <a:stCxn id="2227" idx="6"/>
                <a:endCxn id="223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2" name="Google Shape;2242;p50"/>
              <p:cNvCxnSpPr>
                <a:stCxn id="2227" idx="7"/>
                <a:endCxn id="223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3" name="Google Shape;2243;p50"/>
              <p:cNvCxnSpPr>
                <a:stCxn id="2233" idx="7"/>
                <a:endCxn id="222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4" name="Google Shape;2244;p50"/>
              <p:cNvCxnSpPr>
                <a:stCxn id="2229" idx="0"/>
                <a:endCxn id="223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5" name="Google Shape;2245;p50"/>
              <p:cNvCxnSpPr>
                <a:stCxn id="2234" idx="2"/>
                <a:endCxn id="222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6" name="Google Shape;2246;p50"/>
              <p:cNvCxnSpPr>
                <a:stCxn id="2232" idx="7"/>
                <a:endCxn id="223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47" name="Google Shape;2247;p50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48" name="Google Shape;2248;p50"/>
              <p:cNvCxnSpPr>
                <a:stCxn id="2234" idx="3"/>
                <a:endCxn id="224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9" name="Google Shape;2249;p50"/>
              <p:cNvCxnSpPr>
                <a:stCxn id="2247" idx="2"/>
                <a:endCxn id="222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0" name="Google Shape;2250;p50"/>
              <p:cNvCxnSpPr>
                <a:stCxn id="2247" idx="0"/>
                <a:endCxn id="222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1" name="Google Shape;2251;p50"/>
              <p:cNvCxnSpPr>
                <a:stCxn id="2247" idx="1"/>
                <a:endCxn id="223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52" name="Google Shape;2252;p50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53" name="Google Shape;2253;p50"/>
              <p:cNvCxnSpPr>
                <a:stCxn id="2229" idx="2"/>
                <a:endCxn id="225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4" name="Google Shape;2254;p50"/>
              <p:cNvCxnSpPr>
                <a:stCxn id="2252" idx="3"/>
                <a:endCxn id="222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5" name="Google Shape;2255;p50"/>
              <p:cNvCxnSpPr>
                <a:stCxn id="2230" idx="4"/>
                <a:endCxn id="225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56" name="Google Shape;2256;p50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57" name="Google Shape;2257;p50"/>
              <p:cNvCxnSpPr>
                <a:stCxn id="2230" idx="0"/>
                <a:endCxn id="225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8" name="Google Shape;2258;p50"/>
              <p:cNvCxnSpPr>
                <a:stCxn id="2231" idx="7"/>
                <a:endCxn id="225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259" name="Google Shape;2259;p50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2260" name="Google Shape;2260;p50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1" name="Google Shape;2261;p50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2" name="Google Shape;2262;p50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3" name="Google Shape;2263;p50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4" name="Google Shape;2264;p50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5" name="Google Shape;2265;p50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6" name="Google Shape;2266;p50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67" name="Google Shape;2267;p50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68" name="Google Shape;2268;p50"/>
              <p:cNvCxnSpPr>
                <a:stCxn id="2265" idx="4"/>
                <a:endCxn id="226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9" name="Google Shape;2269;p50"/>
              <p:cNvCxnSpPr>
                <a:stCxn id="2260" idx="7"/>
                <a:endCxn id="226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0" name="Google Shape;2270;p50"/>
              <p:cNvCxnSpPr>
                <a:stCxn id="2264" idx="7"/>
                <a:endCxn id="226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1" name="Google Shape;2271;p50"/>
              <p:cNvCxnSpPr>
                <a:stCxn id="2265" idx="6"/>
                <a:endCxn id="226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2" name="Google Shape;2272;p50"/>
              <p:cNvCxnSpPr>
                <a:stCxn id="2263" idx="7"/>
                <a:endCxn id="226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3" name="Google Shape;2273;p50"/>
              <p:cNvCxnSpPr>
                <a:stCxn id="2260" idx="6"/>
                <a:endCxn id="226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4" name="Google Shape;2274;p50"/>
              <p:cNvCxnSpPr>
                <a:stCxn id="2266" idx="0"/>
                <a:endCxn id="226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5" name="Google Shape;2275;p50"/>
              <p:cNvCxnSpPr>
                <a:stCxn id="2266" idx="5"/>
                <a:endCxn id="226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6" name="Google Shape;2276;p50"/>
              <p:cNvCxnSpPr>
                <a:stCxn id="2262" idx="0"/>
                <a:endCxn id="226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7" name="Google Shape;2277;p50"/>
              <p:cNvCxnSpPr>
                <a:stCxn id="2262" idx="7"/>
                <a:endCxn id="226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8" name="Google Shape;2278;p50"/>
              <p:cNvCxnSpPr>
                <a:stCxn id="2263" idx="6"/>
                <a:endCxn id="226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9" name="Google Shape;2279;p50"/>
              <p:cNvCxnSpPr>
                <a:stCxn id="2267" idx="0"/>
                <a:endCxn id="226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0" name="Google Shape;2280;p50"/>
              <p:cNvCxnSpPr>
                <a:stCxn id="2265" idx="5"/>
                <a:endCxn id="226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1" name="Google Shape;2281;p50"/>
              <p:cNvCxnSpPr>
                <a:stCxn id="2264" idx="6"/>
                <a:endCxn id="226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2" name="Google Shape;2282;p50"/>
              <p:cNvCxnSpPr>
                <a:stCxn id="2264" idx="5"/>
                <a:endCxn id="226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3" name="Google Shape;2283;p50"/>
              <p:cNvCxnSpPr>
                <a:stCxn id="2261" idx="4"/>
                <a:endCxn id="226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84" name="Google Shape;2284;p50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85" name="Google Shape;2285;p50"/>
              <p:cNvCxnSpPr>
                <a:stCxn id="2267" idx="4"/>
                <a:endCxn id="228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6" name="Google Shape;2286;p50"/>
              <p:cNvCxnSpPr>
                <a:stCxn id="2284" idx="1"/>
                <a:endCxn id="226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87" name="Google Shape;2287;p50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88" name="Google Shape;2288;p50"/>
              <p:cNvCxnSpPr>
                <a:stCxn id="2284" idx="2"/>
                <a:endCxn id="228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9" name="Google Shape;2289;p50"/>
              <p:cNvCxnSpPr>
                <a:stCxn id="2287" idx="1"/>
                <a:endCxn id="226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0" name="Google Shape;2290;p50"/>
              <p:cNvCxnSpPr>
                <a:stCxn id="2287" idx="7"/>
                <a:endCxn id="226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5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93" name="Google Shape;2293;p51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2294" name="Google Shape;2294;p51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2295" name="Google Shape;2295;p5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96" name="Google Shape;2296;p5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97" name="Google Shape;2297;p5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298" name="Google Shape;2298;p51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2299" name="Google Shape;2299;p5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00" name="Google Shape;2300;p51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01" name="Google Shape;2301;p51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02" name="Google Shape;2302;p51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303" name="Google Shape;2303;p51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2304" name="Google Shape;2304;p51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2305" name="Google Shape;2305;p51"/>
              <p:cNvCxnSpPr>
                <a:stCxn id="2306" idx="7"/>
                <a:endCxn id="230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07" name="Google Shape;2307;p51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08" name="Google Shape;2308;p51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09" name="Google Shape;2309;p51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10" name="Google Shape;2310;p51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11" name="Google Shape;2311;p51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12" name="Google Shape;2312;p51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13" name="Google Shape;2313;p51"/>
              <p:cNvCxnSpPr>
                <a:stCxn id="2312" idx="4"/>
                <a:endCxn id="230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4" name="Google Shape;2314;p51"/>
              <p:cNvCxnSpPr>
                <a:stCxn id="2311" idx="4"/>
                <a:endCxn id="230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5" name="Google Shape;2315;p51"/>
              <p:cNvCxnSpPr>
                <a:stCxn id="2311" idx="5"/>
                <a:endCxn id="231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6" name="Google Shape;2316;p51"/>
              <p:cNvCxnSpPr>
                <a:stCxn id="2311" idx="0"/>
                <a:endCxn id="230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7" name="Google Shape;2317;p51"/>
              <p:cNvCxnSpPr>
                <a:stCxn id="2311" idx="7"/>
                <a:endCxn id="230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8" name="Google Shape;2318;p51"/>
              <p:cNvCxnSpPr>
                <a:stCxn id="2308" idx="5"/>
                <a:endCxn id="230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9" name="Google Shape;2319;p51"/>
              <p:cNvCxnSpPr>
                <a:stCxn id="2308" idx="6"/>
                <a:endCxn id="230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0" name="Google Shape;2320;p51"/>
              <p:cNvCxnSpPr>
                <a:stCxn id="2310" idx="2"/>
                <a:endCxn id="230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1" name="Google Shape;2321;p51"/>
              <p:cNvCxnSpPr>
                <a:stCxn id="2312" idx="0"/>
                <a:endCxn id="230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2" name="Google Shape;2322;p51"/>
              <p:cNvCxnSpPr>
                <a:stCxn id="2312" idx="0"/>
                <a:endCxn id="231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06" name="Google Shape;2306;p51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323" name="Google Shape;2323;p51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2324" name="Google Shape;2324;p51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25" name="Google Shape;2325;p51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26" name="Google Shape;2326;p51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27" name="Google Shape;2327;p51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28" name="Google Shape;2328;p51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29" name="Google Shape;2329;p51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30" name="Google Shape;2330;p51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31" name="Google Shape;2331;p51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32" name="Google Shape;2332;p51"/>
              <p:cNvCxnSpPr>
                <a:stCxn id="2328" idx="5"/>
                <a:endCxn id="232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3" name="Google Shape;2333;p51"/>
              <p:cNvCxnSpPr>
                <a:stCxn id="2329" idx="4"/>
                <a:endCxn id="232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4" name="Google Shape;2334;p51"/>
              <p:cNvCxnSpPr>
                <a:stCxn id="2324" idx="6"/>
                <a:endCxn id="232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5" name="Google Shape;2335;p51"/>
              <p:cNvCxnSpPr>
                <a:stCxn id="2324" idx="0"/>
                <a:endCxn id="232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6" name="Google Shape;2336;p51"/>
              <p:cNvCxnSpPr>
                <a:stCxn id="2328" idx="7"/>
                <a:endCxn id="232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7" name="Google Shape;2337;p51"/>
              <p:cNvCxnSpPr>
                <a:stCxn id="2329" idx="6"/>
                <a:endCxn id="232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8" name="Google Shape;2338;p51"/>
              <p:cNvCxnSpPr>
                <a:stCxn id="2327" idx="7"/>
                <a:endCxn id="232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9" name="Google Shape;2339;p51"/>
              <p:cNvCxnSpPr>
                <a:stCxn id="2324" idx="5"/>
                <a:endCxn id="233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0" name="Google Shape;2340;p51"/>
              <p:cNvCxnSpPr>
                <a:stCxn id="2330" idx="7"/>
                <a:endCxn id="232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1" name="Google Shape;2341;p51"/>
              <p:cNvCxnSpPr>
                <a:stCxn id="2330" idx="5"/>
                <a:endCxn id="232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2" name="Google Shape;2342;p51"/>
              <p:cNvCxnSpPr>
                <a:stCxn id="2326" idx="0"/>
                <a:endCxn id="232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3" name="Google Shape;2343;p51"/>
              <p:cNvCxnSpPr>
                <a:stCxn id="2326" idx="7"/>
                <a:endCxn id="233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4" name="Google Shape;2344;p51"/>
              <p:cNvCxnSpPr>
                <a:stCxn id="2327" idx="6"/>
                <a:endCxn id="233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5" name="Google Shape;2345;p51"/>
              <p:cNvCxnSpPr>
                <a:stCxn id="2331" idx="0"/>
                <a:endCxn id="232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6" name="Google Shape;2346;p51"/>
              <p:cNvCxnSpPr>
                <a:stCxn id="2328" idx="4"/>
                <a:endCxn id="232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7" name="Google Shape;2347;p51"/>
              <p:cNvCxnSpPr>
                <a:stCxn id="2325" idx="4"/>
                <a:endCxn id="232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8" name="Google Shape;2348;p51"/>
              <p:cNvCxnSpPr>
                <a:stCxn id="2324" idx="5"/>
                <a:endCxn id="232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49" name="Google Shape;2349;p51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50" name="Google Shape;2350;p51"/>
              <p:cNvCxnSpPr>
                <a:stCxn id="2331" idx="4"/>
                <a:endCxn id="234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1" name="Google Shape;2351;p51"/>
              <p:cNvCxnSpPr>
                <a:stCxn id="2349" idx="2"/>
                <a:endCxn id="232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2" name="Google Shape;2352;p51"/>
              <p:cNvCxnSpPr>
                <a:stCxn id="2349" idx="0"/>
                <a:endCxn id="232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3" name="Google Shape;2353;p51"/>
              <p:cNvCxnSpPr>
                <a:stCxn id="2349" idx="1"/>
                <a:endCxn id="232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54" name="Google Shape;2354;p51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55" name="Google Shape;2355;p51"/>
              <p:cNvCxnSpPr>
                <a:stCxn id="2349" idx="2"/>
                <a:endCxn id="235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6" name="Google Shape;2356;p51"/>
              <p:cNvCxnSpPr>
                <a:stCxn id="2354" idx="1"/>
                <a:endCxn id="233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59" name="Google Shape;2359;p52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2360" name="Google Shape;2360;p52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2361" name="Google Shape;2361;p52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62" name="Google Shape;2362;p5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63" name="Google Shape;2363;p5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64" name="Google Shape;2364;p5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365" name="Google Shape;2365;p52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2366" name="Google Shape;2366;p5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67" name="Google Shape;2367;p5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68" name="Google Shape;2368;p5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369" name="Google Shape;2369;p52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0" name="Google Shape;2370;p52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71" name="Google Shape;2371;p52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2" name="Google Shape;2372;p52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3" name="Google Shape;2373;p52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4" name="Google Shape;2374;p52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5" name="Google Shape;2375;p52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6" name="Google Shape;2376;p52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7" name="Google Shape;2377;p52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8" name="Google Shape;2378;p52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79" name="Google Shape;2379;p52"/>
              <p:cNvCxnSpPr>
                <a:stCxn id="2375" idx="5"/>
                <a:endCxn id="237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0" name="Google Shape;2380;p52"/>
              <p:cNvCxnSpPr>
                <a:stCxn id="2376" idx="4"/>
                <a:endCxn id="237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1" name="Google Shape;2381;p52"/>
              <p:cNvCxnSpPr>
                <a:stCxn id="2371" idx="6"/>
                <a:endCxn id="237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2" name="Google Shape;2382;p52"/>
              <p:cNvCxnSpPr>
                <a:stCxn id="2375" idx="7"/>
                <a:endCxn id="237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3" name="Google Shape;2383;p52"/>
              <p:cNvCxnSpPr>
                <a:stCxn id="2376" idx="6"/>
                <a:endCxn id="237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4" name="Google Shape;2384;p52"/>
              <p:cNvCxnSpPr>
                <a:stCxn id="2374" idx="7"/>
                <a:endCxn id="237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5" name="Google Shape;2385;p52"/>
              <p:cNvCxnSpPr>
                <a:stCxn id="2371" idx="6"/>
                <a:endCxn id="237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6" name="Google Shape;2386;p52"/>
              <p:cNvCxnSpPr>
                <a:stCxn id="2377" idx="6"/>
                <a:endCxn id="237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7" name="Google Shape;2387;p52"/>
              <p:cNvCxnSpPr>
                <a:stCxn id="2377" idx="5"/>
                <a:endCxn id="237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8" name="Google Shape;2388;p52"/>
              <p:cNvCxnSpPr>
                <a:stCxn id="2373" idx="0"/>
                <a:endCxn id="237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9" name="Google Shape;2389;p52"/>
              <p:cNvCxnSpPr>
                <a:stCxn id="2373" idx="7"/>
                <a:endCxn id="237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0" name="Google Shape;2390;p52"/>
              <p:cNvCxnSpPr>
                <a:stCxn id="2374" idx="6"/>
                <a:endCxn id="237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1" name="Google Shape;2391;p52"/>
              <p:cNvCxnSpPr>
                <a:stCxn id="2378" idx="0"/>
                <a:endCxn id="237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2" name="Google Shape;2392;p52"/>
              <p:cNvCxnSpPr>
                <a:stCxn id="2376" idx="5"/>
                <a:endCxn id="237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3" name="Google Shape;2393;p52"/>
              <p:cNvCxnSpPr>
                <a:stCxn id="2375" idx="6"/>
                <a:endCxn id="237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4" name="Google Shape;2394;p52"/>
              <p:cNvCxnSpPr>
                <a:stCxn id="2375" idx="4"/>
                <a:endCxn id="237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5" name="Google Shape;2395;p52"/>
              <p:cNvCxnSpPr>
                <a:stCxn id="2372" idx="4"/>
                <a:endCxn id="237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96" name="Google Shape;2396;p52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397" name="Google Shape;2397;p52"/>
              <p:cNvCxnSpPr>
                <a:stCxn id="2378" idx="4"/>
                <a:endCxn id="239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8" name="Google Shape;2398;p52"/>
              <p:cNvCxnSpPr>
                <a:stCxn id="2396" idx="1"/>
                <a:endCxn id="237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9" name="Google Shape;2399;p52"/>
              <p:cNvCxnSpPr>
                <a:stCxn id="2396" idx="0"/>
                <a:endCxn id="237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0" name="Google Shape;2400;p52"/>
              <p:cNvCxnSpPr>
                <a:stCxn id="2396" idx="1"/>
                <a:endCxn id="237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01" name="Google Shape;2401;p52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02" name="Google Shape;2402;p52"/>
              <p:cNvCxnSpPr>
                <a:stCxn id="2396" idx="2"/>
                <a:endCxn id="240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3" name="Google Shape;2403;p52"/>
              <p:cNvCxnSpPr>
                <a:stCxn id="2401" idx="1"/>
                <a:endCxn id="237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4" name="Google Shape;2404;p52"/>
              <p:cNvCxnSpPr>
                <a:stCxn id="2401" idx="7"/>
                <a:endCxn id="237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05" name="Google Shape;2405;p52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406" name="Google Shape;2406;p52"/>
              <p:cNvCxnSpPr>
                <a:stCxn id="2407" idx="6"/>
                <a:endCxn id="240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08" name="Google Shape;2408;p52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9" name="Google Shape;2409;p52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0" name="Google Shape;2410;p52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1" name="Google Shape;2411;p52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2" name="Google Shape;2412;p52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13" name="Google Shape;2413;p52"/>
              <p:cNvCxnSpPr>
                <a:stCxn id="2412" idx="4"/>
                <a:endCxn id="241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4" name="Google Shape;2414;p52"/>
              <p:cNvCxnSpPr>
                <a:stCxn id="2411" idx="4"/>
                <a:endCxn id="241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5" name="Google Shape;2415;p52"/>
              <p:cNvCxnSpPr>
                <a:stCxn id="2411" idx="5"/>
                <a:endCxn id="241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6" name="Google Shape;2416;p52"/>
              <p:cNvCxnSpPr>
                <a:stCxn id="2411" idx="0"/>
                <a:endCxn id="240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7" name="Google Shape;2417;p52"/>
              <p:cNvCxnSpPr>
                <a:stCxn id="2411" idx="7"/>
                <a:endCxn id="240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8" name="Google Shape;2418;p52"/>
              <p:cNvCxnSpPr>
                <a:stCxn id="2409" idx="5"/>
                <a:endCxn id="240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9" name="Google Shape;2419;p52"/>
              <p:cNvCxnSpPr>
                <a:stCxn id="2409" idx="6"/>
                <a:endCxn id="240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0" name="Google Shape;2420;p52"/>
              <p:cNvCxnSpPr>
                <a:stCxn id="2421" idx="1"/>
                <a:endCxn id="240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2" name="Google Shape;2422;p52"/>
              <p:cNvCxnSpPr>
                <a:stCxn id="2412" idx="0"/>
                <a:endCxn id="240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3" name="Google Shape;2423;p52"/>
              <p:cNvCxnSpPr>
                <a:stCxn id="2412" idx="0"/>
                <a:endCxn id="242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4" name="Google Shape;2424;p52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25" name="Google Shape;2425;p52"/>
              <p:cNvCxnSpPr>
                <a:stCxn id="2409" idx="5"/>
                <a:endCxn id="242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6" name="Google Shape;2426;p52"/>
              <p:cNvCxnSpPr>
                <a:stCxn id="2421" idx="7"/>
                <a:endCxn id="242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7" name="Google Shape;2427;p52"/>
              <p:cNvCxnSpPr>
                <a:stCxn id="2424" idx="6"/>
                <a:endCxn id="240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8" name="Google Shape;2428;p52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29" name="Google Shape;2429;p52"/>
              <p:cNvCxnSpPr>
                <a:stCxn id="2428" idx="0"/>
                <a:endCxn id="240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0" name="Google Shape;2430;p52"/>
              <p:cNvCxnSpPr>
                <a:stCxn id="2428" idx="6"/>
                <a:endCxn id="240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1" name="Google Shape;2431;p52"/>
              <p:cNvCxnSpPr>
                <a:stCxn id="2428" idx="5"/>
                <a:endCxn id="241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2" name="Google Shape;2432;p52"/>
              <p:cNvCxnSpPr>
                <a:stCxn id="2428" idx="5"/>
                <a:endCxn id="241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1" name="Google Shape;2421;p52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7" name="Google Shape;2407;p52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5" name="Google Shape;2435;p53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436" name="Google Shape;2436;p53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2437" name="Google Shape;2437;p53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2438" name="Google Shape;2438;p5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9" name="Google Shape;2439;p5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0" name="Google Shape;2440;p5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441" name="Google Shape;2441;p53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2442" name="Google Shape;2442;p5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3" name="Google Shape;2443;p53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4" name="Google Shape;2444;p53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5" name="Google Shape;2445;p53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446" name="Google Shape;2446;p53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2447" name="Google Shape;2447;p53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2448" name="Google Shape;2448;p53"/>
              <p:cNvCxnSpPr>
                <a:stCxn id="2449" idx="7"/>
                <a:endCxn id="245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0" name="Google Shape;2450;p53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1" name="Google Shape;2451;p53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2" name="Google Shape;2452;p53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3" name="Google Shape;2453;p53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4" name="Google Shape;2454;p53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5" name="Google Shape;2455;p53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56" name="Google Shape;2456;p53"/>
              <p:cNvCxnSpPr>
                <a:stCxn id="2455" idx="4"/>
                <a:endCxn id="245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7" name="Google Shape;2457;p53"/>
              <p:cNvCxnSpPr>
                <a:stCxn id="2454" idx="4"/>
                <a:endCxn id="245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8" name="Google Shape;2458;p53"/>
              <p:cNvCxnSpPr>
                <a:stCxn id="2454" idx="5"/>
                <a:endCxn id="245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9" name="Google Shape;2459;p53"/>
              <p:cNvCxnSpPr>
                <a:stCxn id="2454" idx="0"/>
                <a:endCxn id="245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0" name="Google Shape;2460;p53"/>
              <p:cNvCxnSpPr>
                <a:stCxn id="2454" idx="7"/>
                <a:endCxn id="244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1" name="Google Shape;2461;p53"/>
              <p:cNvCxnSpPr>
                <a:stCxn id="2451" idx="5"/>
                <a:endCxn id="244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2" name="Google Shape;2462;p53"/>
              <p:cNvCxnSpPr>
                <a:stCxn id="2451" idx="6"/>
                <a:endCxn id="245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3" name="Google Shape;2463;p53"/>
              <p:cNvCxnSpPr>
                <a:stCxn id="2453" idx="2"/>
                <a:endCxn id="245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4" name="Google Shape;2464;p53"/>
              <p:cNvCxnSpPr>
                <a:stCxn id="2455" idx="0"/>
                <a:endCxn id="244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5" name="Google Shape;2465;p53"/>
              <p:cNvCxnSpPr>
                <a:stCxn id="2455" idx="0"/>
                <a:endCxn id="245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49" name="Google Shape;2449;p53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466" name="Google Shape;2466;p53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2467" name="Google Shape;2467;p53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68" name="Google Shape;2468;p53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69" name="Google Shape;2469;p53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70" name="Google Shape;2470;p53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71" name="Google Shape;2471;p53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72" name="Google Shape;2472;p53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73" name="Google Shape;2473;p53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74" name="Google Shape;2474;p53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75" name="Google Shape;2475;p53"/>
              <p:cNvCxnSpPr>
                <a:stCxn id="2471" idx="5"/>
                <a:endCxn id="247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6" name="Google Shape;2476;p53"/>
              <p:cNvCxnSpPr>
                <a:stCxn id="2472" idx="4"/>
                <a:endCxn id="247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7" name="Google Shape;2477;p53"/>
              <p:cNvCxnSpPr>
                <a:stCxn id="2467" idx="6"/>
                <a:endCxn id="247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8" name="Google Shape;2478;p53"/>
              <p:cNvCxnSpPr>
                <a:stCxn id="2467" idx="0"/>
                <a:endCxn id="247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9" name="Google Shape;2479;p53"/>
              <p:cNvCxnSpPr>
                <a:stCxn id="2471" idx="7"/>
                <a:endCxn id="247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0" name="Google Shape;2480;p53"/>
              <p:cNvCxnSpPr>
                <a:stCxn id="2472" idx="6"/>
                <a:endCxn id="246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1" name="Google Shape;2481;p53"/>
              <p:cNvCxnSpPr>
                <a:stCxn id="2470" idx="7"/>
                <a:endCxn id="246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2" name="Google Shape;2482;p53"/>
              <p:cNvCxnSpPr>
                <a:stCxn id="2467" idx="5"/>
                <a:endCxn id="247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3" name="Google Shape;2483;p53"/>
              <p:cNvCxnSpPr>
                <a:stCxn id="2473" idx="7"/>
                <a:endCxn id="247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4" name="Google Shape;2484;p53"/>
              <p:cNvCxnSpPr>
                <a:stCxn id="2473" idx="5"/>
                <a:endCxn id="246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5" name="Google Shape;2485;p53"/>
              <p:cNvCxnSpPr>
                <a:stCxn id="2469" idx="0"/>
                <a:endCxn id="247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6" name="Google Shape;2486;p53"/>
              <p:cNvCxnSpPr>
                <a:stCxn id="2469" idx="7"/>
                <a:endCxn id="247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7" name="Google Shape;2487;p53"/>
              <p:cNvCxnSpPr>
                <a:stCxn id="2470" idx="6"/>
                <a:endCxn id="247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8" name="Google Shape;2488;p53"/>
              <p:cNvCxnSpPr>
                <a:stCxn id="2474" idx="0"/>
                <a:endCxn id="246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9" name="Google Shape;2489;p53"/>
              <p:cNvCxnSpPr>
                <a:stCxn id="2471" idx="4"/>
                <a:endCxn id="246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0" name="Google Shape;2490;p53"/>
              <p:cNvCxnSpPr>
                <a:stCxn id="2468" idx="4"/>
                <a:endCxn id="246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1" name="Google Shape;2491;p53"/>
              <p:cNvCxnSpPr>
                <a:stCxn id="2467" idx="5"/>
                <a:endCxn id="246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92" name="Google Shape;2492;p53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93" name="Google Shape;2493;p53"/>
              <p:cNvCxnSpPr>
                <a:stCxn id="2474" idx="4"/>
                <a:endCxn id="249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4" name="Google Shape;2494;p53"/>
              <p:cNvCxnSpPr>
                <a:stCxn id="2492" idx="2"/>
                <a:endCxn id="246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5" name="Google Shape;2495;p53"/>
              <p:cNvCxnSpPr>
                <a:stCxn id="2492" idx="0"/>
                <a:endCxn id="246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6" name="Google Shape;2496;p53"/>
              <p:cNvCxnSpPr>
                <a:stCxn id="2492" idx="1"/>
                <a:endCxn id="247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97" name="Google Shape;2497;p53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98" name="Google Shape;2498;p53"/>
              <p:cNvCxnSpPr>
                <a:stCxn id="2492" idx="2"/>
                <a:endCxn id="249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9" name="Google Shape;2499;p53"/>
              <p:cNvCxnSpPr>
                <a:stCxn id="2497" idx="1"/>
                <a:endCxn id="247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02" name="Google Shape;2502;p54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3" name="Google Shape;2503;p54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4" name="Google Shape;2504;p54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5" name="Google Shape;2505;p54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06" name="Google Shape;2506;p54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07" name="Google Shape;2507;p54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508" name="Google Shape;2508;p5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2509" name="Google Shape;2509;p5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2510" name="Google Shape;2510;p5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1" name="Google Shape;2511;p5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2" name="Google Shape;2512;p5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513" name="Google Shape;2513;p5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2514" name="Google Shape;2514;p5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5" name="Google Shape;2515;p5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6" name="Google Shape;2516;p5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7" name="Google Shape;2517;p5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518" name="Google Shape;2518;p5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2519" name="Google Shape;2519;p5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2520" name="Google Shape;2520;p5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1" name="Google Shape;2521;p5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2" name="Google Shape;2522;p5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3" name="Google Shape;2523;p5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4" name="Google Shape;2524;p5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5" name="Google Shape;2525;p5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6" name="Google Shape;2526;p5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27" name="Google Shape;2527;p5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28" name="Google Shape;2528;p54"/>
              <p:cNvCxnSpPr>
                <a:stCxn id="2524" idx="5"/>
                <a:endCxn id="252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9" name="Google Shape;2529;p54"/>
              <p:cNvCxnSpPr>
                <a:stCxn id="2525" idx="4"/>
                <a:endCxn id="252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0" name="Google Shape;2530;p54"/>
              <p:cNvCxnSpPr>
                <a:stCxn id="2520" idx="0"/>
                <a:endCxn id="252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1" name="Google Shape;2531;p54"/>
              <p:cNvCxnSpPr>
                <a:stCxn id="2524" idx="6"/>
                <a:endCxn id="252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2" name="Google Shape;2532;p54"/>
              <p:cNvCxnSpPr>
                <a:stCxn id="2525" idx="6"/>
                <a:endCxn id="252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3" name="Google Shape;2533;p54"/>
              <p:cNvCxnSpPr>
                <a:stCxn id="2523" idx="6"/>
                <a:endCxn id="252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4" name="Google Shape;2534;p54"/>
              <p:cNvCxnSpPr>
                <a:stCxn id="2520" idx="6"/>
                <a:endCxn id="252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5" name="Google Shape;2535;p54"/>
              <p:cNvCxnSpPr>
                <a:stCxn id="2520" idx="7"/>
                <a:endCxn id="252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6" name="Google Shape;2536;p54"/>
              <p:cNvCxnSpPr>
                <a:stCxn id="2526" idx="7"/>
                <a:endCxn id="252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7" name="Google Shape;2537;p54"/>
              <p:cNvCxnSpPr>
                <a:stCxn id="2522" idx="0"/>
                <a:endCxn id="252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8" name="Google Shape;2538;p54"/>
              <p:cNvCxnSpPr>
                <a:stCxn id="2527" idx="2"/>
                <a:endCxn id="252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9" name="Google Shape;2539;p54"/>
              <p:cNvCxnSpPr>
                <a:stCxn id="2525" idx="7"/>
                <a:endCxn id="252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40" name="Google Shape;2540;p5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41" name="Google Shape;2541;p54"/>
              <p:cNvCxnSpPr>
                <a:stCxn id="2527" idx="3"/>
                <a:endCxn id="254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2" name="Google Shape;2542;p54"/>
              <p:cNvCxnSpPr>
                <a:stCxn id="2540" idx="2"/>
                <a:endCxn id="252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3" name="Google Shape;2543;p54"/>
              <p:cNvCxnSpPr>
                <a:stCxn id="2540" idx="0"/>
                <a:endCxn id="252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4" name="Google Shape;2544;p54"/>
              <p:cNvCxnSpPr>
                <a:stCxn id="2540" idx="1"/>
                <a:endCxn id="252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45" name="Google Shape;2545;p5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46" name="Google Shape;2546;p54"/>
              <p:cNvCxnSpPr>
                <a:stCxn id="2522" idx="2"/>
                <a:endCxn id="254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7" name="Google Shape;2547;p54"/>
              <p:cNvCxnSpPr>
                <a:stCxn id="2545" idx="3"/>
                <a:endCxn id="252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8" name="Google Shape;2548;p54"/>
              <p:cNvCxnSpPr>
                <a:stCxn id="2523" idx="4"/>
                <a:endCxn id="254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49" name="Google Shape;2549;p5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50" name="Google Shape;2550;p54"/>
              <p:cNvCxnSpPr>
                <a:stCxn id="2523" idx="0"/>
                <a:endCxn id="254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1" name="Google Shape;2551;p54"/>
              <p:cNvCxnSpPr>
                <a:stCxn id="2524" idx="7"/>
                <a:endCxn id="254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552" name="Google Shape;2552;p5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2553" name="Google Shape;2553;p5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4" name="Google Shape;2554;p5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5" name="Google Shape;2555;p5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6" name="Google Shape;2556;p5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7" name="Google Shape;2557;p5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8" name="Google Shape;2558;p5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59" name="Google Shape;2559;p5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60" name="Google Shape;2560;p5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61" name="Google Shape;2561;p54"/>
              <p:cNvCxnSpPr>
                <a:stCxn id="2558" idx="4"/>
                <a:endCxn id="255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2" name="Google Shape;2562;p54"/>
              <p:cNvCxnSpPr>
                <a:stCxn id="2553" idx="7"/>
                <a:endCxn id="255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3" name="Google Shape;2563;p54"/>
              <p:cNvCxnSpPr>
                <a:stCxn id="2557" idx="7"/>
                <a:endCxn id="255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4" name="Google Shape;2564;p54"/>
              <p:cNvCxnSpPr>
                <a:stCxn id="2558" idx="6"/>
                <a:endCxn id="255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5" name="Google Shape;2565;p54"/>
              <p:cNvCxnSpPr>
                <a:stCxn id="2556" idx="7"/>
                <a:endCxn id="255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6" name="Google Shape;2566;p54"/>
              <p:cNvCxnSpPr>
                <a:stCxn id="2553" idx="6"/>
                <a:endCxn id="255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7" name="Google Shape;2567;p54"/>
              <p:cNvCxnSpPr>
                <a:stCxn id="2559" idx="0"/>
                <a:endCxn id="255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8" name="Google Shape;2568;p54"/>
              <p:cNvCxnSpPr>
                <a:stCxn id="2559" idx="5"/>
                <a:endCxn id="255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9" name="Google Shape;2569;p54"/>
              <p:cNvCxnSpPr>
                <a:stCxn id="2555" idx="0"/>
                <a:endCxn id="255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0" name="Google Shape;2570;p54"/>
              <p:cNvCxnSpPr>
                <a:stCxn id="2555" idx="7"/>
                <a:endCxn id="256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1" name="Google Shape;2571;p54"/>
              <p:cNvCxnSpPr>
                <a:stCxn id="2556" idx="6"/>
                <a:endCxn id="256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2" name="Google Shape;2572;p54"/>
              <p:cNvCxnSpPr>
                <a:stCxn id="2560" idx="0"/>
                <a:endCxn id="255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3" name="Google Shape;2573;p54"/>
              <p:cNvCxnSpPr>
                <a:stCxn id="2558" idx="5"/>
                <a:endCxn id="256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4" name="Google Shape;2574;p54"/>
              <p:cNvCxnSpPr>
                <a:stCxn id="2557" idx="6"/>
                <a:endCxn id="256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5" name="Google Shape;2575;p54"/>
              <p:cNvCxnSpPr>
                <a:stCxn id="2557" idx="5"/>
                <a:endCxn id="255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6" name="Google Shape;2576;p54"/>
              <p:cNvCxnSpPr>
                <a:stCxn id="2554" idx="4"/>
                <a:endCxn id="255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77" name="Google Shape;2577;p5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78" name="Google Shape;2578;p54"/>
              <p:cNvCxnSpPr>
                <a:stCxn id="2560" idx="4"/>
                <a:endCxn id="257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9" name="Google Shape;2579;p54"/>
              <p:cNvCxnSpPr>
                <a:stCxn id="2577" idx="1"/>
                <a:endCxn id="255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80" name="Google Shape;2580;p5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81" name="Google Shape;2581;p54"/>
              <p:cNvCxnSpPr>
                <a:stCxn id="2577" idx="2"/>
                <a:endCxn id="258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2" name="Google Shape;2582;p54"/>
              <p:cNvCxnSpPr>
                <a:stCxn id="2580" idx="1"/>
                <a:endCxn id="255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3" name="Google Shape;2583;p54"/>
              <p:cNvCxnSpPr>
                <a:stCxn id="2580" idx="7"/>
                <a:endCxn id="255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86" name="Google Shape;2586;p55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7" name="Google Shape;2587;p55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8" name="Google Shape;2588;p55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9" name="Google Shape;2589;p55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0" name="Google Shape;2590;p55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1" name="Google Shape;2591;p55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2" name="Google Shape;2592;p55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3" name="Google Shape;2593;p55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4" name="Google Shape;2594;p55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5" name="Google Shape;2595;p55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6" name="Google Shape;2596;p55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7" name="Google Shape;2597;p55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598" name="Google Shape;2598;p55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2599" name="Google Shape;2599;p55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2600" name="Google Shape;2600;p5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01" name="Google Shape;2601;p5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02" name="Google Shape;2602;p5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603" name="Google Shape;2603;p55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2604" name="Google Shape;2604;p5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05" name="Google Shape;2605;p5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06" name="Google Shape;2606;p5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07" name="Google Shape;2607;p5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608" name="Google Shape;2608;p55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2609" name="Google Shape;2609;p55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2610" name="Google Shape;2610;p55"/>
              <p:cNvCxnSpPr>
                <a:stCxn id="2611" idx="6"/>
                <a:endCxn id="261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12" name="Google Shape;2612;p5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13" name="Google Shape;2613;p5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14" name="Google Shape;2614;p5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15" name="Google Shape;2615;p5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16" name="Google Shape;2616;p55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17" name="Google Shape;2617;p55"/>
              <p:cNvCxnSpPr>
                <a:stCxn id="2616" idx="4"/>
                <a:endCxn id="261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8" name="Google Shape;2618;p55"/>
              <p:cNvCxnSpPr>
                <a:stCxn id="2615" idx="4"/>
                <a:endCxn id="261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9" name="Google Shape;2619;p55"/>
              <p:cNvCxnSpPr>
                <a:stCxn id="2615" idx="5"/>
                <a:endCxn id="261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0" name="Google Shape;2620;p55"/>
              <p:cNvCxnSpPr>
                <a:stCxn id="2615" idx="0"/>
                <a:endCxn id="261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1" name="Google Shape;2621;p55"/>
              <p:cNvCxnSpPr>
                <a:stCxn id="2615" idx="7"/>
                <a:endCxn id="261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2" name="Google Shape;2622;p55"/>
              <p:cNvCxnSpPr>
                <a:stCxn id="2613" idx="5"/>
                <a:endCxn id="261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3" name="Google Shape;2623;p55"/>
              <p:cNvCxnSpPr>
                <a:stCxn id="2613" idx="6"/>
                <a:endCxn id="261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4" name="Google Shape;2624;p55"/>
              <p:cNvCxnSpPr>
                <a:stCxn id="2625" idx="1"/>
                <a:endCxn id="261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6" name="Google Shape;2626;p55"/>
              <p:cNvCxnSpPr>
                <a:stCxn id="2616" idx="0"/>
                <a:endCxn id="261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7" name="Google Shape;2627;p55"/>
              <p:cNvCxnSpPr>
                <a:stCxn id="2616" idx="0"/>
                <a:endCxn id="262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28" name="Google Shape;2628;p5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29" name="Google Shape;2629;p55"/>
              <p:cNvCxnSpPr>
                <a:stCxn id="2613" idx="5"/>
                <a:endCxn id="262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0" name="Google Shape;2630;p55"/>
              <p:cNvCxnSpPr>
                <a:stCxn id="2625" idx="7"/>
                <a:endCxn id="262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1" name="Google Shape;2631;p55"/>
              <p:cNvCxnSpPr>
                <a:stCxn id="2628" idx="6"/>
                <a:endCxn id="261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32" name="Google Shape;2632;p5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33" name="Google Shape;2633;p55"/>
              <p:cNvCxnSpPr>
                <a:stCxn id="2632" idx="0"/>
                <a:endCxn id="261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4" name="Google Shape;2634;p55"/>
              <p:cNvCxnSpPr>
                <a:stCxn id="2632" idx="6"/>
                <a:endCxn id="261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5" name="Google Shape;2635;p55"/>
              <p:cNvCxnSpPr>
                <a:stCxn id="2632" idx="5"/>
                <a:endCxn id="261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6" name="Google Shape;2636;p55"/>
              <p:cNvCxnSpPr>
                <a:stCxn id="2632" idx="5"/>
                <a:endCxn id="261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25" name="Google Shape;2625;p5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11" name="Google Shape;2611;p5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637" name="Google Shape;2637;p55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2638" name="Google Shape;2638;p55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39" name="Google Shape;2639;p55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40" name="Google Shape;2640;p55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41" name="Google Shape;2641;p55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42" name="Google Shape;2642;p55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43" name="Google Shape;2643;p55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44" name="Google Shape;2644;p55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45" name="Google Shape;2645;p55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6" name="Google Shape;2646;p55"/>
              <p:cNvCxnSpPr>
                <a:stCxn id="2642" idx="5"/>
                <a:endCxn id="264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7" name="Google Shape;2647;p55"/>
              <p:cNvCxnSpPr>
                <a:stCxn id="2643" idx="4"/>
                <a:endCxn id="264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8" name="Google Shape;2648;p55"/>
              <p:cNvCxnSpPr>
                <a:stCxn id="2638" idx="0"/>
                <a:endCxn id="264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9" name="Google Shape;2649;p55"/>
              <p:cNvCxnSpPr>
                <a:stCxn id="2642" idx="7"/>
                <a:endCxn id="264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0" name="Google Shape;2650;p55"/>
              <p:cNvCxnSpPr>
                <a:stCxn id="2643" idx="6"/>
                <a:endCxn id="263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1" name="Google Shape;2651;p55"/>
              <p:cNvCxnSpPr>
                <a:stCxn id="2641" idx="5"/>
                <a:endCxn id="263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2" name="Google Shape;2652;p55"/>
              <p:cNvCxnSpPr>
                <a:stCxn id="2638" idx="6"/>
                <a:endCxn id="264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3" name="Google Shape;2653;p55"/>
              <p:cNvCxnSpPr>
                <a:stCxn id="2638" idx="7"/>
                <a:endCxn id="264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4" name="Google Shape;2654;p55"/>
              <p:cNvCxnSpPr>
                <a:stCxn id="2644" idx="7"/>
                <a:endCxn id="264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5" name="Google Shape;2655;p55"/>
              <p:cNvCxnSpPr>
                <a:stCxn id="2640" idx="0"/>
                <a:endCxn id="264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6" name="Google Shape;2656;p55"/>
              <p:cNvCxnSpPr>
                <a:stCxn id="2645" idx="2"/>
                <a:endCxn id="263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7" name="Google Shape;2657;p55"/>
              <p:cNvCxnSpPr>
                <a:stCxn id="2642" idx="6"/>
                <a:endCxn id="264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58" name="Google Shape;2658;p55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59" name="Google Shape;2659;p55"/>
              <p:cNvCxnSpPr>
                <a:stCxn id="2645" idx="3"/>
                <a:endCxn id="265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0" name="Google Shape;2660;p55"/>
              <p:cNvCxnSpPr>
                <a:stCxn id="2658" idx="2"/>
                <a:endCxn id="264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1" name="Google Shape;2661;p55"/>
              <p:cNvCxnSpPr>
                <a:stCxn id="2658" idx="0"/>
                <a:endCxn id="263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2" name="Google Shape;2662;p55"/>
              <p:cNvCxnSpPr>
                <a:stCxn id="2658" idx="1"/>
                <a:endCxn id="264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63" name="Google Shape;2663;p55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64" name="Google Shape;2664;p55"/>
              <p:cNvCxnSpPr>
                <a:stCxn id="2640" idx="2"/>
                <a:endCxn id="266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5" name="Google Shape;2665;p55"/>
              <p:cNvCxnSpPr>
                <a:stCxn id="2663" idx="3"/>
                <a:endCxn id="263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6" name="Google Shape;2666;p55"/>
              <p:cNvCxnSpPr>
                <a:stCxn id="2641" idx="4"/>
                <a:endCxn id="266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667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p56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69" name="Google Shape;2669;p56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0" name="Google Shape;2670;p56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1" name="Google Shape;2671;p56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2" name="Google Shape;2672;p56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3" name="Google Shape;2673;p56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4" name="Google Shape;2674;p56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5" name="Google Shape;2675;p56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6" name="Google Shape;2676;p56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7" name="Google Shape;2677;p56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8" name="Google Shape;2678;p56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9" name="Google Shape;2679;p56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80" name="Google Shape;2680;p56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681" name="Google Shape;2681;p56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2682" name="Google Shape;2682;p56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2683" name="Google Shape;2683;p56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84" name="Google Shape;2684;p56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85" name="Google Shape;2685;p56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86" name="Google Shape;2686;p56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87" name="Google Shape;2687;p56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88" name="Google Shape;2688;p56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89" name="Google Shape;2689;p56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90" name="Google Shape;2690;p56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1" name="Google Shape;2691;p56"/>
              <p:cNvCxnSpPr>
                <a:stCxn id="2687" idx="5"/>
                <a:endCxn id="268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2" name="Google Shape;2692;p56"/>
              <p:cNvCxnSpPr>
                <a:stCxn id="2688" idx="4"/>
                <a:endCxn id="268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3" name="Google Shape;2693;p56"/>
              <p:cNvCxnSpPr>
                <a:stCxn id="2683" idx="0"/>
                <a:endCxn id="268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4" name="Google Shape;2694;p56"/>
              <p:cNvCxnSpPr>
                <a:stCxn id="2687" idx="6"/>
                <a:endCxn id="268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5" name="Google Shape;2695;p56"/>
              <p:cNvCxnSpPr>
                <a:stCxn id="2688" idx="6"/>
                <a:endCxn id="268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6" name="Google Shape;2696;p56"/>
              <p:cNvCxnSpPr>
                <a:stCxn id="2686" idx="6"/>
                <a:endCxn id="268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7" name="Google Shape;2697;p56"/>
              <p:cNvCxnSpPr>
                <a:stCxn id="2683" idx="6"/>
                <a:endCxn id="268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8" name="Google Shape;2698;p56"/>
              <p:cNvCxnSpPr>
                <a:stCxn id="2683" idx="7"/>
                <a:endCxn id="268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9" name="Google Shape;2699;p56"/>
              <p:cNvCxnSpPr>
                <a:stCxn id="2689" idx="7"/>
                <a:endCxn id="268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0" name="Google Shape;2700;p56"/>
              <p:cNvCxnSpPr>
                <a:stCxn id="2685" idx="0"/>
                <a:endCxn id="268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1" name="Google Shape;2701;p56"/>
              <p:cNvCxnSpPr>
                <a:stCxn id="2690" idx="2"/>
                <a:endCxn id="268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2" name="Google Shape;2702;p56"/>
              <p:cNvCxnSpPr>
                <a:stCxn id="2688" idx="7"/>
                <a:endCxn id="269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03" name="Google Shape;2703;p56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04" name="Google Shape;2704;p56"/>
              <p:cNvCxnSpPr>
                <a:stCxn id="2690" idx="3"/>
                <a:endCxn id="270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5" name="Google Shape;2705;p56"/>
              <p:cNvCxnSpPr>
                <a:stCxn id="2703" idx="2"/>
                <a:endCxn id="268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6" name="Google Shape;2706;p56"/>
              <p:cNvCxnSpPr>
                <a:stCxn id="2703" idx="0"/>
                <a:endCxn id="268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7" name="Google Shape;2707;p56"/>
              <p:cNvCxnSpPr>
                <a:stCxn id="2703" idx="1"/>
                <a:endCxn id="268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08" name="Google Shape;2708;p56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09" name="Google Shape;2709;p56"/>
              <p:cNvCxnSpPr>
                <a:stCxn id="2685" idx="2"/>
                <a:endCxn id="270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0" name="Google Shape;2710;p56"/>
              <p:cNvCxnSpPr>
                <a:stCxn id="2708" idx="3"/>
                <a:endCxn id="268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1" name="Google Shape;2711;p56"/>
              <p:cNvCxnSpPr>
                <a:stCxn id="2686" idx="4"/>
                <a:endCxn id="270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12" name="Google Shape;2712;p56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13" name="Google Shape;2713;p56"/>
              <p:cNvCxnSpPr>
                <a:stCxn id="2686" idx="0"/>
                <a:endCxn id="271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4" name="Google Shape;2714;p56"/>
              <p:cNvCxnSpPr>
                <a:stCxn id="2712" idx="3"/>
                <a:endCxn id="268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15" name="Google Shape;2715;p56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2716" name="Google Shape;2716;p56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17" name="Google Shape;2717;p56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18" name="Google Shape;2718;p56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19" name="Google Shape;2719;p56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20" name="Google Shape;2720;p56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21" name="Google Shape;2721;p56"/>
              <p:cNvCxnSpPr>
                <a:stCxn id="2719" idx="5"/>
                <a:endCxn id="271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2" name="Google Shape;2722;p56"/>
              <p:cNvCxnSpPr>
                <a:stCxn id="2716" idx="6"/>
                <a:endCxn id="271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3" name="Google Shape;2723;p56"/>
              <p:cNvCxnSpPr>
                <a:stCxn id="2716" idx="6"/>
                <a:endCxn id="272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4" name="Google Shape;2724;p56"/>
              <p:cNvCxnSpPr>
                <a:stCxn id="2720" idx="6"/>
                <a:endCxn id="271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5" name="Google Shape;2725;p56"/>
              <p:cNvCxnSpPr>
                <a:stCxn id="2720" idx="6"/>
                <a:endCxn id="271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6" name="Google Shape;2726;p56"/>
              <p:cNvCxnSpPr>
                <a:stCxn id="2719" idx="4"/>
                <a:endCxn id="271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7" name="Google Shape;2727;p56"/>
              <p:cNvCxnSpPr>
                <a:stCxn id="2717" idx="7"/>
                <a:endCxn id="271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728" name="Google Shape;2728;p56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2729" name="Google Shape;2729;p56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2730" name="Google Shape;2730;p56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31" name="Google Shape;2731;p5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32" name="Google Shape;2732;p5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733" name="Google Shape;2733;p56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2734" name="Google Shape;2734;p56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35" name="Google Shape;2735;p56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36" name="Google Shape;2736;p56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37" name="Google Shape;2737;p56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57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40" name="Google Shape;2740;p57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1" name="Google Shape;2741;p57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2742" name="Google Shape;2742;p57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2743" name="Google Shape;2743;p57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2744" name="Google Shape;2744;p57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5" name="Google Shape;2745;p57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6" name="Google Shape;2746;p57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7" name="Google Shape;2747;p57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8" name="Google Shape;2748;p57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9" name="Google Shape;2749;p57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50" name="Google Shape;2750;p57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51" name="Google Shape;2751;p57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52" name="Google Shape;2752;p57"/>
              <p:cNvCxnSpPr>
                <a:stCxn id="2748" idx="5"/>
                <a:endCxn id="274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3" name="Google Shape;2753;p57"/>
              <p:cNvCxnSpPr>
                <a:stCxn id="2749" idx="4"/>
                <a:endCxn id="274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4" name="Google Shape;2754;p57"/>
              <p:cNvCxnSpPr>
                <a:stCxn id="2744" idx="6"/>
                <a:endCxn id="274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5" name="Google Shape;2755;p57"/>
              <p:cNvCxnSpPr>
                <a:stCxn id="2748" idx="7"/>
                <a:endCxn id="274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6" name="Google Shape;2756;p57"/>
              <p:cNvCxnSpPr>
                <a:stCxn id="2749" idx="6"/>
                <a:endCxn id="274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7" name="Google Shape;2757;p57"/>
              <p:cNvCxnSpPr>
                <a:stCxn id="2747" idx="7"/>
                <a:endCxn id="274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8" name="Google Shape;2758;p57"/>
              <p:cNvCxnSpPr>
                <a:stCxn id="2744" idx="6"/>
                <a:endCxn id="275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9" name="Google Shape;2759;p57"/>
              <p:cNvCxnSpPr>
                <a:stCxn id="2750" idx="6"/>
                <a:endCxn id="274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0" name="Google Shape;2760;p57"/>
              <p:cNvCxnSpPr>
                <a:stCxn id="2750" idx="6"/>
                <a:endCxn id="274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1" name="Google Shape;2761;p57"/>
              <p:cNvCxnSpPr>
                <a:stCxn id="2746" idx="7"/>
                <a:endCxn id="275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2" name="Google Shape;2762;p57"/>
              <p:cNvCxnSpPr>
                <a:stCxn id="2747" idx="6"/>
                <a:endCxn id="275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3" name="Google Shape;2763;p57"/>
              <p:cNvCxnSpPr>
                <a:stCxn id="2751" idx="0"/>
                <a:endCxn id="274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4" name="Google Shape;2764;p57"/>
              <p:cNvCxnSpPr>
                <a:stCxn id="2749" idx="5"/>
                <a:endCxn id="275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5" name="Google Shape;2765;p57"/>
              <p:cNvCxnSpPr>
                <a:stCxn id="2748" idx="6"/>
                <a:endCxn id="275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6" name="Google Shape;2766;p57"/>
              <p:cNvCxnSpPr>
                <a:stCxn id="2748" idx="4"/>
                <a:endCxn id="274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67" name="Google Shape;2767;p57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68" name="Google Shape;2768;p57"/>
              <p:cNvCxnSpPr>
                <a:stCxn id="2751" idx="4"/>
                <a:endCxn id="276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9" name="Google Shape;2769;p57"/>
              <p:cNvCxnSpPr>
                <a:stCxn id="2767" idx="1"/>
                <a:endCxn id="274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0" name="Google Shape;2770;p57"/>
              <p:cNvCxnSpPr>
                <a:stCxn id="2767" idx="1"/>
                <a:endCxn id="274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71" name="Google Shape;2771;p57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72" name="Google Shape;2772;p57"/>
              <p:cNvCxnSpPr>
                <a:stCxn id="2749" idx="0"/>
                <a:endCxn id="277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3" name="Google Shape;2773;p57"/>
              <p:cNvCxnSpPr>
                <a:stCxn id="2745" idx="0"/>
                <a:endCxn id="277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74" name="Google Shape;2774;p57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2775" name="Google Shape;2775;p57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6" name="Google Shape;2776;p57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7" name="Google Shape;2777;p57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8" name="Google Shape;2778;p57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9" name="Google Shape;2779;p57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0" name="Google Shape;2780;p57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1" name="Google Shape;2781;p57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2" name="Google Shape;2782;p57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83" name="Google Shape;2783;p57"/>
              <p:cNvCxnSpPr>
                <a:stCxn id="2779" idx="5"/>
                <a:endCxn id="277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4" name="Google Shape;2784;p57"/>
              <p:cNvCxnSpPr>
                <a:stCxn id="2780" idx="4"/>
                <a:endCxn id="277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5" name="Google Shape;2785;p57"/>
              <p:cNvCxnSpPr>
                <a:stCxn id="2775" idx="6"/>
                <a:endCxn id="277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6" name="Google Shape;2786;p57"/>
              <p:cNvCxnSpPr>
                <a:stCxn id="2775" idx="0"/>
                <a:endCxn id="277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7" name="Google Shape;2787;p57"/>
              <p:cNvCxnSpPr>
                <a:stCxn id="2779" idx="7"/>
                <a:endCxn id="278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8" name="Google Shape;2788;p57"/>
              <p:cNvCxnSpPr>
                <a:stCxn id="2780" idx="6"/>
                <a:endCxn id="277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9" name="Google Shape;2789;p57"/>
              <p:cNvCxnSpPr>
                <a:stCxn id="2778" idx="7"/>
                <a:endCxn id="277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0" name="Google Shape;2790;p57"/>
              <p:cNvCxnSpPr>
                <a:stCxn id="2775" idx="5"/>
                <a:endCxn id="278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1" name="Google Shape;2791;p57"/>
              <p:cNvCxnSpPr>
                <a:stCxn id="2781" idx="7"/>
                <a:endCxn id="277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2" name="Google Shape;2792;p57"/>
              <p:cNvCxnSpPr>
                <a:stCxn id="2781" idx="7"/>
                <a:endCxn id="277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3" name="Google Shape;2793;p57"/>
              <p:cNvCxnSpPr>
                <a:stCxn id="2777" idx="0"/>
                <a:endCxn id="277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4" name="Google Shape;2794;p57"/>
              <p:cNvCxnSpPr>
                <a:stCxn id="2782" idx="1"/>
                <a:endCxn id="277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5" name="Google Shape;2795;p57"/>
              <p:cNvCxnSpPr>
                <a:stCxn id="2779" idx="6"/>
                <a:endCxn id="278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6" name="Google Shape;2796;p57"/>
              <p:cNvCxnSpPr>
                <a:stCxn id="2776" idx="4"/>
                <a:endCxn id="277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97" name="Google Shape;2797;p57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798" name="Google Shape;2798;p57"/>
              <p:cNvCxnSpPr>
                <a:stCxn id="2782" idx="2"/>
                <a:endCxn id="279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9" name="Google Shape;2799;p57"/>
              <p:cNvCxnSpPr>
                <a:stCxn id="2797" idx="2"/>
                <a:endCxn id="277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0" name="Google Shape;2800;p57"/>
              <p:cNvCxnSpPr>
                <a:stCxn id="2797" idx="0"/>
                <a:endCxn id="277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1" name="Google Shape;2801;p57"/>
              <p:cNvCxnSpPr>
                <a:stCxn id="2797" idx="1"/>
                <a:endCxn id="277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02" name="Google Shape;2802;p57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3" name="Google Shape;2803;p57"/>
              <p:cNvCxnSpPr>
                <a:stCxn id="2777" idx="3"/>
                <a:endCxn id="280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4" name="Google Shape;2804;p57"/>
              <p:cNvCxnSpPr>
                <a:stCxn id="2802" idx="0"/>
                <a:endCxn id="278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05" name="Google Shape;2805;p57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6" name="Google Shape;2806;p57"/>
              <p:cNvCxnSpPr>
                <a:stCxn id="2775" idx="6"/>
                <a:endCxn id="280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7" name="Google Shape;2807;p57"/>
              <p:cNvCxnSpPr>
                <a:stCxn id="2781" idx="0"/>
                <a:endCxn id="280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8" name="Google Shape;2808;p57"/>
              <p:cNvCxnSpPr>
                <a:stCxn id="2805" idx="6"/>
                <a:endCxn id="277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09" name="Google Shape;2809;p57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10" name="Google Shape;2810;p57"/>
              <p:cNvCxnSpPr>
                <a:stCxn id="2802" idx="5"/>
                <a:endCxn id="280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1" name="Google Shape;2811;p57"/>
              <p:cNvCxnSpPr>
                <a:stCxn id="2809" idx="7"/>
                <a:endCxn id="277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12" name="Google Shape;2812;p57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13" name="Google Shape;2813;p57"/>
              <p:cNvCxnSpPr>
                <a:stCxn id="2802" idx="0"/>
                <a:endCxn id="281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4" name="Google Shape;2814;p57"/>
              <p:cNvCxnSpPr>
                <a:stCxn id="2812" idx="1"/>
                <a:endCxn id="278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5" name="Google Shape;2815;p57"/>
              <p:cNvCxnSpPr>
                <a:stCxn id="2812" idx="6"/>
                <a:endCxn id="277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7" name="Google Shape;2817;p58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2818" name="Google Shape;2818;p58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2819" name="Google Shape;2819;p5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0" name="Google Shape;2820;p5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1" name="Google Shape;2821;p5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822" name="Google Shape;2822;p58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2823" name="Google Shape;2823;p5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4" name="Google Shape;2824;p58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5" name="Google Shape;2825;p58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6" name="Google Shape;2826;p58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827" name="Google Shape;2827;p58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2828" name="Google Shape;2828;p58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2829" name="Google Shape;2829;p58"/>
              <p:cNvCxnSpPr>
                <a:stCxn id="2830" idx="7"/>
                <a:endCxn id="283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31" name="Google Shape;2831;p58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32" name="Google Shape;2832;p58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33" name="Google Shape;2833;p58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34" name="Google Shape;2834;p58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35" name="Google Shape;2835;p58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36" name="Google Shape;2836;p58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37" name="Google Shape;2837;p58"/>
              <p:cNvCxnSpPr>
                <a:stCxn id="2836" idx="4"/>
                <a:endCxn id="283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8" name="Google Shape;2838;p58"/>
              <p:cNvCxnSpPr>
                <a:stCxn id="2835" idx="4"/>
                <a:endCxn id="283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9" name="Google Shape;2839;p58"/>
              <p:cNvCxnSpPr>
                <a:stCxn id="2835" idx="5"/>
                <a:endCxn id="283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0" name="Google Shape;2840;p58"/>
              <p:cNvCxnSpPr>
                <a:stCxn id="2835" idx="0"/>
                <a:endCxn id="283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1" name="Google Shape;2841;p58"/>
              <p:cNvCxnSpPr>
                <a:stCxn id="2835" idx="7"/>
                <a:endCxn id="283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2" name="Google Shape;2842;p58"/>
              <p:cNvCxnSpPr>
                <a:stCxn id="2832" idx="5"/>
                <a:endCxn id="283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3" name="Google Shape;2843;p58"/>
              <p:cNvCxnSpPr>
                <a:stCxn id="2832" idx="6"/>
                <a:endCxn id="283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4" name="Google Shape;2844;p58"/>
              <p:cNvCxnSpPr>
                <a:stCxn id="2834" idx="2"/>
                <a:endCxn id="283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5" name="Google Shape;2845;p58"/>
              <p:cNvCxnSpPr>
                <a:stCxn id="2836" idx="0"/>
                <a:endCxn id="283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6" name="Google Shape;2846;p58"/>
              <p:cNvCxnSpPr>
                <a:stCxn id="2836" idx="0"/>
                <a:endCxn id="283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30" name="Google Shape;2830;p58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847" name="Google Shape;2847;p58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2848" name="Google Shape;2848;p58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49" name="Google Shape;2849;p58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0" name="Google Shape;2850;p58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1" name="Google Shape;2851;p58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2" name="Google Shape;2852;p58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3" name="Google Shape;2853;p58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4" name="Google Shape;2854;p58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5" name="Google Shape;2855;p58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56" name="Google Shape;2856;p58"/>
              <p:cNvCxnSpPr>
                <a:stCxn id="2852" idx="5"/>
                <a:endCxn id="285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7" name="Google Shape;2857;p58"/>
              <p:cNvCxnSpPr>
                <a:stCxn id="2853" idx="4"/>
                <a:endCxn id="285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8" name="Google Shape;2858;p58"/>
              <p:cNvCxnSpPr>
                <a:stCxn id="2848" idx="6"/>
                <a:endCxn id="285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9" name="Google Shape;2859;p58"/>
              <p:cNvCxnSpPr>
                <a:stCxn id="2848" idx="0"/>
                <a:endCxn id="285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0" name="Google Shape;2860;p58"/>
              <p:cNvCxnSpPr>
                <a:stCxn id="2852" idx="7"/>
                <a:endCxn id="285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1" name="Google Shape;2861;p58"/>
              <p:cNvCxnSpPr>
                <a:stCxn id="2853" idx="6"/>
                <a:endCxn id="284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2" name="Google Shape;2862;p58"/>
              <p:cNvCxnSpPr>
                <a:stCxn id="2851" idx="7"/>
                <a:endCxn id="284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3" name="Google Shape;2863;p58"/>
              <p:cNvCxnSpPr>
                <a:stCxn id="2848" idx="5"/>
                <a:endCxn id="285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4" name="Google Shape;2864;p58"/>
              <p:cNvCxnSpPr>
                <a:stCxn id="2854" idx="7"/>
                <a:endCxn id="285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5" name="Google Shape;2865;p58"/>
              <p:cNvCxnSpPr>
                <a:stCxn id="2854" idx="5"/>
                <a:endCxn id="285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6" name="Google Shape;2866;p58"/>
              <p:cNvCxnSpPr>
                <a:stCxn id="2850" idx="0"/>
                <a:endCxn id="285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7" name="Google Shape;2867;p58"/>
              <p:cNvCxnSpPr>
                <a:stCxn id="2850" idx="7"/>
                <a:endCxn id="285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8" name="Google Shape;2868;p58"/>
              <p:cNvCxnSpPr>
                <a:stCxn id="2851" idx="6"/>
                <a:endCxn id="285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9" name="Google Shape;2869;p58"/>
              <p:cNvCxnSpPr>
                <a:stCxn id="2855" idx="0"/>
                <a:endCxn id="284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0" name="Google Shape;2870;p58"/>
              <p:cNvCxnSpPr>
                <a:stCxn id="2852" idx="4"/>
                <a:endCxn id="285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1" name="Google Shape;2871;p58"/>
              <p:cNvCxnSpPr>
                <a:stCxn id="2849" idx="4"/>
                <a:endCxn id="285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2" name="Google Shape;2872;p58"/>
              <p:cNvCxnSpPr>
                <a:stCxn id="2848" idx="5"/>
                <a:endCxn id="285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3" name="Google Shape;2873;p58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74" name="Google Shape;2874;p58"/>
              <p:cNvCxnSpPr>
                <a:stCxn id="2855" idx="4"/>
                <a:endCxn id="287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5" name="Google Shape;2875;p58"/>
              <p:cNvCxnSpPr>
                <a:stCxn id="2873" idx="2"/>
                <a:endCxn id="285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6" name="Google Shape;2876;p58"/>
              <p:cNvCxnSpPr>
                <a:stCxn id="2873" idx="0"/>
                <a:endCxn id="284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7" name="Google Shape;2877;p58"/>
              <p:cNvCxnSpPr>
                <a:stCxn id="2873" idx="1"/>
                <a:endCxn id="285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8" name="Google Shape;2878;p58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79" name="Google Shape;2879;p58"/>
              <p:cNvCxnSpPr>
                <a:stCxn id="2873" idx="2"/>
                <a:endCxn id="287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0" name="Google Shape;2880;p58"/>
              <p:cNvCxnSpPr>
                <a:stCxn id="2878" idx="1"/>
                <a:endCxn id="285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2" name="Google Shape;2882;p5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2883" name="Google Shape;2883;p5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2884" name="Google Shape;2884;p5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85" name="Google Shape;2885;p5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86" name="Google Shape;2886;p5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887" name="Google Shape;2887;p5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2888" name="Google Shape;2888;p5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89" name="Google Shape;2889;p5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0" name="Google Shape;2890;p5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1" name="Google Shape;2891;p5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892" name="Google Shape;2892;p59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2893" name="Google Shape;2893;p5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2894" name="Google Shape;2894;p5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5" name="Google Shape;2895;p5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6" name="Google Shape;2896;p5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7" name="Google Shape;2897;p5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8" name="Google Shape;2898;p5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9" name="Google Shape;2899;p5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00" name="Google Shape;2900;p5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01" name="Google Shape;2901;p5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02" name="Google Shape;2902;p59"/>
              <p:cNvCxnSpPr>
                <a:stCxn id="2898" idx="5"/>
                <a:endCxn id="289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3" name="Google Shape;2903;p59"/>
              <p:cNvCxnSpPr>
                <a:stCxn id="2899" idx="4"/>
                <a:endCxn id="289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4" name="Google Shape;2904;p59"/>
              <p:cNvCxnSpPr>
                <a:stCxn id="2894" idx="0"/>
                <a:endCxn id="289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5" name="Google Shape;2905;p59"/>
              <p:cNvCxnSpPr>
                <a:stCxn id="2898" idx="6"/>
                <a:endCxn id="289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6" name="Google Shape;2906;p59"/>
              <p:cNvCxnSpPr>
                <a:stCxn id="2899" idx="6"/>
                <a:endCxn id="289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7" name="Google Shape;2907;p59"/>
              <p:cNvCxnSpPr>
                <a:stCxn id="2897" idx="6"/>
                <a:endCxn id="289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8" name="Google Shape;2908;p59"/>
              <p:cNvCxnSpPr>
                <a:stCxn id="2894" idx="6"/>
                <a:endCxn id="290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9" name="Google Shape;2909;p59"/>
              <p:cNvCxnSpPr>
                <a:stCxn id="2894" idx="7"/>
                <a:endCxn id="289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0" name="Google Shape;2910;p59"/>
              <p:cNvCxnSpPr>
                <a:stCxn id="2900" idx="7"/>
                <a:endCxn id="289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1" name="Google Shape;2911;p59"/>
              <p:cNvCxnSpPr>
                <a:stCxn id="2896" idx="0"/>
                <a:endCxn id="289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2" name="Google Shape;2912;p59"/>
              <p:cNvCxnSpPr>
                <a:stCxn id="2901" idx="2"/>
                <a:endCxn id="289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3" name="Google Shape;2913;p59"/>
              <p:cNvCxnSpPr>
                <a:stCxn id="2899" idx="7"/>
                <a:endCxn id="290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4" name="Google Shape;2914;p5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15" name="Google Shape;2915;p59"/>
              <p:cNvCxnSpPr>
                <a:stCxn id="2901" idx="3"/>
                <a:endCxn id="291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6" name="Google Shape;2916;p59"/>
              <p:cNvCxnSpPr>
                <a:stCxn id="2914" idx="2"/>
                <a:endCxn id="289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7" name="Google Shape;2917;p59"/>
              <p:cNvCxnSpPr>
                <a:stCxn id="2914" idx="0"/>
                <a:endCxn id="289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8" name="Google Shape;2918;p59"/>
              <p:cNvCxnSpPr>
                <a:stCxn id="2914" idx="1"/>
                <a:endCxn id="289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9" name="Google Shape;2919;p5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0" name="Google Shape;2920;p59"/>
              <p:cNvCxnSpPr>
                <a:stCxn id="2896" idx="2"/>
                <a:endCxn id="291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1" name="Google Shape;2921;p59"/>
              <p:cNvCxnSpPr>
                <a:stCxn id="2919" idx="3"/>
                <a:endCxn id="289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2" name="Google Shape;2922;p59"/>
              <p:cNvCxnSpPr>
                <a:stCxn id="2897" idx="4"/>
                <a:endCxn id="291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3" name="Google Shape;2923;p5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4" name="Google Shape;2924;p59"/>
              <p:cNvCxnSpPr>
                <a:stCxn id="2897" idx="0"/>
                <a:endCxn id="292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5" name="Google Shape;2925;p59"/>
              <p:cNvCxnSpPr>
                <a:stCxn id="2898" idx="7"/>
                <a:endCxn id="292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26" name="Google Shape;2926;p59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2927" name="Google Shape;2927;p5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28" name="Google Shape;2928;p5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29" name="Google Shape;2929;p5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30" name="Google Shape;2930;p5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31" name="Google Shape;2931;p5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32" name="Google Shape;2932;p5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33" name="Google Shape;2933;p5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34" name="Google Shape;2934;p5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35" name="Google Shape;2935;p59"/>
              <p:cNvCxnSpPr>
                <a:stCxn id="2932" idx="4"/>
                <a:endCxn id="293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6" name="Google Shape;2936;p59"/>
              <p:cNvCxnSpPr>
                <a:stCxn id="2927" idx="7"/>
                <a:endCxn id="293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7" name="Google Shape;2937;p59"/>
              <p:cNvCxnSpPr>
                <a:stCxn id="2931" idx="7"/>
                <a:endCxn id="293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8" name="Google Shape;2938;p59"/>
              <p:cNvCxnSpPr>
                <a:stCxn id="2932" idx="6"/>
                <a:endCxn id="292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9" name="Google Shape;2939;p59"/>
              <p:cNvCxnSpPr>
                <a:stCxn id="2930" idx="7"/>
                <a:endCxn id="292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0" name="Google Shape;2940;p59"/>
              <p:cNvCxnSpPr>
                <a:stCxn id="2927" idx="6"/>
                <a:endCxn id="293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1" name="Google Shape;2941;p59"/>
              <p:cNvCxnSpPr>
                <a:stCxn id="2933" idx="0"/>
                <a:endCxn id="293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2" name="Google Shape;2942;p59"/>
              <p:cNvCxnSpPr>
                <a:stCxn id="2933" idx="5"/>
                <a:endCxn id="292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3" name="Google Shape;2943;p59"/>
              <p:cNvCxnSpPr>
                <a:stCxn id="2929" idx="0"/>
                <a:endCxn id="293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4" name="Google Shape;2944;p59"/>
              <p:cNvCxnSpPr>
                <a:stCxn id="2929" idx="7"/>
                <a:endCxn id="293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5" name="Google Shape;2945;p59"/>
              <p:cNvCxnSpPr>
                <a:stCxn id="2930" idx="6"/>
                <a:endCxn id="293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6" name="Google Shape;2946;p59"/>
              <p:cNvCxnSpPr>
                <a:stCxn id="2934" idx="0"/>
                <a:endCxn id="292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7" name="Google Shape;2947;p59"/>
              <p:cNvCxnSpPr>
                <a:stCxn id="2932" idx="5"/>
                <a:endCxn id="293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8" name="Google Shape;2948;p59"/>
              <p:cNvCxnSpPr>
                <a:stCxn id="2931" idx="6"/>
                <a:endCxn id="293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59"/>
              <p:cNvCxnSpPr>
                <a:stCxn id="2931" idx="5"/>
                <a:endCxn id="293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59"/>
              <p:cNvCxnSpPr>
                <a:stCxn id="2928" idx="4"/>
                <a:endCxn id="292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1" name="Google Shape;2951;p5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52" name="Google Shape;2952;p59"/>
              <p:cNvCxnSpPr>
                <a:stCxn id="2934" idx="4"/>
                <a:endCxn id="295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3" name="Google Shape;2953;p59"/>
              <p:cNvCxnSpPr>
                <a:stCxn id="2951" idx="1"/>
                <a:endCxn id="292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4" name="Google Shape;2954;p5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55" name="Google Shape;2955;p59"/>
              <p:cNvCxnSpPr>
                <a:stCxn id="2951" idx="2"/>
                <a:endCxn id="295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59"/>
              <p:cNvCxnSpPr>
                <a:stCxn id="2954" idx="1"/>
                <a:endCxn id="293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59"/>
              <p:cNvCxnSpPr>
                <a:stCxn id="2954" idx="7"/>
                <a:endCxn id="292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61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63" name="Google Shape;2963;p61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964" name="Google Shape;2964;p61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2965" name="Google Shape;2965;p61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2966" name="Google Shape;2966;p61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67" name="Google Shape;2967;p61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68" name="Google Shape;2968;p61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69" name="Google Shape;2969;p61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70" name="Google Shape;2970;p61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71" name="Google Shape;2971;p61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72" name="Google Shape;2972;p61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73" name="Google Shape;2973;p61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74" name="Google Shape;2974;p61"/>
              <p:cNvCxnSpPr>
                <a:stCxn id="2970" idx="5"/>
                <a:endCxn id="296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5" name="Google Shape;2975;p61"/>
              <p:cNvCxnSpPr>
                <a:stCxn id="2971" idx="4"/>
                <a:endCxn id="296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6" name="Google Shape;2976;p61"/>
              <p:cNvCxnSpPr>
                <a:stCxn id="2966" idx="6"/>
                <a:endCxn id="296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7" name="Google Shape;2977;p61"/>
              <p:cNvCxnSpPr>
                <a:stCxn id="2966" idx="0"/>
                <a:endCxn id="297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8" name="Google Shape;2978;p61"/>
              <p:cNvCxnSpPr>
                <a:stCxn id="2970" idx="7"/>
                <a:endCxn id="297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9" name="Google Shape;2979;p61"/>
              <p:cNvCxnSpPr>
                <a:stCxn id="2971" idx="6"/>
                <a:endCxn id="296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0" name="Google Shape;2980;p61"/>
              <p:cNvCxnSpPr>
                <a:stCxn id="2969" idx="7"/>
                <a:endCxn id="296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1" name="Google Shape;2981;p61"/>
              <p:cNvCxnSpPr>
                <a:stCxn id="2966" idx="5"/>
                <a:endCxn id="297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2" name="Google Shape;2982;p61"/>
              <p:cNvCxnSpPr>
                <a:stCxn id="2972" idx="7"/>
                <a:endCxn id="296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3" name="Google Shape;2983;p61"/>
              <p:cNvCxnSpPr>
                <a:stCxn id="2972" idx="7"/>
                <a:endCxn id="296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4" name="Google Shape;2984;p61"/>
              <p:cNvCxnSpPr>
                <a:stCxn id="2968" idx="0"/>
                <a:endCxn id="296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5" name="Google Shape;2985;p61"/>
              <p:cNvCxnSpPr>
                <a:stCxn id="2968" idx="7"/>
                <a:endCxn id="297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6" name="Google Shape;2986;p61"/>
              <p:cNvCxnSpPr>
                <a:stCxn id="2973" idx="1"/>
                <a:endCxn id="296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7" name="Google Shape;2987;p61"/>
              <p:cNvCxnSpPr>
                <a:stCxn id="2970" idx="6"/>
                <a:endCxn id="297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8" name="Google Shape;2988;p61"/>
              <p:cNvCxnSpPr>
                <a:stCxn id="2967" idx="4"/>
                <a:endCxn id="296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9" name="Google Shape;2989;p61"/>
              <p:cNvCxnSpPr>
                <a:stCxn id="2966" idx="5"/>
                <a:endCxn id="296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90" name="Google Shape;2990;p61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91" name="Google Shape;2991;p61"/>
              <p:cNvCxnSpPr>
                <a:stCxn id="2973" idx="2"/>
                <a:endCxn id="299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2" name="Google Shape;2992;p61"/>
              <p:cNvCxnSpPr>
                <a:stCxn id="2990" idx="2"/>
                <a:endCxn id="296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3" name="Google Shape;2993;p61"/>
              <p:cNvCxnSpPr>
                <a:stCxn id="2990" idx="0"/>
                <a:endCxn id="296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4" name="Google Shape;2994;p61"/>
              <p:cNvCxnSpPr>
                <a:stCxn id="2990" idx="1"/>
                <a:endCxn id="296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95" name="Google Shape;2995;p61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96" name="Google Shape;2996;p61"/>
              <p:cNvCxnSpPr>
                <a:stCxn id="2968" idx="2"/>
                <a:endCxn id="299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7" name="Google Shape;2997;p61"/>
              <p:cNvCxnSpPr>
                <a:stCxn id="2995" idx="1"/>
                <a:endCxn id="297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98" name="Google Shape;2998;p61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2999" name="Google Shape;2999;p61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0" name="Google Shape;3000;p61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1" name="Google Shape;3001;p61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2" name="Google Shape;3002;p61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3" name="Google Shape;3003;p61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4" name="Google Shape;3004;p61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5" name="Google Shape;3005;p61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06" name="Google Shape;3006;p61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07" name="Google Shape;3007;p61"/>
              <p:cNvCxnSpPr>
                <a:stCxn id="3003" idx="5"/>
                <a:endCxn id="300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8" name="Google Shape;3008;p61"/>
              <p:cNvCxnSpPr>
                <a:stCxn id="3004" idx="4"/>
                <a:endCxn id="300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9" name="Google Shape;3009;p61"/>
              <p:cNvCxnSpPr>
                <a:stCxn id="2999" idx="6"/>
                <a:endCxn id="300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0" name="Google Shape;3010;p61"/>
              <p:cNvCxnSpPr>
                <a:stCxn id="3003" idx="7"/>
                <a:endCxn id="300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1" name="Google Shape;3011;p61"/>
              <p:cNvCxnSpPr>
                <a:stCxn id="3004" idx="6"/>
                <a:endCxn id="300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2" name="Google Shape;3012;p61"/>
              <p:cNvCxnSpPr>
                <a:stCxn id="3002" idx="7"/>
                <a:endCxn id="300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3" name="Google Shape;3013;p61"/>
              <p:cNvCxnSpPr>
                <a:stCxn id="2999" idx="6"/>
                <a:endCxn id="300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4" name="Google Shape;3014;p61"/>
              <p:cNvCxnSpPr>
                <a:stCxn id="3005" idx="7"/>
                <a:endCxn id="300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5" name="Google Shape;3015;p61"/>
              <p:cNvCxnSpPr>
                <a:stCxn id="3005" idx="5"/>
                <a:endCxn id="300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6" name="Google Shape;3016;p61"/>
              <p:cNvCxnSpPr>
                <a:stCxn id="3001" idx="0"/>
                <a:endCxn id="300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7" name="Google Shape;3017;p61"/>
              <p:cNvCxnSpPr>
                <a:stCxn id="3001" idx="7"/>
                <a:endCxn id="300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8" name="Google Shape;3018;p61"/>
              <p:cNvCxnSpPr>
                <a:stCxn id="3002" idx="6"/>
                <a:endCxn id="300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9" name="Google Shape;3019;p61"/>
              <p:cNvCxnSpPr>
                <a:stCxn id="3006" idx="0"/>
                <a:endCxn id="300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0" name="Google Shape;3020;p61"/>
              <p:cNvCxnSpPr>
                <a:stCxn id="3004" idx="5"/>
                <a:endCxn id="300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1" name="Google Shape;3021;p61"/>
              <p:cNvCxnSpPr>
                <a:stCxn id="3003" idx="6"/>
                <a:endCxn id="300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2" name="Google Shape;3022;p61"/>
              <p:cNvCxnSpPr>
                <a:stCxn id="3003" idx="4"/>
                <a:endCxn id="300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3" name="Google Shape;3023;p61"/>
              <p:cNvCxnSpPr>
                <a:stCxn id="3000" idx="4"/>
                <a:endCxn id="300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4" name="Google Shape;3024;p61"/>
              <p:cNvCxnSpPr>
                <a:stCxn id="2999" idx="6"/>
                <a:endCxn id="300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25" name="Google Shape;3025;p61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26" name="Google Shape;3026;p61"/>
              <p:cNvCxnSpPr>
                <a:stCxn id="3006" idx="4"/>
                <a:endCxn id="302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7" name="Google Shape;3027;p61"/>
              <p:cNvCxnSpPr>
                <a:stCxn id="3025" idx="2"/>
                <a:endCxn id="300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8" name="Google Shape;3028;p61"/>
              <p:cNvCxnSpPr>
                <a:stCxn id="3025" idx="0"/>
                <a:endCxn id="300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9" name="Google Shape;3029;p61"/>
              <p:cNvCxnSpPr>
                <a:stCxn id="3025" idx="1"/>
                <a:endCxn id="300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30" name="Google Shape;3030;p61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31" name="Google Shape;3031;p61"/>
              <p:cNvCxnSpPr>
                <a:stCxn id="3025" idx="2"/>
                <a:endCxn id="303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2" name="Google Shape;3032;p61"/>
              <p:cNvCxnSpPr>
                <a:stCxn id="3030" idx="1"/>
                <a:endCxn id="300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62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35" name="Google Shape;3035;p62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36" name="Google Shape;3036;p62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37" name="Google Shape;3037;p62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3038" name="Google Shape;3038;p62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3039" name="Google Shape;3039;p62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0" name="Google Shape;3040;p62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1" name="Google Shape;3041;p62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2" name="Google Shape;3042;p62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3" name="Google Shape;3043;p62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4" name="Google Shape;3044;p62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5" name="Google Shape;3045;p62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6" name="Google Shape;3046;p62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47" name="Google Shape;3047;p62"/>
              <p:cNvCxnSpPr>
                <a:stCxn id="3043" idx="5"/>
                <a:endCxn id="304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8" name="Google Shape;3048;p62"/>
              <p:cNvCxnSpPr>
                <a:stCxn id="3044" idx="4"/>
                <a:endCxn id="304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9" name="Google Shape;3049;p62"/>
              <p:cNvCxnSpPr>
                <a:stCxn id="3039" idx="6"/>
                <a:endCxn id="304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0" name="Google Shape;3050;p62"/>
              <p:cNvCxnSpPr>
                <a:stCxn id="3043" idx="7"/>
                <a:endCxn id="304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1" name="Google Shape;3051;p62"/>
              <p:cNvCxnSpPr>
                <a:stCxn id="3044" idx="6"/>
                <a:endCxn id="304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2" name="Google Shape;3052;p62"/>
              <p:cNvCxnSpPr>
                <a:stCxn id="3042" idx="7"/>
                <a:endCxn id="304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62"/>
              <p:cNvCxnSpPr>
                <a:stCxn id="3039" idx="6"/>
                <a:endCxn id="304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62"/>
              <p:cNvCxnSpPr>
                <a:stCxn id="3045" idx="6"/>
                <a:endCxn id="304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5" name="Google Shape;3055;p62"/>
              <p:cNvCxnSpPr>
                <a:stCxn id="3045" idx="6"/>
                <a:endCxn id="304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6" name="Google Shape;3056;p62"/>
              <p:cNvCxnSpPr>
                <a:stCxn id="3041" idx="7"/>
                <a:endCxn id="304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7" name="Google Shape;3057;p62"/>
              <p:cNvCxnSpPr>
                <a:stCxn id="3042" idx="6"/>
                <a:endCxn id="304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8" name="Google Shape;3058;p62"/>
              <p:cNvCxnSpPr>
                <a:stCxn id="3046" idx="0"/>
                <a:endCxn id="304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9" name="Google Shape;3059;p62"/>
              <p:cNvCxnSpPr>
                <a:stCxn id="3044" idx="5"/>
                <a:endCxn id="304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0" name="Google Shape;3060;p62"/>
              <p:cNvCxnSpPr>
                <a:stCxn id="3043" idx="6"/>
                <a:endCxn id="304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1" name="Google Shape;3061;p62"/>
              <p:cNvCxnSpPr>
                <a:stCxn id="3043" idx="4"/>
                <a:endCxn id="304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62" name="Google Shape;3062;p62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63" name="Google Shape;3063;p62"/>
              <p:cNvCxnSpPr>
                <a:stCxn id="3046" idx="4"/>
                <a:endCxn id="306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4" name="Google Shape;3064;p62"/>
              <p:cNvCxnSpPr>
                <a:stCxn id="3062" idx="1"/>
                <a:endCxn id="304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5" name="Google Shape;3065;p62"/>
              <p:cNvCxnSpPr>
                <a:stCxn id="3062" idx="1"/>
                <a:endCxn id="304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66" name="Google Shape;3066;p62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67" name="Google Shape;3067;p62"/>
              <p:cNvCxnSpPr>
                <a:stCxn id="3044" idx="0"/>
                <a:endCxn id="306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8" name="Google Shape;3068;p62"/>
              <p:cNvCxnSpPr>
                <a:stCxn id="3040" idx="0"/>
                <a:endCxn id="306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069" name="Google Shape;3069;p62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3070" name="Google Shape;3070;p62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1" name="Google Shape;3071;p62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2" name="Google Shape;3072;p62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3" name="Google Shape;3073;p62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4" name="Google Shape;3074;p62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5" name="Google Shape;3075;p62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6" name="Google Shape;3076;p62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7" name="Google Shape;3077;p62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78" name="Google Shape;3078;p62"/>
              <p:cNvCxnSpPr>
                <a:stCxn id="3074" idx="5"/>
                <a:endCxn id="307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9" name="Google Shape;3079;p62"/>
              <p:cNvCxnSpPr>
                <a:stCxn id="3075" idx="4"/>
                <a:endCxn id="307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0" name="Google Shape;3080;p62"/>
              <p:cNvCxnSpPr>
                <a:stCxn id="3070" idx="6"/>
                <a:endCxn id="307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1" name="Google Shape;3081;p62"/>
              <p:cNvCxnSpPr>
                <a:stCxn id="3070" idx="0"/>
                <a:endCxn id="307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2" name="Google Shape;3082;p62"/>
              <p:cNvCxnSpPr>
                <a:stCxn id="3074" idx="7"/>
                <a:endCxn id="307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3" name="Google Shape;3083;p62"/>
              <p:cNvCxnSpPr>
                <a:stCxn id="3075" idx="6"/>
                <a:endCxn id="307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4" name="Google Shape;3084;p62"/>
              <p:cNvCxnSpPr>
                <a:stCxn id="3073" idx="7"/>
                <a:endCxn id="307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5" name="Google Shape;3085;p62"/>
              <p:cNvCxnSpPr>
                <a:stCxn id="3070" idx="5"/>
                <a:endCxn id="307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6" name="Google Shape;3086;p62"/>
              <p:cNvCxnSpPr>
                <a:stCxn id="3076" idx="7"/>
                <a:endCxn id="307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7" name="Google Shape;3087;p62"/>
              <p:cNvCxnSpPr>
                <a:stCxn id="3076" idx="7"/>
                <a:endCxn id="307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8" name="Google Shape;3088;p62"/>
              <p:cNvCxnSpPr>
                <a:stCxn id="3072" idx="0"/>
                <a:endCxn id="307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9" name="Google Shape;3089;p62"/>
              <p:cNvCxnSpPr>
                <a:stCxn id="3077" idx="1"/>
                <a:endCxn id="307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0" name="Google Shape;3090;p62"/>
              <p:cNvCxnSpPr>
                <a:stCxn id="3074" idx="6"/>
                <a:endCxn id="307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1" name="Google Shape;3091;p62"/>
              <p:cNvCxnSpPr>
                <a:stCxn id="3071" idx="4"/>
                <a:endCxn id="307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92" name="Google Shape;3092;p62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93" name="Google Shape;3093;p62"/>
              <p:cNvCxnSpPr>
                <a:stCxn id="3077" idx="2"/>
                <a:endCxn id="309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4" name="Google Shape;3094;p62"/>
              <p:cNvCxnSpPr>
                <a:stCxn id="3092" idx="2"/>
                <a:endCxn id="307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5" name="Google Shape;3095;p62"/>
              <p:cNvCxnSpPr>
                <a:stCxn id="3092" idx="0"/>
                <a:endCxn id="307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6" name="Google Shape;3096;p62"/>
              <p:cNvCxnSpPr>
                <a:stCxn id="3092" idx="1"/>
                <a:endCxn id="307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97" name="Google Shape;3097;p62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098" name="Google Shape;3098;p62"/>
              <p:cNvCxnSpPr>
                <a:stCxn id="3072" idx="3"/>
                <a:endCxn id="309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9" name="Google Shape;3099;p62"/>
              <p:cNvCxnSpPr>
                <a:stCxn id="3097" idx="0"/>
                <a:endCxn id="307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00" name="Google Shape;3100;p62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01" name="Google Shape;3101;p62"/>
              <p:cNvCxnSpPr>
                <a:stCxn id="3070" idx="6"/>
                <a:endCxn id="310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2" name="Google Shape;3102;p62"/>
              <p:cNvCxnSpPr>
                <a:stCxn id="3076" idx="0"/>
                <a:endCxn id="310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3" name="Google Shape;3103;p62"/>
              <p:cNvCxnSpPr>
                <a:stCxn id="3100" idx="6"/>
                <a:endCxn id="307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04" name="Google Shape;3104;p62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05" name="Google Shape;3105;p62"/>
              <p:cNvCxnSpPr>
                <a:stCxn id="3097" idx="5"/>
                <a:endCxn id="310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6" name="Google Shape;3106;p62"/>
              <p:cNvCxnSpPr>
                <a:stCxn id="3104" idx="7"/>
                <a:endCxn id="307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07" name="Google Shape;3107;p62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08" name="Google Shape;3108;p62"/>
              <p:cNvCxnSpPr>
                <a:stCxn id="3097" idx="0"/>
                <a:endCxn id="310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9" name="Google Shape;3109;p62"/>
              <p:cNvCxnSpPr>
                <a:stCxn id="3107" idx="1"/>
                <a:endCxn id="307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0" name="Google Shape;3110;p62"/>
              <p:cNvCxnSpPr>
                <a:stCxn id="3107" idx="6"/>
                <a:endCxn id="307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1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3" name="Google Shape;3113;p63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114" name="Google Shape;3114;p63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3115" name="Google Shape;3115;p63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3116" name="Google Shape;3116;p63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17" name="Google Shape;3117;p63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18" name="Google Shape;3118;p63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19" name="Google Shape;3119;p63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20" name="Google Shape;3120;p63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21" name="Google Shape;3121;p63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22" name="Google Shape;3122;p63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23" name="Google Shape;3123;p63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24" name="Google Shape;3124;p63"/>
              <p:cNvCxnSpPr>
                <a:stCxn id="3120" idx="5"/>
                <a:endCxn id="311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5" name="Google Shape;3125;p63"/>
              <p:cNvCxnSpPr>
                <a:stCxn id="3121" idx="4"/>
                <a:endCxn id="311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6" name="Google Shape;3126;p63"/>
              <p:cNvCxnSpPr>
                <a:stCxn id="3116" idx="6"/>
                <a:endCxn id="312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7" name="Google Shape;3127;p63"/>
              <p:cNvCxnSpPr>
                <a:stCxn id="3120" idx="7"/>
                <a:endCxn id="312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8" name="Google Shape;3128;p63"/>
              <p:cNvCxnSpPr>
                <a:stCxn id="3121" idx="6"/>
                <a:endCxn id="311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9" name="Google Shape;3129;p63"/>
              <p:cNvCxnSpPr>
                <a:stCxn id="3119" idx="7"/>
                <a:endCxn id="311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0" name="Google Shape;3130;p63"/>
              <p:cNvCxnSpPr>
                <a:stCxn id="3116" idx="6"/>
                <a:endCxn id="312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1" name="Google Shape;3131;p63"/>
              <p:cNvCxnSpPr>
                <a:stCxn id="3122" idx="6"/>
                <a:endCxn id="311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2" name="Google Shape;3132;p63"/>
              <p:cNvCxnSpPr>
                <a:stCxn id="3122" idx="5"/>
                <a:endCxn id="311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3" name="Google Shape;3133;p63"/>
              <p:cNvCxnSpPr>
                <a:stCxn id="3118" idx="0"/>
                <a:endCxn id="311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4" name="Google Shape;3134;p63"/>
              <p:cNvCxnSpPr>
                <a:stCxn id="3118" idx="7"/>
                <a:endCxn id="312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5" name="Google Shape;3135;p63"/>
              <p:cNvCxnSpPr>
                <a:stCxn id="3119" idx="6"/>
                <a:endCxn id="312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6" name="Google Shape;3136;p63"/>
              <p:cNvCxnSpPr>
                <a:stCxn id="3123" idx="0"/>
                <a:endCxn id="311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7" name="Google Shape;3137;p63"/>
              <p:cNvCxnSpPr>
                <a:stCxn id="3121" idx="5"/>
                <a:endCxn id="312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8" name="Google Shape;3138;p63"/>
              <p:cNvCxnSpPr>
                <a:stCxn id="3120" idx="6"/>
                <a:endCxn id="312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9" name="Google Shape;3139;p63"/>
              <p:cNvCxnSpPr>
                <a:stCxn id="3120" idx="4"/>
                <a:endCxn id="311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0" name="Google Shape;3140;p63"/>
              <p:cNvCxnSpPr>
                <a:stCxn id="3117" idx="4"/>
                <a:endCxn id="311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41" name="Google Shape;3141;p63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42" name="Google Shape;3142;p63"/>
              <p:cNvCxnSpPr>
                <a:stCxn id="3123" idx="4"/>
                <a:endCxn id="314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3" name="Google Shape;3143;p63"/>
              <p:cNvCxnSpPr>
                <a:stCxn id="3141" idx="1"/>
                <a:endCxn id="311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4" name="Google Shape;3144;p63"/>
              <p:cNvCxnSpPr>
                <a:stCxn id="3141" idx="0"/>
                <a:endCxn id="311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5" name="Google Shape;3145;p63"/>
              <p:cNvCxnSpPr>
                <a:stCxn id="3141" idx="1"/>
                <a:endCxn id="311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46" name="Google Shape;3146;p63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47" name="Google Shape;3147;p63"/>
              <p:cNvCxnSpPr>
                <a:stCxn id="3141" idx="2"/>
                <a:endCxn id="314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8" name="Google Shape;3148;p63"/>
              <p:cNvCxnSpPr>
                <a:stCxn id="3146" idx="1"/>
                <a:endCxn id="312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9" name="Google Shape;3149;p63"/>
              <p:cNvCxnSpPr>
                <a:stCxn id="3146" idx="7"/>
                <a:endCxn id="311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50" name="Google Shape;3150;p63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3151" name="Google Shape;3151;p63"/>
              <p:cNvCxnSpPr>
                <a:stCxn id="3152" idx="6"/>
                <a:endCxn id="315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53" name="Google Shape;3153;p6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54" name="Google Shape;3154;p6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55" name="Google Shape;3155;p6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56" name="Google Shape;3156;p6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57" name="Google Shape;3157;p6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58" name="Google Shape;3158;p63"/>
              <p:cNvCxnSpPr>
                <a:stCxn id="3157" idx="4"/>
                <a:endCxn id="315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9" name="Google Shape;3159;p63"/>
              <p:cNvCxnSpPr>
                <a:stCxn id="3156" idx="4"/>
                <a:endCxn id="315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0" name="Google Shape;3160;p63"/>
              <p:cNvCxnSpPr>
                <a:stCxn id="3156" idx="5"/>
                <a:endCxn id="315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1" name="Google Shape;3161;p63"/>
              <p:cNvCxnSpPr>
                <a:stCxn id="3156" idx="0"/>
                <a:endCxn id="315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2" name="Google Shape;3162;p63"/>
              <p:cNvCxnSpPr>
                <a:stCxn id="3156" idx="7"/>
                <a:endCxn id="315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3" name="Google Shape;3163;p63"/>
              <p:cNvCxnSpPr>
                <a:stCxn id="3154" idx="5"/>
                <a:endCxn id="315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4" name="Google Shape;3164;p63"/>
              <p:cNvCxnSpPr>
                <a:stCxn id="3154" idx="6"/>
                <a:endCxn id="315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5" name="Google Shape;3165;p63"/>
              <p:cNvCxnSpPr>
                <a:stCxn id="3166" idx="1"/>
                <a:endCxn id="315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7" name="Google Shape;3167;p63"/>
              <p:cNvCxnSpPr>
                <a:stCxn id="3157" idx="0"/>
                <a:endCxn id="315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8" name="Google Shape;3168;p63"/>
              <p:cNvCxnSpPr>
                <a:stCxn id="3157" idx="0"/>
                <a:endCxn id="316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69" name="Google Shape;3169;p6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70" name="Google Shape;3170;p63"/>
              <p:cNvCxnSpPr>
                <a:stCxn id="3154" idx="5"/>
                <a:endCxn id="316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1" name="Google Shape;3171;p63"/>
              <p:cNvCxnSpPr>
                <a:stCxn id="3166" idx="7"/>
                <a:endCxn id="316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2" name="Google Shape;3172;p63"/>
              <p:cNvCxnSpPr>
                <a:stCxn id="3169" idx="6"/>
                <a:endCxn id="315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3" name="Google Shape;3173;p6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74" name="Google Shape;3174;p63"/>
              <p:cNvCxnSpPr>
                <a:stCxn id="3173" idx="0"/>
                <a:endCxn id="315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5" name="Google Shape;3175;p63"/>
              <p:cNvCxnSpPr>
                <a:stCxn id="3173" idx="6"/>
                <a:endCxn id="315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6" name="Google Shape;3176;p63"/>
              <p:cNvCxnSpPr>
                <a:stCxn id="3173" idx="5"/>
                <a:endCxn id="315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7" name="Google Shape;3177;p63"/>
              <p:cNvCxnSpPr>
                <a:stCxn id="3173" idx="5"/>
                <a:endCxn id="315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66" name="Google Shape;3166;p6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52" name="Google Shape;3152;p6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178" name="Google Shape;3178;p63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3179" name="Google Shape;3179;p63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80" name="Google Shape;3180;p63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81" name="Google Shape;3181;p63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82" name="Google Shape;3182;p63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83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85" name="Google Shape;3185;p64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6" name="Google Shape;3186;p64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7" name="Google Shape;3187;p64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88" name="Google Shape;3188;p64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189" name="Google Shape;3189;p64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3190" name="Google Shape;3190;p64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3191" name="Google Shape;3191;p64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2" name="Google Shape;3192;p64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3" name="Google Shape;3193;p64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4" name="Google Shape;3194;p64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5" name="Google Shape;3195;p64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6" name="Google Shape;3196;p64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7" name="Google Shape;3197;p64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8" name="Google Shape;3198;p64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99" name="Google Shape;3199;p64"/>
              <p:cNvCxnSpPr>
                <a:stCxn id="3195" idx="5"/>
                <a:endCxn id="319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0" name="Google Shape;3200;p64"/>
              <p:cNvCxnSpPr>
                <a:stCxn id="3196" idx="4"/>
                <a:endCxn id="319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1" name="Google Shape;3201;p64"/>
              <p:cNvCxnSpPr>
                <a:stCxn id="3191" idx="6"/>
                <a:endCxn id="319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2" name="Google Shape;3202;p64"/>
              <p:cNvCxnSpPr>
                <a:stCxn id="3195" idx="7"/>
                <a:endCxn id="319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3" name="Google Shape;3203;p64"/>
              <p:cNvCxnSpPr>
                <a:stCxn id="3196" idx="6"/>
                <a:endCxn id="319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4" name="Google Shape;3204;p64"/>
              <p:cNvCxnSpPr>
                <a:stCxn id="3194" idx="7"/>
                <a:endCxn id="319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5" name="Google Shape;3205;p64"/>
              <p:cNvCxnSpPr>
                <a:stCxn id="3191" idx="6"/>
                <a:endCxn id="319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6" name="Google Shape;3206;p64"/>
              <p:cNvCxnSpPr>
                <a:stCxn id="3197" idx="6"/>
                <a:endCxn id="319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7" name="Google Shape;3207;p64"/>
              <p:cNvCxnSpPr>
                <a:stCxn id="3197" idx="5"/>
                <a:endCxn id="319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8" name="Google Shape;3208;p64"/>
              <p:cNvCxnSpPr>
                <a:stCxn id="3193" idx="0"/>
                <a:endCxn id="319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9" name="Google Shape;3209;p64"/>
              <p:cNvCxnSpPr>
                <a:stCxn id="3193" idx="7"/>
                <a:endCxn id="319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0" name="Google Shape;3210;p64"/>
              <p:cNvCxnSpPr>
                <a:stCxn id="3194" idx="6"/>
                <a:endCxn id="319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1" name="Google Shape;3211;p64"/>
              <p:cNvCxnSpPr>
                <a:stCxn id="3198" idx="0"/>
                <a:endCxn id="319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2" name="Google Shape;3212;p64"/>
              <p:cNvCxnSpPr>
                <a:stCxn id="3196" idx="5"/>
                <a:endCxn id="319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3" name="Google Shape;3213;p64"/>
              <p:cNvCxnSpPr>
                <a:stCxn id="3195" idx="6"/>
                <a:endCxn id="319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4" name="Google Shape;3214;p64"/>
              <p:cNvCxnSpPr>
                <a:stCxn id="3195" idx="4"/>
                <a:endCxn id="319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5" name="Google Shape;3215;p64"/>
              <p:cNvCxnSpPr>
                <a:stCxn id="3192" idx="4"/>
                <a:endCxn id="319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16" name="Google Shape;3216;p64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17" name="Google Shape;3217;p64"/>
              <p:cNvCxnSpPr>
                <a:stCxn id="3198" idx="4"/>
                <a:endCxn id="321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8" name="Google Shape;3218;p64"/>
              <p:cNvCxnSpPr>
                <a:stCxn id="3216" idx="1"/>
                <a:endCxn id="319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9" name="Google Shape;3219;p64"/>
              <p:cNvCxnSpPr>
                <a:stCxn id="3216" idx="0"/>
                <a:endCxn id="319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0" name="Google Shape;3220;p64"/>
              <p:cNvCxnSpPr>
                <a:stCxn id="3216" idx="1"/>
                <a:endCxn id="319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21" name="Google Shape;3221;p64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22" name="Google Shape;3222;p64"/>
              <p:cNvCxnSpPr>
                <a:stCxn id="3216" idx="2"/>
                <a:endCxn id="322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3" name="Google Shape;3223;p64"/>
              <p:cNvCxnSpPr>
                <a:stCxn id="3221" idx="1"/>
                <a:endCxn id="319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4" name="Google Shape;3224;p64"/>
              <p:cNvCxnSpPr>
                <a:stCxn id="3221" idx="7"/>
                <a:endCxn id="319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225" name="Google Shape;3225;p64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3226" name="Google Shape;3226;p64"/>
              <p:cNvCxnSpPr>
                <a:stCxn id="3227" idx="6"/>
                <a:endCxn id="322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28" name="Google Shape;3228;p6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9" name="Google Shape;3229;p6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0" name="Google Shape;3230;p6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1" name="Google Shape;3231;p6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2" name="Google Shape;3232;p64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3" name="Google Shape;3233;p64"/>
              <p:cNvCxnSpPr>
                <a:stCxn id="3232" idx="4"/>
                <a:endCxn id="323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4" name="Google Shape;3234;p64"/>
              <p:cNvCxnSpPr>
                <a:stCxn id="3231" idx="4"/>
                <a:endCxn id="323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5" name="Google Shape;3235;p64"/>
              <p:cNvCxnSpPr>
                <a:stCxn id="3231" idx="5"/>
                <a:endCxn id="323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6" name="Google Shape;3236;p64"/>
              <p:cNvCxnSpPr>
                <a:stCxn id="3231" idx="0"/>
                <a:endCxn id="322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7" name="Google Shape;3237;p64"/>
              <p:cNvCxnSpPr>
                <a:stCxn id="3231" idx="7"/>
                <a:endCxn id="322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8" name="Google Shape;3238;p64"/>
              <p:cNvCxnSpPr>
                <a:stCxn id="3229" idx="5"/>
                <a:endCxn id="322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9" name="Google Shape;3239;p64"/>
              <p:cNvCxnSpPr>
                <a:stCxn id="3229" idx="6"/>
                <a:endCxn id="322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0" name="Google Shape;3240;p64"/>
              <p:cNvCxnSpPr>
                <a:stCxn id="3241" idx="1"/>
                <a:endCxn id="322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2" name="Google Shape;3242;p64"/>
              <p:cNvCxnSpPr>
                <a:stCxn id="3232" idx="0"/>
                <a:endCxn id="322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3" name="Google Shape;3243;p64"/>
              <p:cNvCxnSpPr>
                <a:stCxn id="3232" idx="0"/>
                <a:endCxn id="324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44" name="Google Shape;3244;p6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45" name="Google Shape;3245;p64"/>
              <p:cNvCxnSpPr>
                <a:stCxn id="3229" idx="5"/>
                <a:endCxn id="324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6" name="Google Shape;3246;p64"/>
              <p:cNvCxnSpPr>
                <a:stCxn id="3241" idx="7"/>
                <a:endCxn id="324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7" name="Google Shape;3247;p64"/>
              <p:cNvCxnSpPr>
                <a:stCxn id="3244" idx="6"/>
                <a:endCxn id="322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48" name="Google Shape;3248;p6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49" name="Google Shape;3249;p64"/>
              <p:cNvCxnSpPr>
                <a:stCxn id="3248" idx="0"/>
                <a:endCxn id="322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0" name="Google Shape;3250;p64"/>
              <p:cNvCxnSpPr>
                <a:stCxn id="3248" idx="6"/>
                <a:endCxn id="322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1" name="Google Shape;3251;p64"/>
              <p:cNvCxnSpPr>
                <a:stCxn id="3248" idx="5"/>
                <a:endCxn id="323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2" name="Google Shape;3252;p64"/>
              <p:cNvCxnSpPr>
                <a:stCxn id="3248" idx="5"/>
                <a:endCxn id="323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41" name="Google Shape;3241;p6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7" name="Google Shape;3227;p6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253" name="Google Shape;3253;p64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254" name="Google Shape;3254;p64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255" name="Google Shape;3255;p64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6" name="Google Shape;3256;p6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7" name="Google Shape;3257;p6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8" name="Google Shape;3258;p6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59" name="Google Shape;3259;p64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260" name="Google Shape;3260;p6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1" name="Google Shape;3261;p6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2" name="Google Shape;3262;p6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63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265" name="Google Shape;3265;p65"/>
          <p:cNvCxnSpPr>
            <a:stCxn id="3266" idx="6"/>
            <a:endCxn id="326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68" name="Google Shape;3268;p65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269" name="Google Shape;3269;p65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270" name="Google Shape;3270;p65"/>
              <p:cNvCxnSpPr>
                <a:stCxn id="3267" idx="7"/>
                <a:endCxn id="327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71" name="Google Shape;3271;p65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2" name="Google Shape;3272;p65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3" name="Google Shape;3273;p65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7" name="Google Shape;3267;p65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4" name="Google Shape;3274;p65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5" name="Google Shape;3275;p65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76" name="Google Shape;3276;p65"/>
              <p:cNvCxnSpPr>
                <a:stCxn id="3275" idx="4"/>
                <a:endCxn id="327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7" name="Google Shape;3277;p65"/>
              <p:cNvCxnSpPr>
                <a:stCxn id="3274" idx="4"/>
                <a:endCxn id="327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8" name="Google Shape;3278;p65"/>
              <p:cNvCxnSpPr>
                <a:stCxn id="3274" idx="5"/>
                <a:endCxn id="327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9" name="Google Shape;3279;p65"/>
              <p:cNvCxnSpPr>
                <a:stCxn id="3274" idx="0"/>
                <a:endCxn id="327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0" name="Google Shape;3280;p65"/>
              <p:cNvCxnSpPr>
                <a:stCxn id="3274" idx="0"/>
                <a:endCxn id="326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1" name="Google Shape;3281;p65"/>
              <p:cNvCxnSpPr>
                <a:stCxn id="3272" idx="5"/>
                <a:endCxn id="326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2" name="Google Shape;3282;p65"/>
              <p:cNvCxnSpPr>
                <a:stCxn id="3272" idx="6"/>
                <a:endCxn id="327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3" name="Google Shape;3283;p65"/>
              <p:cNvCxnSpPr>
                <a:stCxn id="3267" idx="1"/>
                <a:endCxn id="327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4" name="Google Shape;3284;p65"/>
              <p:cNvCxnSpPr>
                <a:stCxn id="3275" idx="0"/>
                <a:endCxn id="326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5" name="Google Shape;3285;p65"/>
              <p:cNvCxnSpPr>
                <a:stCxn id="3275" idx="0"/>
                <a:endCxn id="326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66" name="Google Shape;3266;p6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86" name="Google Shape;3286;p65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287" name="Google Shape;3287;p65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8" name="Google Shape;3288;p65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9" name="Google Shape;3289;p65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0" name="Google Shape;3290;p65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1" name="Google Shape;3291;p65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2" name="Google Shape;3292;p65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3" name="Google Shape;3293;p65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94" name="Google Shape;3294;p65"/>
              <p:cNvCxnSpPr>
                <a:stCxn id="3293" idx="7"/>
                <a:endCxn id="328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5" name="Google Shape;3295;p65"/>
              <p:cNvCxnSpPr>
                <a:stCxn id="3288" idx="0"/>
                <a:endCxn id="329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6" name="Google Shape;3296;p65"/>
              <p:cNvCxnSpPr>
                <a:stCxn id="3293" idx="0"/>
                <a:endCxn id="329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7" name="Google Shape;3297;p65"/>
              <p:cNvCxnSpPr>
                <a:stCxn id="3289" idx="4"/>
                <a:endCxn id="329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8" name="Google Shape;3298;p65"/>
              <p:cNvCxnSpPr>
                <a:stCxn id="3291" idx="2"/>
                <a:endCxn id="328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9" name="Google Shape;3299;p65"/>
              <p:cNvCxnSpPr>
                <a:stCxn id="3290" idx="2"/>
                <a:endCxn id="328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0" name="Google Shape;3300;p65"/>
              <p:cNvCxnSpPr>
                <a:stCxn id="3287" idx="1"/>
                <a:endCxn id="329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1" name="Google Shape;3301;p65"/>
              <p:cNvCxnSpPr>
                <a:stCxn id="3287" idx="2"/>
                <a:endCxn id="329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2" name="Google Shape;3302;p65"/>
              <p:cNvCxnSpPr>
                <a:stCxn id="3290" idx="3"/>
                <a:endCxn id="329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3" name="Google Shape;3303;p65"/>
              <p:cNvCxnSpPr>
                <a:stCxn id="3291" idx="3"/>
                <a:endCxn id="328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04" name="Google Shape;3304;p65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05" name="Google Shape;3305;p65"/>
              <p:cNvCxnSpPr>
                <a:endCxn id="330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6" name="Google Shape;3306;p65"/>
              <p:cNvCxnSpPr>
                <a:stCxn id="3292" idx="3"/>
                <a:endCxn id="330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07" name="Google Shape;3307;p65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08" name="Google Shape;3308;p65"/>
              <p:cNvCxnSpPr>
                <a:stCxn id="3292" idx="1"/>
                <a:endCxn id="330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9" name="Google Shape;3309;p65"/>
              <p:cNvCxnSpPr>
                <a:stCxn id="3304" idx="0"/>
                <a:endCxn id="330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0" name="Google Shape;3310;p65"/>
              <p:cNvCxnSpPr>
                <a:stCxn id="3289" idx="2"/>
                <a:endCxn id="330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1" name="Google Shape;3311;p65"/>
              <p:cNvCxnSpPr>
                <a:stCxn id="3290" idx="2"/>
                <a:endCxn id="330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2" name="Google Shape;3312;p65"/>
              <p:cNvCxnSpPr>
                <a:stCxn id="3287" idx="2"/>
                <a:endCxn id="328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313" name="Google Shape;3313;p65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314" name="Google Shape;3314;p65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315" name="Google Shape;3315;p6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16" name="Google Shape;3316;p6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17" name="Google Shape;3317;p65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18" name="Google Shape;3318;p6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19" name="Google Shape;3319;p65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320" name="Google Shape;3320;p6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21" name="Google Shape;3321;p6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22" name="Google Shape;3322;p6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p66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25" name="Google Shape;3325;p66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326" name="Google Shape;3326;p66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327" name="Google Shape;3327;p66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328" name="Google Shape;3328;p66"/>
            <p:cNvCxnSpPr>
              <a:stCxn id="3329" idx="7"/>
              <a:endCxn id="333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30" name="Google Shape;3330;p66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1" name="Google Shape;3331;p66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2" name="Google Shape;3332;p66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3" name="Google Shape;3333;p66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4" name="Google Shape;3334;p66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5" name="Google Shape;3335;p66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336" name="Google Shape;3336;p66"/>
            <p:cNvCxnSpPr>
              <a:stCxn id="3335" idx="4"/>
              <a:endCxn id="333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7" name="Google Shape;3337;p66"/>
            <p:cNvCxnSpPr>
              <a:stCxn id="3334" idx="4"/>
              <a:endCxn id="333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8" name="Google Shape;3338;p66"/>
            <p:cNvCxnSpPr>
              <a:stCxn id="3334" idx="5"/>
              <a:endCxn id="333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9" name="Google Shape;3339;p66"/>
            <p:cNvCxnSpPr>
              <a:stCxn id="3334" idx="0"/>
              <a:endCxn id="333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0" name="Google Shape;3340;p66"/>
            <p:cNvCxnSpPr>
              <a:stCxn id="3334" idx="7"/>
              <a:endCxn id="332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1" name="Google Shape;3341;p66"/>
            <p:cNvCxnSpPr>
              <a:stCxn id="3331" idx="5"/>
              <a:endCxn id="332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2" name="Google Shape;3342;p66"/>
            <p:cNvCxnSpPr>
              <a:stCxn id="3331" idx="6"/>
              <a:endCxn id="333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3" name="Google Shape;3343;p66"/>
            <p:cNvCxnSpPr>
              <a:stCxn id="3333" idx="2"/>
              <a:endCxn id="333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4" name="Google Shape;3344;p66"/>
            <p:cNvCxnSpPr>
              <a:stCxn id="3335" idx="0"/>
              <a:endCxn id="332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5" name="Google Shape;3345;p66"/>
            <p:cNvCxnSpPr>
              <a:stCxn id="3335" idx="0"/>
              <a:endCxn id="333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29" name="Google Shape;3329;p66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46" name="Google Shape;3346;p66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347" name="Google Shape;3347;p66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48" name="Google Shape;3348;p66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49" name="Google Shape;3349;p66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50" name="Google Shape;3350;p66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51" name="Shape 3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2" name="Google Shape;3352;p67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53" name="Google Shape;3353;p67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3354" name="Google Shape;3354;p67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3355" name="Google Shape;3355;p67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6" name="Google Shape;3356;p67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7" name="Google Shape;3357;p67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8" name="Google Shape;3358;p67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9" name="Google Shape;3359;p67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0" name="Google Shape;3360;p67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1" name="Google Shape;3361;p67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2" name="Google Shape;3362;p67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63" name="Google Shape;3363;p67"/>
              <p:cNvCxnSpPr>
                <a:stCxn id="3359" idx="5"/>
                <a:endCxn id="335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4" name="Google Shape;3364;p67"/>
              <p:cNvCxnSpPr>
                <a:stCxn id="3360" idx="4"/>
                <a:endCxn id="335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5" name="Google Shape;3365;p67"/>
              <p:cNvCxnSpPr>
                <a:stCxn id="3355" idx="6"/>
                <a:endCxn id="335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6" name="Google Shape;3366;p67"/>
              <p:cNvCxnSpPr>
                <a:stCxn id="3355" idx="0"/>
                <a:endCxn id="335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7" name="Google Shape;3367;p67"/>
              <p:cNvCxnSpPr>
                <a:stCxn id="3359" idx="7"/>
                <a:endCxn id="336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8" name="Google Shape;3368;p67"/>
              <p:cNvCxnSpPr>
                <a:stCxn id="3360" idx="6"/>
                <a:endCxn id="335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9" name="Google Shape;3369;p67"/>
              <p:cNvCxnSpPr>
                <a:stCxn id="3358" idx="7"/>
                <a:endCxn id="335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0" name="Google Shape;3370;p67"/>
              <p:cNvCxnSpPr>
                <a:stCxn id="3355" idx="5"/>
                <a:endCxn id="336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1" name="Google Shape;3371;p67"/>
              <p:cNvCxnSpPr>
                <a:stCxn id="3361" idx="7"/>
                <a:endCxn id="335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2" name="Google Shape;3372;p67"/>
              <p:cNvCxnSpPr>
                <a:stCxn id="3361" idx="6"/>
                <a:endCxn id="335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3" name="Google Shape;3373;p67"/>
              <p:cNvCxnSpPr>
                <a:stCxn id="3357" idx="1"/>
                <a:endCxn id="335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4" name="Google Shape;3374;p67"/>
              <p:cNvCxnSpPr>
                <a:stCxn id="3362" idx="1"/>
                <a:endCxn id="335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5" name="Google Shape;3375;p67"/>
              <p:cNvCxnSpPr>
                <a:stCxn id="3359" idx="6"/>
                <a:endCxn id="336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6" name="Google Shape;3376;p67"/>
              <p:cNvCxnSpPr>
                <a:stCxn id="3356" idx="4"/>
                <a:endCxn id="335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7" name="Google Shape;3377;p67"/>
              <p:cNvCxnSpPr>
                <a:stCxn id="3355" idx="5"/>
                <a:endCxn id="335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8" name="Google Shape;3378;p67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79" name="Google Shape;3379;p67"/>
              <p:cNvCxnSpPr>
                <a:stCxn id="3362" idx="2"/>
                <a:endCxn id="337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0" name="Google Shape;3380;p67"/>
              <p:cNvCxnSpPr>
                <a:stCxn id="3378" idx="2"/>
                <a:endCxn id="335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1" name="Google Shape;3381;p67"/>
              <p:cNvCxnSpPr>
                <a:stCxn id="3378" idx="0"/>
                <a:endCxn id="335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2" name="Google Shape;3382;p67"/>
              <p:cNvCxnSpPr>
                <a:stCxn id="3378" idx="1"/>
                <a:endCxn id="335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3" name="Google Shape;3383;p67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84" name="Google Shape;3384;p67"/>
              <p:cNvCxnSpPr>
                <a:stCxn id="3357" idx="3"/>
                <a:endCxn id="338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5" name="Google Shape;3385;p67"/>
              <p:cNvCxnSpPr>
                <a:stCxn id="3383" idx="1"/>
                <a:endCxn id="336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386" name="Google Shape;3386;p67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3387" name="Google Shape;3387;p67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8" name="Google Shape;3388;p67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9" name="Google Shape;3389;p67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0" name="Google Shape;3390;p67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1" name="Google Shape;3391;p67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2" name="Google Shape;3392;p67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3" name="Google Shape;3393;p67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4" name="Google Shape;3394;p67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395" name="Google Shape;3395;p67"/>
              <p:cNvCxnSpPr>
                <a:stCxn id="3391" idx="5"/>
                <a:endCxn id="339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6" name="Google Shape;3396;p67"/>
              <p:cNvCxnSpPr>
                <a:stCxn id="3392" idx="4"/>
                <a:endCxn id="339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7" name="Google Shape;3397;p67"/>
              <p:cNvCxnSpPr>
                <a:stCxn id="3387" idx="6"/>
                <a:endCxn id="339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8" name="Google Shape;3398;p67"/>
              <p:cNvCxnSpPr>
                <a:stCxn id="3391" idx="7"/>
                <a:endCxn id="339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9" name="Google Shape;3399;p67"/>
              <p:cNvCxnSpPr>
                <a:stCxn id="3392" idx="6"/>
                <a:endCxn id="338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0" name="Google Shape;3400;p67"/>
              <p:cNvCxnSpPr>
                <a:stCxn id="3390" idx="7"/>
                <a:endCxn id="338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1" name="Google Shape;3401;p67"/>
              <p:cNvCxnSpPr>
                <a:stCxn id="3387" idx="6"/>
                <a:endCxn id="339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2" name="Google Shape;3402;p67"/>
              <p:cNvCxnSpPr>
                <a:stCxn id="3393" idx="7"/>
                <a:endCxn id="339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3" name="Google Shape;3403;p67"/>
              <p:cNvCxnSpPr>
                <a:stCxn id="3393" idx="5"/>
                <a:endCxn id="338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4" name="Google Shape;3404;p67"/>
              <p:cNvCxnSpPr>
                <a:stCxn id="3389" idx="0"/>
                <a:endCxn id="339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5" name="Google Shape;3405;p67"/>
              <p:cNvCxnSpPr>
                <a:stCxn id="3389" idx="7"/>
                <a:endCxn id="339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6" name="Google Shape;3406;p67"/>
              <p:cNvCxnSpPr>
                <a:stCxn id="3390" idx="6"/>
                <a:endCxn id="339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7" name="Google Shape;3407;p67"/>
              <p:cNvCxnSpPr>
                <a:stCxn id="3394" idx="0"/>
                <a:endCxn id="338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8" name="Google Shape;3408;p67"/>
              <p:cNvCxnSpPr>
                <a:stCxn id="3392" idx="5"/>
                <a:endCxn id="339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9" name="Google Shape;3409;p67"/>
              <p:cNvCxnSpPr>
                <a:stCxn id="3391" idx="6"/>
                <a:endCxn id="339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0" name="Google Shape;3410;p67"/>
              <p:cNvCxnSpPr>
                <a:stCxn id="3391" idx="4"/>
                <a:endCxn id="338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1" name="Google Shape;3411;p67"/>
              <p:cNvCxnSpPr>
                <a:stCxn id="3388" idx="4"/>
                <a:endCxn id="338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2" name="Google Shape;3412;p67"/>
              <p:cNvCxnSpPr>
                <a:stCxn id="3387" idx="6"/>
                <a:endCxn id="338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13" name="Google Shape;3413;p67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4" name="Google Shape;3414;p67"/>
              <p:cNvCxnSpPr>
                <a:stCxn id="3394" idx="4"/>
                <a:endCxn id="341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5" name="Google Shape;3415;p67"/>
              <p:cNvCxnSpPr>
                <a:stCxn id="3413" idx="2"/>
                <a:endCxn id="338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6" name="Google Shape;3416;p67"/>
              <p:cNvCxnSpPr>
                <a:stCxn id="3413" idx="0"/>
                <a:endCxn id="338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7" name="Google Shape;3417;p67"/>
              <p:cNvCxnSpPr>
                <a:stCxn id="3413" idx="1"/>
                <a:endCxn id="339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18" name="Google Shape;3418;p67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9" name="Google Shape;3419;p67"/>
              <p:cNvCxnSpPr>
                <a:stCxn id="3413" idx="2"/>
                <a:endCxn id="341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0" name="Google Shape;3420;p67"/>
              <p:cNvCxnSpPr>
                <a:stCxn id="3418" idx="1"/>
                <a:endCxn id="339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23" name="Google Shape;3423;p68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4" name="Google Shape;3424;p68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25" name="Google Shape;3425;p6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3426" name="Google Shape;3426;p6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3427" name="Google Shape;3427;p6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28" name="Google Shape;3428;p6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29" name="Google Shape;3429;p6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30" name="Google Shape;3430;p6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3431" name="Google Shape;3431;p6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2" name="Google Shape;3432;p6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3" name="Google Shape;3433;p6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4" name="Google Shape;3434;p6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435" name="Google Shape;3435;p68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3436" name="Google Shape;3436;p6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3437" name="Google Shape;3437;p6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8" name="Google Shape;3438;p6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9" name="Google Shape;3439;p6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40" name="Google Shape;3440;p6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41" name="Google Shape;3441;p6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42" name="Google Shape;3442;p6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43" name="Google Shape;3443;p6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44" name="Google Shape;3444;p6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45" name="Google Shape;3445;p68"/>
              <p:cNvCxnSpPr>
                <a:stCxn id="3441" idx="5"/>
                <a:endCxn id="344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6" name="Google Shape;3446;p68"/>
              <p:cNvCxnSpPr>
                <a:stCxn id="3442" idx="4"/>
                <a:endCxn id="344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7" name="Google Shape;3447;p68"/>
              <p:cNvCxnSpPr>
                <a:stCxn id="3437" idx="0"/>
                <a:endCxn id="344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8" name="Google Shape;3448;p68"/>
              <p:cNvCxnSpPr>
                <a:stCxn id="3441" idx="6"/>
                <a:endCxn id="344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9" name="Google Shape;3449;p68"/>
              <p:cNvCxnSpPr>
                <a:stCxn id="3442" idx="6"/>
                <a:endCxn id="343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0" name="Google Shape;3450;p68"/>
              <p:cNvCxnSpPr>
                <a:stCxn id="3440" idx="6"/>
                <a:endCxn id="343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1" name="Google Shape;3451;p68"/>
              <p:cNvCxnSpPr>
                <a:stCxn id="3437" idx="6"/>
                <a:endCxn id="344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2" name="Google Shape;3452;p68"/>
              <p:cNvCxnSpPr>
                <a:stCxn id="3437" idx="7"/>
                <a:endCxn id="344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3" name="Google Shape;3453;p68"/>
              <p:cNvCxnSpPr>
                <a:stCxn id="3443" idx="7"/>
                <a:endCxn id="343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4" name="Google Shape;3454;p68"/>
              <p:cNvCxnSpPr>
                <a:stCxn id="3439" idx="0"/>
                <a:endCxn id="344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5" name="Google Shape;3455;p68"/>
              <p:cNvCxnSpPr>
                <a:stCxn id="3444" idx="2"/>
                <a:endCxn id="343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6" name="Google Shape;3456;p68"/>
              <p:cNvCxnSpPr>
                <a:stCxn id="3442" idx="7"/>
                <a:endCxn id="344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57" name="Google Shape;3457;p6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58" name="Google Shape;3458;p68"/>
              <p:cNvCxnSpPr>
                <a:stCxn id="3444" idx="3"/>
                <a:endCxn id="345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9" name="Google Shape;3459;p68"/>
              <p:cNvCxnSpPr>
                <a:stCxn id="3457" idx="2"/>
                <a:endCxn id="343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0" name="Google Shape;3460;p68"/>
              <p:cNvCxnSpPr>
                <a:stCxn id="3457" idx="0"/>
                <a:endCxn id="343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1" name="Google Shape;3461;p68"/>
              <p:cNvCxnSpPr>
                <a:stCxn id="3457" idx="1"/>
                <a:endCxn id="344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62" name="Google Shape;3462;p6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63" name="Google Shape;3463;p68"/>
              <p:cNvCxnSpPr>
                <a:stCxn id="3439" idx="2"/>
                <a:endCxn id="346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4" name="Google Shape;3464;p68"/>
              <p:cNvCxnSpPr>
                <a:stCxn id="3462" idx="3"/>
                <a:endCxn id="343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5" name="Google Shape;3465;p68"/>
              <p:cNvCxnSpPr>
                <a:stCxn id="3440" idx="4"/>
                <a:endCxn id="346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66" name="Google Shape;3466;p6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67" name="Google Shape;3467;p68"/>
              <p:cNvCxnSpPr>
                <a:stCxn id="3440" idx="0"/>
                <a:endCxn id="346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8" name="Google Shape;3468;p68"/>
              <p:cNvCxnSpPr>
                <a:stCxn id="3441" idx="7"/>
                <a:endCxn id="346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469" name="Google Shape;3469;p68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3470" name="Google Shape;3470;p6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1" name="Google Shape;3471;p6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2" name="Google Shape;3472;p6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3" name="Google Shape;3473;p6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4" name="Google Shape;3474;p6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5" name="Google Shape;3475;p6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6" name="Google Shape;3476;p6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77" name="Google Shape;3477;p6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78" name="Google Shape;3478;p68"/>
              <p:cNvCxnSpPr>
                <a:stCxn id="3475" idx="4"/>
                <a:endCxn id="347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9" name="Google Shape;3479;p68"/>
              <p:cNvCxnSpPr>
                <a:stCxn id="3470" idx="7"/>
                <a:endCxn id="347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0" name="Google Shape;3480;p68"/>
              <p:cNvCxnSpPr>
                <a:stCxn id="3474" idx="7"/>
                <a:endCxn id="347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1" name="Google Shape;3481;p68"/>
              <p:cNvCxnSpPr>
                <a:stCxn id="3475" idx="6"/>
                <a:endCxn id="347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2" name="Google Shape;3482;p68"/>
              <p:cNvCxnSpPr>
                <a:stCxn id="3473" idx="7"/>
                <a:endCxn id="347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3" name="Google Shape;3483;p68"/>
              <p:cNvCxnSpPr>
                <a:stCxn id="3470" idx="6"/>
                <a:endCxn id="347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4" name="Google Shape;3484;p68"/>
              <p:cNvCxnSpPr>
                <a:stCxn id="3476" idx="0"/>
                <a:endCxn id="347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5" name="Google Shape;3485;p68"/>
              <p:cNvCxnSpPr>
                <a:stCxn id="3476" idx="5"/>
                <a:endCxn id="347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6" name="Google Shape;3486;p68"/>
              <p:cNvCxnSpPr>
                <a:stCxn id="3472" idx="0"/>
                <a:endCxn id="347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7" name="Google Shape;3487;p68"/>
              <p:cNvCxnSpPr>
                <a:stCxn id="3472" idx="7"/>
                <a:endCxn id="347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8" name="Google Shape;3488;p68"/>
              <p:cNvCxnSpPr>
                <a:stCxn id="3473" idx="6"/>
                <a:endCxn id="347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9" name="Google Shape;3489;p68"/>
              <p:cNvCxnSpPr>
                <a:stCxn id="3477" idx="0"/>
                <a:endCxn id="347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0" name="Google Shape;3490;p68"/>
              <p:cNvCxnSpPr>
                <a:stCxn id="3475" idx="5"/>
                <a:endCxn id="347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1" name="Google Shape;3491;p68"/>
              <p:cNvCxnSpPr>
                <a:stCxn id="3474" idx="6"/>
                <a:endCxn id="347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2" name="Google Shape;3492;p68"/>
              <p:cNvCxnSpPr>
                <a:stCxn id="3474" idx="5"/>
                <a:endCxn id="347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3" name="Google Shape;3493;p68"/>
              <p:cNvCxnSpPr>
                <a:stCxn id="3471" idx="4"/>
                <a:endCxn id="347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94" name="Google Shape;3494;p6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95" name="Google Shape;3495;p68"/>
              <p:cNvCxnSpPr>
                <a:stCxn id="3477" idx="4"/>
                <a:endCxn id="349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6" name="Google Shape;3496;p68"/>
              <p:cNvCxnSpPr>
                <a:stCxn id="3494" idx="1"/>
                <a:endCxn id="347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497" name="Google Shape;3497;p6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98" name="Google Shape;3498;p68"/>
              <p:cNvCxnSpPr>
                <a:stCxn id="3494" idx="2"/>
                <a:endCxn id="349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9" name="Google Shape;3499;p68"/>
              <p:cNvCxnSpPr>
                <a:stCxn id="3497" idx="1"/>
                <a:endCxn id="347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0" name="Google Shape;3500;p68"/>
              <p:cNvCxnSpPr>
                <a:stCxn id="3497" idx="7"/>
                <a:endCxn id="347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0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p69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503" name="Google Shape;3503;p69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04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70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06" name="Google Shape;3506;p70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507" name="Google Shape;3507;p70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3508" name="Google Shape;3508;p70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3509" name="Google Shape;3509;p70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0" name="Google Shape;3510;p70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1" name="Google Shape;3511;p70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2" name="Google Shape;3512;p70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3" name="Google Shape;3513;p70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4" name="Google Shape;3514;p70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5" name="Google Shape;3515;p70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16" name="Google Shape;3516;p70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17" name="Google Shape;3517;p70"/>
              <p:cNvCxnSpPr>
                <a:stCxn id="3513" idx="5"/>
                <a:endCxn id="351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8" name="Google Shape;3518;p70"/>
              <p:cNvCxnSpPr>
                <a:stCxn id="3514" idx="4"/>
                <a:endCxn id="351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9" name="Google Shape;3519;p70"/>
              <p:cNvCxnSpPr>
                <a:stCxn id="3509" idx="6"/>
                <a:endCxn id="351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0" name="Google Shape;3520;p70"/>
              <p:cNvCxnSpPr>
                <a:stCxn id="3513" idx="7"/>
                <a:endCxn id="351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1" name="Google Shape;3521;p70"/>
              <p:cNvCxnSpPr>
                <a:stCxn id="3514" idx="6"/>
                <a:endCxn id="351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2" name="Google Shape;3522;p70"/>
              <p:cNvCxnSpPr>
                <a:stCxn id="3512" idx="7"/>
                <a:endCxn id="351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3" name="Google Shape;3523;p70"/>
              <p:cNvCxnSpPr>
                <a:stCxn id="3509" idx="6"/>
                <a:endCxn id="351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4" name="Google Shape;3524;p70"/>
              <p:cNvCxnSpPr>
                <a:stCxn id="3515" idx="6"/>
                <a:endCxn id="351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5" name="Google Shape;3525;p70"/>
              <p:cNvCxnSpPr>
                <a:stCxn id="3515" idx="6"/>
                <a:endCxn id="351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6" name="Google Shape;3526;p70"/>
              <p:cNvCxnSpPr>
                <a:stCxn id="3511" idx="7"/>
                <a:endCxn id="351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7" name="Google Shape;3527;p70"/>
              <p:cNvCxnSpPr>
                <a:stCxn id="3512" idx="6"/>
                <a:endCxn id="351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8" name="Google Shape;3528;p70"/>
              <p:cNvCxnSpPr>
                <a:stCxn id="3516" idx="0"/>
                <a:endCxn id="351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9" name="Google Shape;3529;p70"/>
              <p:cNvCxnSpPr>
                <a:stCxn id="3514" idx="5"/>
                <a:endCxn id="351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0" name="Google Shape;3530;p70"/>
              <p:cNvCxnSpPr>
                <a:stCxn id="3513" idx="6"/>
                <a:endCxn id="351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1" name="Google Shape;3531;p70"/>
              <p:cNvCxnSpPr>
                <a:stCxn id="3513" idx="4"/>
                <a:endCxn id="351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32" name="Google Shape;3532;p70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33" name="Google Shape;3533;p70"/>
              <p:cNvCxnSpPr>
                <a:stCxn id="3516" idx="4"/>
                <a:endCxn id="353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4" name="Google Shape;3534;p70"/>
              <p:cNvCxnSpPr>
                <a:stCxn id="3532" idx="1"/>
                <a:endCxn id="351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5" name="Google Shape;3535;p70"/>
              <p:cNvCxnSpPr>
                <a:stCxn id="3532" idx="1"/>
                <a:endCxn id="351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36" name="Google Shape;3536;p70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37" name="Google Shape;3537;p70"/>
              <p:cNvCxnSpPr>
                <a:stCxn id="3514" idx="0"/>
                <a:endCxn id="353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8" name="Google Shape;3538;p70"/>
              <p:cNvCxnSpPr>
                <a:stCxn id="3510" idx="0"/>
                <a:endCxn id="353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39" name="Google Shape;3539;p70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3540" name="Google Shape;3540;p70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1" name="Google Shape;3541;p70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2" name="Google Shape;3542;p70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3" name="Google Shape;3543;p70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4" name="Google Shape;3544;p70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5" name="Google Shape;3545;p70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6" name="Google Shape;3546;p70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47" name="Google Shape;3547;p70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48" name="Google Shape;3548;p70"/>
              <p:cNvCxnSpPr>
                <a:stCxn id="3544" idx="5"/>
                <a:endCxn id="354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9" name="Google Shape;3549;p70"/>
              <p:cNvCxnSpPr>
                <a:stCxn id="3545" idx="4"/>
                <a:endCxn id="354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0" name="Google Shape;3550;p70"/>
              <p:cNvCxnSpPr>
                <a:stCxn id="3540" idx="6"/>
                <a:endCxn id="354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1" name="Google Shape;3551;p70"/>
              <p:cNvCxnSpPr>
                <a:stCxn id="3540" idx="0"/>
                <a:endCxn id="354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2" name="Google Shape;3552;p70"/>
              <p:cNvCxnSpPr>
                <a:stCxn id="3544" idx="7"/>
                <a:endCxn id="354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3" name="Google Shape;3553;p70"/>
              <p:cNvCxnSpPr>
                <a:stCxn id="3545" idx="6"/>
                <a:endCxn id="354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4" name="Google Shape;3554;p70"/>
              <p:cNvCxnSpPr>
                <a:stCxn id="3543" idx="7"/>
                <a:endCxn id="354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5" name="Google Shape;3555;p70"/>
              <p:cNvCxnSpPr>
                <a:stCxn id="3540" idx="5"/>
                <a:endCxn id="354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6" name="Google Shape;3556;p70"/>
              <p:cNvCxnSpPr>
                <a:stCxn id="3546" idx="7"/>
                <a:endCxn id="354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7" name="Google Shape;3557;p70"/>
              <p:cNvCxnSpPr>
                <a:stCxn id="3546" idx="7"/>
                <a:endCxn id="354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8" name="Google Shape;3558;p70"/>
              <p:cNvCxnSpPr>
                <a:stCxn id="3542" idx="0"/>
                <a:endCxn id="354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9" name="Google Shape;3559;p70"/>
              <p:cNvCxnSpPr>
                <a:stCxn id="3547" idx="1"/>
                <a:endCxn id="354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0" name="Google Shape;3560;p70"/>
              <p:cNvCxnSpPr>
                <a:stCxn id="3544" idx="6"/>
                <a:endCxn id="354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1" name="Google Shape;3561;p70"/>
              <p:cNvCxnSpPr>
                <a:stCxn id="3541" idx="4"/>
                <a:endCxn id="354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62" name="Google Shape;3562;p70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63" name="Google Shape;3563;p70"/>
              <p:cNvCxnSpPr>
                <a:stCxn id="3547" idx="2"/>
                <a:endCxn id="356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4" name="Google Shape;3564;p70"/>
              <p:cNvCxnSpPr>
                <a:stCxn id="3562" idx="2"/>
                <a:endCxn id="354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5" name="Google Shape;3565;p70"/>
              <p:cNvCxnSpPr>
                <a:stCxn id="3562" idx="0"/>
                <a:endCxn id="354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6" name="Google Shape;3566;p70"/>
              <p:cNvCxnSpPr>
                <a:stCxn id="3562" idx="1"/>
                <a:endCxn id="354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67" name="Google Shape;3567;p70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68" name="Google Shape;3568;p70"/>
              <p:cNvCxnSpPr>
                <a:stCxn id="3542" idx="3"/>
                <a:endCxn id="356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9" name="Google Shape;3569;p70"/>
              <p:cNvCxnSpPr>
                <a:stCxn id="3567" idx="0"/>
                <a:endCxn id="354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70" name="Google Shape;3570;p70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71" name="Google Shape;3571;p70"/>
              <p:cNvCxnSpPr>
                <a:stCxn id="3540" idx="6"/>
                <a:endCxn id="357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2" name="Google Shape;3572;p70"/>
              <p:cNvCxnSpPr>
                <a:stCxn id="3546" idx="0"/>
                <a:endCxn id="357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3" name="Google Shape;3573;p70"/>
              <p:cNvCxnSpPr>
                <a:stCxn id="3570" idx="6"/>
                <a:endCxn id="354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74" name="Google Shape;3574;p70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75" name="Google Shape;3575;p70"/>
              <p:cNvCxnSpPr>
                <a:stCxn id="3567" idx="5"/>
                <a:endCxn id="357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6" name="Google Shape;3576;p70"/>
              <p:cNvCxnSpPr>
                <a:stCxn id="3574" idx="7"/>
                <a:endCxn id="354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77" name="Google Shape;3577;p70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78" name="Google Shape;3578;p70"/>
              <p:cNvCxnSpPr>
                <a:stCxn id="3567" idx="0"/>
                <a:endCxn id="357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9" name="Google Shape;3579;p70"/>
              <p:cNvCxnSpPr>
                <a:stCxn id="3577" idx="1"/>
                <a:endCxn id="354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0" name="Google Shape;3580;p70"/>
              <p:cNvCxnSpPr>
                <a:stCxn id="3577" idx="6"/>
                <a:endCxn id="354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582" name="Shape 3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Google Shape;3583;p7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584" name="Google Shape;3584;p72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3585" name="Google Shape;3585;p72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3586" name="Google Shape;3586;p7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87" name="Google Shape;3587;p7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88" name="Google Shape;3588;p7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89" name="Google Shape;3589;p72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3590" name="Google Shape;3590;p72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91" name="Google Shape;3591;p7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92" name="Google Shape;3592;p7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93" name="Google Shape;3593;p7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594" name="Google Shape;3594;p72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3595" name="Google Shape;3595;p72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3596" name="Google Shape;3596;p72"/>
              <p:cNvCxnSpPr>
                <a:stCxn id="3597" idx="6"/>
                <a:endCxn id="359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98" name="Google Shape;3598;p72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99" name="Google Shape;3599;p72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00" name="Google Shape;3600;p72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01" name="Google Shape;3601;p72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02" name="Google Shape;3602;p72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03" name="Google Shape;3603;p72"/>
              <p:cNvCxnSpPr>
                <a:stCxn id="3602" idx="4"/>
                <a:endCxn id="360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4" name="Google Shape;3604;p72"/>
              <p:cNvCxnSpPr>
                <a:stCxn id="3601" idx="4"/>
                <a:endCxn id="360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5" name="Google Shape;3605;p72"/>
              <p:cNvCxnSpPr>
                <a:stCxn id="3601" idx="5"/>
                <a:endCxn id="360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6" name="Google Shape;3606;p72"/>
              <p:cNvCxnSpPr>
                <a:stCxn id="3601" idx="0"/>
                <a:endCxn id="359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7" name="Google Shape;3607;p72"/>
              <p:cNvCxnSpPr>
                <a:stCxn id="3601" idx="7"/>
                <a:endCxn id="359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8" name="Google Shape;3608;p72"/>
              <p:cNvCxnSpPr>
                <a:stCxn id="3599" idx="5"/>
                <a:endCxn id="359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9" name="Google Shape;3609;p72"/>
              <p:cNvCxnSpPr>
                <a:stCxn id="3599" idx="6"/>
                <a:endCxn id="359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0" name="Google Shape;3610;p72"/>
              <p:cNvCxnSpPr>
                <a:stCxn id="3611" idx="1"/>
                <a:endCxn id="359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2" name="Google Shape;3612;p72"/>
              <p:cNvCxnSpPr>
                <a:stCxn id="3602" idx="0"/>
                <a:endCxn id="359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3" name="Google Shape;3613;p72"/>
              <p:cNvCxnSpPr>
                <a:stCxn id="3602" idx="0"/>
                <a:endCxn id="361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14" name="Google Shape;3614;p72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15" name="Google Shape;3615;p72"/>
              <p:cNvCxnSpPr>
                <a:stCxn id="3599" idx="5"/>
                <a:endCxn id="361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6" name="Google Shape;3616;p72"/>
              <p:cNvCxnSpPr>
                <a:stCxn id="3611" idx="7"/>
                <a:endCxn id="361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7" name="Google Shape;3617;p72"/>
              <p:cNvCxnSpPr>
                <a:stCxn id="3614" idx="6"/>
                <a:endCxn id="359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18" name="Google Shape;3618;p72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19" name="Google Shape;3619;p72"/>
              <p:cNvCxnSpPr>
                <a:stCxn id="3618" idx="0"/>
                <a:endCxn id="359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0" name="Google Shape;3620;p72"/>
              <p:cNvCxnSpPr>
                <a:stCxn id="3618" idx="6"/>
                <a:endCxn id="359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1" name="Google Shape;3621;p72"/>
              <p:cNvCxnSpPr>
                <a:stCxn id="3618" idx="5"/>
                <a:endCxn id="360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2" name="Google Shape;3622;p72"/>
              <p:cNvCxnSpPr>
                <a:stCxn id="3618" idx="5"/>
                <a:endCxn id="360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11" name="Google Shape;3611;p72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97" name="Google Shape;3597;p72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23" name="Google Shape;3623;p72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3624" name="Google Shape;3624;p72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5" name="Google Shape;3625;p72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6" name="Google Shape;3626;p72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7" name="Google Shape;3627;p72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8" name="Google Shape;3628;p72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9" name="Google Shape;3629;p72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0" name="Google Shape;3630;p72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1" name="Google Shape;3631;p72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32" name="Google Shape;3632;p72"/>
              <p:cNvCxnSpPr>
                <a:stCxn id="3628" idx="5"/>
                <a:endCxn id="362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3" name="Google Shape;3633;p72"/>
              <p:cNvCxnSpPr>
                <a:stCxn id="3629" idx="4"/>
                <a:endCxn id="362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4" name="Google Shape;3634;p72"/>
              <p:cNvCxnSpPr>
                <a:stCxn id="3624" idx="0"/>
                <a:endCxn id="362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5" name="Google Shape;3635;p72"/>
              <p:cNvCxnSpPr>
                <a:stCxn id="3628" idx="7"/>
                <a:endCxn id="362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6" name="Google Shape;3636;p72"/>
              <p:cNvCxnSpPr>
                <a:stCxn id="3629" idx="6"/>
                <a:endCxn id="362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7" name="Google Shape;3637;p72"/>
              <p:cNvCxnSpPr>
                <a:stCxn id="3627" idx="5"/>
                <a:endCxn id="362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8" name="Google Shape;3638;p72"/>
              <p:cNvCxnSpPr>
                <a:stCxn id="3624" idx="6"/>
                <a:endCxn id="363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9" name="Google Shape;3639;p72"/>
              <p:cNvCxnSpPr>
                <a:stCxn id="3624" idx="7"/>
                <a:endCxn id="362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0" name="Google Shape;3640;p72"/>
              <p:cNvCxnSpPr>
                <a:stCxn id="3630" idx="7"/>
                <a:endCxn id="362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1" name="Google Shape;3641;p72"/>
              <p:cNvCxnSpPr>
                <a:stCxn id="3626" idx="0"/>
                <a:endCxn id="362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2" name="Google Shape;3642;p72"/>
              <p:cNvCxnSpPr>
                <a:stCxn id="3631" idx="2"/>
                <a:endCxn id="362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3" name="Google Shape;3643;p72"/>
              <p:cNvCxnSpPr>
                <a:stCxn id="3628" idx="6"/>
                <a:endCxn id="363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4" name="Google Shape;3644;p72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45" name="Google Shape;3645;p72"/>
              <p:cNvCxnSpPr>
                <a:stCxn id="3631" idx="3"/>
                <a:endCxn id="364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6" name="Google Shape;3646;p72"/>
              <p:cNvCxnSpPr>
                <a:stCxn id="3644" idx="2"/>
                <a:endCxn id="362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7" name="Google Shape;3647;p72"/>
              <p:cNvCxnSpPr>
                <a:stCxn id="3644" idx="0"/>
                <a:endCxn id="362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8" name="Google Shape;3648;p72"/>
              <p:cNvCxnSpPr>
                <a:stCxn id="3644" idx="1"/>
                <a:endCxn id="362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9" name="Google Shape;3649;p72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50" name="Google Shape;3650;p72"/>
              <p:cNvCxnSpPr>
                <a:stCxn id="3626" idx="2"/>
                <a:endCxn id="364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1" name="Google Shape;3651;p72"/>
              <p:cNvCxnSpPr>
                <a:stCxn id="3649" idx="3"/>
                <a:endCxn id="362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2" name="Google Shape;3652;p72"/>
              <p:cNvCxnSpPr>
                <a:stCxn id="3627" idx="4"/>
                <a:endCxn id="364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3653" name="Shape 3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4" name="Google Shape;3654;p7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655" name="Google Shape;3655;p7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3656" name="Google Shape;3656;p7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3657" name="Google Shape;3657;p7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8" name="Google Shape;3658;p7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9" name="Google Shape;3659;p7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0" name="Google Shape;3660;p7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3661" name="Google Shape;3661;p7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62" name="Google Shape;3662;p7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63" name="Google Shape;3663;p7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64" name="Google Shape;3664;p7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665" name="Google Shape;3665;p7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3666" name="Google Shape;3666;p7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3667" name="Google Shape;3667;p7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68" name="Google Shape;3668;p7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69" name="Google Shape;3669;p7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0" name="Google Shape;3670;p7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1" name="Google Shape;3671;p7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2" name="Google Shape;3672;p7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3" name="Google Shape;3673;p7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4" name="Google Shape;3674;p7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75" name="Google Shape;3675;p73"/>
              <p:cNvCxnSpPr>
                <a:stCxn id="3671" idx="5"/>
                <a:endCxn id="367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6" name="Google Shape;3676;p73"/>
              <p:cNvCxnSpPr>
                <a:stCxn id="3672" idx="4"/>
                <a:endCxn id="367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7" name="Google Shape;3677;p73"/>
              <p:cNvCxnSpPr>
                <a:stCxn id="3667" idx="0"/>
                <a:endCxn id="367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8" name="Google Shape;3678;p73"/>
              <p:cNvCxnSpPr>
                <a:stCxn id="3671" idx="6"/>
                <a:endCxn id="367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9" name="Google Shape;3679;p73"/>
              <p:cNvCxnSpPr>
                <a:stCxn id="3672" idx="6"/>
                <a:endCxn id="366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0" name="Google Shape;3680;p73"/>
              <p:cNvCxnSpPr>
                <a:stCxn id="3670" idx="6"/>
                <a:endCxn id="366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1" name="Google Shape;3681;p73"/>
              <p:cNvCxnSpPr>
                <a:stCxn id="3667" idx="6"/>
                <a:endCxn id="367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2" name="Google Shape;3682;p73"/>
              <p:cNvCxnSpPr>
                <a:stCxn id="3667" idx="7"/>
                <a:endCxn id="367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3" name="Google Shape;3683;p73"/>
              <p:cNvCxnSpPr>
                <a:stCxn id="3673" idx="7"/>
                <a:endCxn id="366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4" name="Google Shape;3684;p73"/>
              <p:cNvCxnSpPr>
                <a:stCxn id="3669" idx="0"/>
                <a:endCxn id="367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5" name="Google Shape;3685;p73"/>
              <p:cNvCxnSpPr>
                <a:stCxn id="3674" idx="2"/>
                <a:endCxn id="366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6" name="Google Shape;3686;p73"/>
              <p:cNvCxnSpPr>
                <a:stCxn id="3672" idx="7"/>
                <a:endCxn id="367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87" name="Google Shape;3687;p7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88" name="Google Shape;3688;p73"/>
              <p:cNvCxnSpPr>
                <a:stCxn id="3674" idx="3"/>
                <a:endCxn id="368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9" name="Google Shape;3689;p73"/>
              <p:cNvCxnSpPr>
                <a:stCxn id="3687" idx="2"/>
                <a:endCxn id="366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0" name="Google Shape;3690;p73"/>
              <p:cNvCxnSpPr>
                <a:stCxn id="3687" idx="0"/>
                <a:endCxn id="366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1" name="Google Shape;3691;p73"/>
              <p:cNvCxnSpPr>
                <a:stCxn id="3687" idx="1"/>
                <a:endCxn id="367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92" name="Google Shape;3692;p7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93" name="Google Shape;3693;p73"/>
              <p:cNvCxnSpPr>
                <a:stCxn id="3669" idx="2"/>
                <a:endCxn id="369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4" name="Google Shape;3694;p73"/>
              <p:cNvCxnSpPr>
                <a:stCxn id="3692" idx="3"/>
                <a:endCxn id="366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5" name="Google Shape;3695;p73"/>
              <p:cNvCxnSpPr>
                <a:stCxn id="3670" idx="4"/>
                <a:endCxn id="369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96" name="Google Shape;3696;p7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97" name="Google Shape;3697;p73"/>
              <p:cNvCxnSpPr>
                <a:stCxn id="3670" idx="0"/>
                <a:endCxn id="369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8" name="Google Shape;3698;p73"/>
              <p:cNvCxnSpPr>
                <a:stCxn id="3671" idx="7"/>
                <a:endCxn id="369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99" name="Google Shape;3699;p7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3700" name="Google Shape;3700;p7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1" name="Google Shape;3701;p7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2" name="Google Shape;3702;p7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3" name="Google Shape;3703;p7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4" name="Google Shape;3704;p7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5" name="Google Shape;3705;p7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6" name="Google Shape;3706;p7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7" name="Google Shape;3707;p7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08" name="Google Shape;3708;p73"/>
              <p:cNvCxnSpPr>
                <a:stCxn id="3705" idx="4"/>
                <a:endCxn id="370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9" name="Google Shape;3709;p73"/>
              <p:cNvCxnSpPr>
                <a:stCxn id="3700" idx="7"/>
                <a:endCxn id="370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0" name="Google Shape;3710;p73"/>
              <p:cNvCxnSpPr>
                <a:stCxn id="3704" idx="7"/>
                <a:endCxn id="370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1" name="Google Shape;3711;p73"/>
              <p:cNvCxnSpPr>
                <a:stCxn id="3705" idx="6"/>
                <a:endCxn id="370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2" name="Google Shape;3712;p73"/>
              <p:cNvCxnSpPr>
                <a:stCxn id="3703" idx="7"/>
                <a:endCxn id="370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3" name="Google Shape;3713;p73"/>
              <p:cNvCxnSpPr>
                <a:stCxn id="3700" idx="6"/>
                <a:endCxn id="370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4" name="Google Shape;3714;p73"/>
              <p:cNvCxnSpPr>
                <a:stCxn id="3706" idx="0"/>
                <a:endCxn id="370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5" name="Google Shape;3715;p73"/>
              <p:cNvCxnSpPr>
                <a:stCxn id="3706" idx="5"/>
                <a:endCxn id="370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6" name="Google Shape;3716;p73"/>
              <p:cNvCxnSpPr>
                <a:stCxn id="3702" idx="0"/>
                <a:endCxn id="370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7" name="Google Shape;3717;p73"/>
              <p:cNvCxnSpPr>
                <a:stCxn id="3702" idx="7"/>
                <a:endCxn id="370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8" name="Google Shape;3718;p73"/>
              <p:cNvCxnSpPr>
                <a:stCxn id="3703" idx="6"/>
                <a:endCxn id="370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9" name="Google Shape;3719;p73"/>
              <p:cNvCxnSpPr>
                <a:stCxn id="3707" idx="0"/>
                <a:endCxn id="370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0" name="Google Shape;3720;p73"/>
              <p:cNvCxnSpPr>
                <a:stCxn id="3705" idx="5"/>
                <a:endCxn id="370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1" name="Google Shape;3721;p73"/>
              <p:cNvCxnSpPr>
                <a:stCxn id="3704" idx="6"/>
                <a:endCxn id="370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2" name="Google Shape;3722;p73"/>
              <p:cNvCxnSpPr>
                <a:stCxn id="3704" idx="5"/>
                <a:endCxn id="370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3" name="Google Shape;3723;p73"/>
              <p:cNvCxnSpPr>
                <a:stCxn id="3701" idx="4"/>
                <a:endCxn id="370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24" name="Google Shape;3724;p7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25" name="Google Shape;3725;p73"/>
              <p:cNvCxnSpPr>
                <a:stCxn id="3707" idx="4"/>
                <a:endCxn id="372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6" name="Google Shape;3726;p73"/>
              <p:cNvCxnSpPr>
                <a:stCxn id="3724" idx="1"/>
                <a:endCxn id="370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27" name="Google Shape;3727;p7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28" name="Google Shape;3728;p73"/>
              <p:cNvCxnSpPr>
                <a:stCxn id="3724" idx="2"/>
                <a:endCxn id="372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9" name="Google Shape;3729;p73"/>
              <p:cNvCxnSpPr>
                <a:stCxn id="3727" idx="1"/>
                <a:endCxn id="370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0" name="Google Shape;3730;p73"/>
              <p:cNvCxnSpPr>
                <a:stCxn id="3727" idx="7"/>
                <a:endCxn id="370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373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p7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733" name="Google Shape;3733;p74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3734" name="Google Shape;3734;p74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3735" name="Google Shape;3735;p7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36" name="Google Shape;3736;p7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37" name="Google Shape;3737;p7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738" name="Google Shape;3738;p74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3739" name="Google Shape;3739;p7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40" name="Google Shape;3740;p74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41" name="Google Shape;3741;p74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42" name="Google Shape;3742;p74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743" name="Google Shape;3743;p74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3744" name="Google Shape;3744;p74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3745" name="Google Shape;3745;p74"/>
              <p:cNvCxnSpPr>
                <a:stCxn id="3746" idx="7"/>
                <a:endCxn id="374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47" name="Google Shape;3747;p74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48" name="Google Shape;3748;p74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49" name="Google Shape;3749;p74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50" name="Google Shape;3750;p74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51" name="Google Shape;3751;p74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52" name="Google Shape;3752;p74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53" name="Google Shape;3753;p74"/>
              <p:cNvCxnSpPr>
                <a:stCxn id="3752" idx="4"/>
                <a:endCxn id="374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4" name="Google Shape;3754;p74"/>
              <p:cNvCxnSpPr>
                <a:stCxn id="3751" idx="4"/>
                <a:endCxn id="374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5" name="Google Shape;3755;p74"/>
              <p:cNvCxnSpPr>
                <a:stCxn id="3751" idx="5"/>
                <a:endCxn id="375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6" name="Google Shape;3756;p74"/>
              <p:cNvCxnSpPr>
                <a:stCxn id="3751" idx="0"/>
                <a:endCxn id="374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7" name="Google Shape;3757;p74"/>
              <p:cNvCxnSpPr>
                <a:stCxn id="3751" idx="7"/>
                <a:endCxn id="374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8" name="Google Shape;3758;p74"/>
              <p:cNvCxnSpPr>
                <a:stCxn id="3748" idx="5"/>
                <a:endCxn id="374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9" name="Google Shape;3759;p74"/>
              <p:cNvCxnSpPr>
                <a:stCxn id="3748" idx="6"/>
                <a:endCxn id="374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0" name="Google Shape;3760;p74"/>
              <p:cNvCxnSpPr>
                <a:stCxn id="3750" idx="2"/>
                <a:endCxn id="374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1" name="Google Shape;3761;p74"/>
              <p:cNvCxnSpPr>
                <a:stCxn id="3752" idx="0"/>
                <a:endCxn id="374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2" name="Google Shape;3762;p74"/>
              <p:cNvCxnSpPr>
                <a:stCxn id="3752" idx="0"/>
                <a:endCxn id="375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46" name="Google Shape;3746;p74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763" name="Google Shape;3763;p74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3764" name="Google Shape;3764;p74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65" name="Google Shape;3765;p74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66" name="Google Shape;3766;p74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67" name="Google Shape;3767;p74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68" name="Google Shape;3768;p74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69" name="Google Shape;3769;p74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70" name="Google Shape;3770;p74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71" name="Google Shape;3771;p74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72" name="Google Shape;3772;p74"/>
              <p:cNvCxnSpPr>
                <a:stCxn id="3768" idx="5"/>
                <a:endCxn id="376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3" name="Google Shape;3773;p74"/>
              <p:cNvCxnSpPr>
                <a:stCxn id="3769" idx="4"/>
                <a:endCxn id="376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4" name="Google Shape;3774;p74"/>
              <p:cNvCxnSpPr>
                <a:stCxn id="3764" idx="6"/>
                <a:endCxn id="376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5" name="Google Shape;3775;p74"/>
              <p:cNvCxnSpPr>
                <a:stCxn id="3764" idx="0"/>
                <a:endCxn id="376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6" name="Google Shape;3776;p74"/>
              <p:cNvCxnSpPr>
                <a:stCxn id="3768" idx="7"/>
                <a:endCxn id="376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7" name="Google Shape;3777;p74"/>
              <p:cNvCxnSpPr>
                <a:stCxn id="3769" idx="6"/>
                <a:endCxn id="376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8" name="Google Shape;3778;p74"/>
              <p:cNvCxnSpPr>
                <a:stCxn id="3767" idx="7"/>
                <a:endCxn id="376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9" name="Google Shape;3779;p74"/>
              <p:cNvCxnSpPr>
                <a:stCxn id="3764" idx="5"/>
                <a:endCxn id="377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0" name="Google Shape;3780;p74"/>
              <p:cNvCxnSpPr>
                <a:stCxn id="3770" idx="7"/>
                <a:endCxn id="376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1" name="Google Shape;3781;p74"/>
              <p:cNvCxnSpPr>
                <a:stCxn id="3770" idx="5"/>
                <a:endCxn id="376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2" name="Google Shape;3782;p74"/>
              <p:cNvCxnSpPr>
                <a:stCxn id="3766" idx="0"/>
                <a:endCxn id="376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3" name="Google Shape;3783;p74"/>
              <p:cNvCxnSpPr>
                <a:stCxn id="3766" idx="7"/>
                <a:endCxn id="377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4" name="Google Shape;3784;p74"/>
              <p:cNvCxnSpPr>
                <a:stCxn id="3767" idx="6"/>
                <a:endCxn id="377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5" name="Google Shape;3785;p74"/>
              <p:cNvCxnSpPr>
                <a:stCxn id="3771" idx="0"/>
                <a:endCxn id="376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6" name="Google Shape;3786;p74"/>
              <p:cNvCxnSpPr>
                <a:stCxn id="3768" idx="4"/>
                <a:endCxn id="376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7" name="Google Shape;3787;p74"/>
              <p:cNvCxnSpPr>
                <a:stCxn id="3765" idx="4"/>
                <a:endCxn id="376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8" name="Google Shape;3788;p74"/>
              <p:cNvCxnSpPr>
                <a:stCxn id="3764" idx="5"/>
                <a:endCxn id="376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89" name="Google Shape;3789;p74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90" name="Google Shape;3790;p74"/>
              <p:cNvCxnSpPr>
                <a:stCxn id="3771" idx="4"/>
                <a:endCxn id="378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1" name="Google Shape;3791;p74"/>
              <p:cNvCxnSpPr>
                <a:stCxn id="3789" idx="2"/>
                <a:endCxn id="376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2" name="Google Shape;3792;p74"/>
              <p:cNvCxnSpPr>
                <a:stCxn id="3789" idx="0"/>
                <a:endCxn id="376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3" name="Google Shape;3793;p74"/>
              <p:cNvCxnSpPr>
                <a:stCxn id="3789" idx="1"/>
                <a:endCxn id="376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94" name="Google Shape;3794;p74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795" name="Google Shape;3795;p74"/>
              <p:cNvCxnSpPr>
                <a:stCxn id="3789" idx="2"/>
                <a:endCxn id="379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6" name="Google Shape;3796;p74"/>
              <p:cNvCxnSpPr>
                <a:stCxn id="3794" idx="1"/>
                <a:endCxn id="377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3797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3798;p7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799" name="Google Shape;3799;p7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800" name="Google Shape;3800;p75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801" name="Google Shape;3801;p7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02" name="Google Shape;3802;p7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03" name="Google Shape;3803;p7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04" name="Google Shape;3804;p7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805" name="Google Shape;3805;p7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806" name="Google Shape;3806;p7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07" name="Google Shape;3807;p7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08" name="Google Shape;3808;p7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809" name="Google Shape;3809;p7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3810" name="Google Shape;3810;p7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3811" name="Google Shape;3811;p7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2" name="Google Shape;3812;p7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3" name="Google Shape;3813;p7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4" name="Google Shape;3814;p7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5" name="Google Shape;3815;p7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6" name="Google Shape;3816;p7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7" name="Google Shape;3817;p7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18" name="Google Shape;3818;p7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19" name="Google Shape;3819;p75"/>
              <p:cNvCxnSpPr>
                <a:stCxn id="3815" idx="5"/>
                <a:endCxn id="381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0" name="Google Shape;3820;p75"/>
              <p:cNvCxnSpPr>
                <a:stCxn id="3816" idx="4"/>
                <a:endCxn id="381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1" name="Google Shape;3821;p75"/>
              <p:cNvCxnSpPr>
                <a:stCxn id="3811" idx="6"/>
                <a:endCxn id="381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2" name="Google Shape;3822;p75"/>
              <p:cNvCxnSpPr>
                <a:stCxn id="3815" idx="7"/>
                <a:endCxn id="381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3" name="Google Shape;3823;p75"/>
              <p:cNvCxnSpPr>
                <a:stCxn id="3816" idx="6"/>
                <a:endCxn id="381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4" name="Google Shape;3824;p75"/>
              <p:cNvCxnSpPr>
                <a:stCxn id="3814" idx="7"/>
                <a:endCxn id="381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5" name="Google Shape;3825;p75"/>
              <p:cNvCxnSpPr>
                <a:stCxn id="3811" idx="6"/>
                <a:endCxn id="381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6" name="Google Shape;3826;p75"/>
              <p:cNvCxnSpPr>
                <a:stCxn id="3817" idx="6"/>
                <a:endCxn id="381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7" name="Google Shape;3827;p75"/>
              <p:cNvCxnSpPr>
                <a:stCxn id="3817" idx="5"/>
                <a:endCxn id="381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8" name="Google Shape;3828;p75"/>
              <p:cNvCxnSpPr>
                <a:stCxn id="3813" idx="0"/>
                <a:endCxn id="381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9" name="Google Shape;3829;p75"/>
              <p:cNvCxnSpPr>
                <a:stCxn id="3813" idx="7"/>
                <a:endCxn id="381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0" name="Google Shape;3830;p75"/>
              <p:cNvCxnSpPr>
                <a:stCxn id="3814" idx="6"/>
                <a:endCxn id="381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1" name="Google Shape;3831;p75"/>
              <p:cNvCxnSpPr>
                <a:stCxn id="3818" idx="0"/>
                <a:endCxn id="381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2" name="Google Shape;3832;p75"/>
              <p:cNvCxnSpPr>
                <a:stCxn id="3816" idx="5"/>
                <a:endCxn id="381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3" name="Google Shape;3833;p75"/>
              <p:cNvCxnSpPr>
                <a:stCxn id="3815" idx="6"/>
                <a:endCxn id="381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4" name="Google Shape;3834;p75"/>
              <p:cNvCxnSpPr>
                <a:stCxn id="3815" idx="4"/>
                <a:endCxn id="381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5" name="Google Shape;3835;p75"/>
              <p:cNvCxnSpPr>
                <a:stCxn id="3812" idx="4"/>
                <a:endCxn id="381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36" name="Google Shape;3836;p7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37" name="Google Shape;3837;p75"/>
              <p:cNvCxnSpPr>
                <a:stCxn id="3818" idx="4"/>
                <a:endCxn id="383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8" name="Google Shape;3838;p75"/>
              <p:cNvCxnSpPr>
                <a:stCxn id="3836" idx="1"/>
                <a:endCxn id="381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9" name="Google Shape;3839;p75"/>
              <p:cNvCxnSpPr>
                <a:stCxn id="3836" idx="0"/>
                <a:endCxn id="381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0" name="Google Shape;3840;p75"/>
              <p:cNvCxnSpPr>
                <a:stCxn id="3836" idx="1"/>
                <a:endCxn id="381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41" name="Google Shape;3841;p7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42" name="Google Shape;3842;p75"/>
              <p:cNvCxnSpPr>
                <a:stCxn id="3836" idx="2"/>
                <a:endCxn id="384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3" name="Google Shape;3843;p75"/>
              <p:cNvCxnSpPr>
                <a:stCxn id="3841" idx="1"/>
                <a:endCxn id="381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4" name="Google Shape;3844;p75"/>
              <p:cNvCxnSpPr>
                <a:stCxn id="3841" idx="7"/>
                <a:endCxn id="381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845" name="Google Shape;3845;p75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3846" name="Google Shape;3846;p75"/>
              <p:cNvCxnSpPr>
                <a:stCxn id="3847" idx="6"/>
                <a:endCxn id="384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48" name="Google Shape;3848;p7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49" name="Google Shape;3849;p7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50" name="Google Shape;3850;p7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51" name="Google Shape;3851;p7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52" name="Google Shape;3852;p7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53" name="Google Shape;3853;p75"/>
              <p:cNvCxnSpPr>
                <a:stCxn id="3852" idx="4"/>
                <a:endCxn id="385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4" name="Google Shape;3854;p75"/>
              <p:cNvCxnSpPr>
                <a:stCxn id="3851" idx="4"/>
                <a:endCxn id="385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5" name="Google Shape;3855;p75"/>
              <p:cNvCxnSpPr>
                <a:stCxn id="3851" idx="5"/>
                <a:endCxn id="385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6" name="Google Shape;3856;p75"/>
              <p:cNvCxnSpPr>
                <a:stCxn id="3851" idx="0"/>
                <a:endCxn id="384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7" name="Google Shape;3857;p75"/>
              <p:cNvCxnSpPr>
                <a:stCxn id="3851" idx="7"/>
                <a:endCxn id="384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8" name="Google Shape;3858;p75"/>
              <p:cNvCxnSpPr>
                <a:stCxn id="3849" idx="5"/>
                <a:endCxn id="384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9" name="Google Shape;3859;p75"/>
              <p:cNvCxnSpPr>
                <a:stCxn id="3849" idx="6"/>
                <a:endCxn id="384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0" name="Google Shape;3860;p75"/>
              <p:cNvCxnSpPr>
                <a:stCxn id="3861" idx="1"/>
                <a:endCxn id="384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2" name="Google Shape;3862;p75"/>
              <p:cNvCxnSpPr>
                <a:stCxn id="3852" idx="0"/>
                <a:endCxn id="384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3" name="Google Shape;3863;p75"/>
              <p:cNvCxnSpPr>
                <a:stCxn id="3852" idx="0"/>
                <a:endCxn id="386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64" name="Google Shape;3864;p7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65" name="Google Shape;3865;p75"/>
              <p:cNvCxnSpPr>
                <a:stCxn id="3849" idx="5"/>
                <a:endCxn id="386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6" name="Google Shape;3866;p75"/>
              <p:cNvCxnSpPr>
                <a:stCxn id="3861" idx="7"/>
                <a:endCxn id="386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7" name="Google Shape;3867;p75"/>
              <p:cNvCxnSpPr>
                <a:stCxn id="3864" idx="6"/>
                <a:endCxn id="384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68" name="Google Shape;3868;p7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69" name="Google Shape;3869;p75"/>
              <p:cNvCxnSpPr>
                <a:stCxn id="3868" idx="0"/>
                <a:endCxn id="384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0" name="Google Shape;3870;p75"/>
              <p:cNvCxnSpPr>
                <a:stCxn id="3868" idx="6"/>
                <a:endCxn id="384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1" name="Google Shape;3871;p75"/>
              <p:cNvCxnSpPr>
                <a:stCxn id="3868" idx="5"/>
                <a:endCxn id="385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2" name="Google Shape;3872;p75"/>
              <p:cNvCxnSpPr>
                <a:stCxn id="3868" idx="5"/>
                <a:endCxn id="385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61" name="Google Shape;3861;p7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47" name="Google Shape;3847;p7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3873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75" name="Google Shape;3875;p76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876" name="Google Shape;3876;p76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3877" name="Google Shape;3877;p76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3878" name="Google Shape;3878;p7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79" name="Google Shape;3879;p7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80" name="Google Shape;3880;p7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881" name="Google Shape;3881;p76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3882" name="Google Shape;3882;p7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83" name="Google Shape;3883;p76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84" name="Google Shape;3884;p76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85" name="Google Shape;3885;p76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886" name="Google Shape;3886;p76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3887" name="Google Shape;3887;p76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3888" name="Google Shape;3888;p76"/>
              <p:cNvCxnSpPr>
                <a:stCxn id="3889" idx="7"/>
                <a:endCxn id="389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90" name="Google Shape;3890;p76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1" name="Google Shape;3891;p76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2" name="Google Shape;3892;p76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3" name="Google Shape;3893;p76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4" name="Google Shape;3894;p76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5" name="Google Shape;3895;p76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96" name="Google Shape;3896;p76"/>
              <p:cNvCxnSpPr>
                <a:stCxn id="3895" idx="4"/>
                <a:endCxn id="389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7" name="Google Shape;3897;p76"/>
              <p:cNvCxnSpPr>
                <a:stCxn id="3894" idx="4"/>
                <a:endCxn id="389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8" name="Google Shape;3898;p76"/>
              <p:cNvCxnSpPr>
                <a:stCxn id="3894" idx="5"/>
                <a:endCxn id="389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9" name="Google Shape;3899;p76"/>
              <p:cNvCxnSpPr>
                <a:stCxn id="3894" idx="0"/>
                <a:endCxn id="389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0" name="Google Shape;3900;p76"/>
              <p:cNvCxnSpPr>
                <a:stCxn id="3894" idx="7"/>
                <a:endCxn id="388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1" name="Google Shape;3901;p76"/>
              <p:cNvCxnSpPr>
                <a:stCxn id="3891" idx="5"/>
                <a:endCxn id="388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2" name="Google Shape;3902;p76"/>
              <p:cNvCxnSpPr>
                <a:stCxn id="3891" idx="6"/>
                <a:endCxn id="389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3" name="Google Shape;3903;p76"/>
              <p:cNvCxnSpPr>
                <a:stCxn id="3893" idx="2"/>
                <a:endCxn id="389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4" name="Google Shape;3904;p76"/>
              <p:cNvCxnSpPr>
                <a:stCxn id="3895" idx="0"/>
                <a:endCxn id="388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5" name="Google Shape;3905;p76"/>
              <p:cNvCxnSpPr>
                <a:stCxn id="3895" idx="0"/>
                <a:endCxn id="389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89" name="Google Shape;3889;p76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906" name="Google Shape;3906;p76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3907" name="Google Shape;3907;p76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08" name="Google Shape;3908;p76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09" name="Google Shape;3909;p76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10" name="Google Shape;3910;p76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11" name="Google Shape;3911;p76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12" name="Google Shape;3912;p76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13" name="Google Shape;3913;p76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14" name="Google Shape;3914;p76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15" name="Google Shape;3915;p76"/>
              <p:cNvCxnSpPr>
                <a:stCxn id="3911" idx="5"/>
                <a:endCxn id="391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6" name="Google Shape;3916;p76"/>
              <p:cNvCxnSpPr>
                <a:stCxn id="3912" idx="4"/>
                <a:endCxn id="391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7" name="Google Shape;3917;p76"/>
              <p:cNvCxnSpPr>
                <a:stCxn id="3907" idx="6"/>
                <a:endCxn id="391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8" name="Google Shape;3918;p76"/>
              <p:cNvCxnSpPr>
                <a:stCxn id="3907" idx="0"/>
                <a:endCxn id="391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9" name="Google Shape;3919;p76"/>
              <p:cNvCxnSpPr>
                <a:stCxn id="3911" idx="7"/>
                <a:endCxn id="391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0" name="Google Shape;3920;p76"/>
              <p:cNvCxnSpPr>
                <a:stCxn id="3912" idx="6"/>
                <a:endCxn id="390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1" name="Google Shape;3921;p76"/>
              <p:cNvCxnSpPr>
                <a:stCxn id="3910" idx="7"/>
                <a:endCxn id="390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2" name="Google Shape;3922;p76"/>
              <p:cNvCxnSpPr>
                <a:stCxn id="3907" idx="5"/>
                <a:endCxn id="391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3" name="Google Shape;3923;p76"/>
              <p:cNvCxnSpPr>
                <a:stCxn id="3913" idx="7"/>
                <a:endCxn id="391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4" name="Google Shape;3924;p76"/>
              <p:cNvCxnSpPr>
                <a:stCxn id="3913" idx="5"/>
                <a:endCxn id="390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5" name="Google Shape;3925;p76"/>
              <p:cNvCxnSpPr>
                <a:stCxn id="3909" idx="0"/>
                <a:endCxn id="391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6" name="Google Shape;3926;p76"/>
              <p:cNvCxnSpPr>
                <a:stCxn id="3909" idx="7"/>
                <a:endCxn id="391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7" name="Google Shape;3927;p76"/>
              <p:cNvCxnSpPr>
                <a:stCxn id="3910" idx="6"/>
                <a:endCxn id="391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8" name="Google Shape;3928;p76"/>
              <p:cNvCxnSpPr>
                <a:stCxn id="3914" idx="0"/>
                <a:endCxn id="390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9" name="Google Shape;3929;p76"/>
              <p:cNvCxnSpPr>
                <a:stCxn id="3911" idx="4"/>
                <a:endCxn id="390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0" name="Google Shape;3930;p76"/>
              <p:cNvCxnSpPr>
                <a:stCxn id="3908" idx="4"/>
                <a:endCxn id="390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1" name="Google Shape;3931;p76"/>
              <p:cNvCxnSpPr>
                <a:stCxn id="3907" idx="5"/>
                <a:endCxn id="390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32" name="Google Shape;3932;p76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33" name="Google Shape;3933;p76"/>
              <p:cNvCxnSpPr>
                <a:stCxn id="3914" idx="4"/>
                <a:endCxn id="393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4" name="Google Shape;3934;p76"/>
              <p:cNvCxnSpPr>
                <a:stCxn id="3932" idx="2"/>
                <a:endCxn id="390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5" name="Google Shape;3935;p76"/>
              <p:cNvCxnSpPr>
                <a:stCxn id="3932" idx="0"/>
                <a:endCxn id="390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6" name="Google Shape;3936;p76"/>
              <p:cNvCxnSpPr>
                <a:stCxn id="3932" idx="1"/>
                <a:endCxn id="391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37" name="Google Shape;3937;p76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38" name="Google Shape;3938;p76"/>
              <p:cNvCxnSpPr>
                <a:stCxn id="3932" idx="2"/>
                <a:endCxn id="393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9" name="Google Shape;3939;p76"/>
              <p:cNvCxnSpPr>
                <a:stCxn id="3937" idx="1"/>
                <a:endCxn id="391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2" name="Google Shape;3942;p77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3" name="Google Shape;3943;p77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4" name="Google Shape;3944;p77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5" name="Google Shape;3945;p77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46" name="Google Shape;3946;p77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47" name="Google Shape;3947;p77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948" name="Google Shape;3948;p77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3949" name="Google Shape;3949;p77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3950" name="Google Shape;3950;p7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51" name="Google Shape;3951;p7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52" name="Google Shape;3952;p7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953" name="Google Shape;3953;p77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3954" name="Google Shape;3954;p7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55" name="Google Shape;3955;p7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56" name="Google Shape;3956;p7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57" name="Google Shape;3957;p7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958" name="Google Shape;3958;p77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3959" name="Google Shape;3959;p77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3960" name="Google Shape;3960;p77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1" name="Google Shape;3961;p77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2" name="Google Shape;3962;p77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3" name="Google Shape;3963;p77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4" name="Google Shape;3964;p77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5" name="Google Shape;3965;p77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6" name="Google Shape;3966;p77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67" name="Google Shape;3967;p77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68" name="Google Shape;3968;p77"/>
              <p:cNvCxnSpPr>
                <a:stCxn id="3964" idx="5"/>
                <a:endCxn id="396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9" name="Google Shape;3969;p77"/>
              <p:cNvCxnSpPr>
                <a:stCxn id="3965" idx="4"/>
                <a:endCxn id="396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0" name="Google Shape;3970;p77"/>
              <p:cNvCxnSpPr>
                <a:stCxn id="3960" idx="0"/>
                <a:endCxn id="396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1" name="Google Shape;3971;p77"/>
              <p:cNvCxnSpPr>
                <a:stCxn id="3964" idx="6"/>
                <a:endCxn id="396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2" name="Google Shape;3972;p77"/>
              <p:cNvCxnSpPr>
                <a:stCxn id="3965" idx="6"/>
                <a:endCxn id="396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3" name="Google Shape;3973;p77"/>
              <p:cNvCxnSpPr>
                <a:stCxn id="3963" idx="6"/>
                <a:endCxn id="396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4" name="Google Shape;3974;p77"/>
              <p:cNvCxnSpPr>
                <a:stCxn id="3960" idx="6"/>
                <a:endCxn id="396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5" name="Google Shape;3975;p77"/>
              <p:cNvCxnSpPr>
                <a:stCxn id="3960" idx="7"/>
                <a:endCxn id="396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6" name="Google Shape;3976;p77"/>
              <p:cNvCxnSpPr>
                <a:stCxn id="3966" idx="7"/>
                <a:endCxn id="396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7" name="Google Shape;3977;p77"/>
              <p:cNvCxnSpPr>
                <a:stCxn id="3962" idx="0"/>
                <a:endCxn id="396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8" name="Google Shape;3978;p77"/>
              <p:cNvCxnSpPr>
                <a:stCxn id="3967" idx="2"/>
                <a:endCxn id="396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9" name="Google Shape;3979;p77"/>
              <p:cNvCxnSpPr>
                <a:stCxn id="3965" idx="7"/>
                <a:endCxn id="396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80" name="Google Shape;3980;p77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81" name="Google Shape;3981;p77"/>
              <p:cNvCxnSpPr>
                <a:stCxn id="3967" idx="3"/>
                <a:endCxn id="398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2" name="Google Shape;3982;p77"/>
              <p:cNvCxnSpPr>
                <a:stCxn id="3980" idx="2"/>
                <a:endCxn id="396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3" name="Google Shape;3983;p77"/>
              <p:cNvCxnSpPr>
                <a:stCxn id="3980" idx="0"/>
                <a:endCxn id="396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4" name="Google Shape;3984;p77"/>
              <p:cNvCxnSpPr>
                <a:stCxn id="3980" idx="1"/>
                <a:endCxn id="396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85" name="Google Shape;3985;p77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86" name="Google Shape;3986;p77"/>
              <p:cNvCxnSpPr>
                <a:stCxn id="3962" idx="2"/>
                <a:endCxn id="398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7" name="Google Shape;3987;p77"/>
              <p:cNvCxnSpPr>
                <a:stCxn id="3985" idx="3"/>
                <a:endCxn id="396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8" name="Google Shape;3988;p77"/>
              <p:cNvCxnSpPr>
                <a:stCxn id="3963" idx="4"/>
                <a:endCxn id="398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89" name="Google Shape;3989;p77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990" name="Google Shape;3990;p77"/>
              <p:cNvCxnSpPr>
                <a:stCxn id="3963" idx="0"/>
                <a:endCxn id="398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1" name="Google Shape;3991;p77"/>
              <p:cNvCxnSpPr>
                <a:stCxn id="3964" idx="7"/>
                <a:endCxn id="398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992" name="Google Shape;3992;p77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3993" name="Google Shape;3993;p77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4" name="Google Shape;3994;p77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5" name="Google Shape;3995;p77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6" name="Google Shape;3996;p77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7" name="Google Shape;3997;p77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8" name="Google Shape;3998;p77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9" name="Google Shape;3999;p77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00" name="Google Shape;4000;p77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01" name="Google Shape;4001;p77"/>
              <p:cNvCxnSpPr>
                <a:stCxn id="3998" idx="4"/>
                <a:endCxn id="399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2" name="Google Shape;4002;p77"/>
              <p:cNvCxnSpPr>
                <a:stCxn id="3993" idx="7"/>
                <a:endCxn id="399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3" name="Google Shape;4003;p77"/>
              <p:cNvCxnSpPr>
                <a:stCxn id="3997" idx="7"/>
                <a:endCxn id="399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4" name="Google Shape;4004;p77"/>
              <p:cNvCxnSpPr>
                <a:stCxn id="3998" idx="6"/>
                <a:endCxn id="399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5" name="Google Shape;4005;p77"/>
              <p:cNvCxnSpPr>
                <a:stCxn id="3996" idx="7"/>
                <a:endCxn id="399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6" name="Google Shape;4006;p77"/>
              <p:cNvCxnSpPr>
                <a:stCxn id="3993" idx="6"/>
                <a:endCxn id="399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7" name="Google Shape;4007;p77"/>
              <p:cNvCxnSpPr>
                <a:stCxn id="3999" idx="0"/>
                <a:endCxn id="399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8" name="Google Shape;4008;p77"/>
              <p:cNvCxnSpPr>
                <a:stCxn id="3999" idx="5"/>
                <a:endCxn id="399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9" name="Google Shape;4009;p77"/>
              <p:cNvCxnSpPr>
                <a:stCxn id="3995" idx="0"/>
                <a:endCxn id="399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0" name="Google Shape;4010;p77"/>
              <p:cNvCxnSpPr>
                <a:stCxn id="3995" idx="7"/>
                <a:endCxn id="400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1" name="Google Shape;4011;p77"/>
              <p:cNvCxnSpPr>
                <a:stCxn id="3996" idx="6"/>
                <a:endCxn id="400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2" name="Google Shape;4012;p77"/>
              <p:cNvCxnSpPr>
                <a:stCxn id="4000" idx="0"/>
                <a:endCxn id="399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3" name="Google Shape;4013;p77"/>
              <p:cNvCxnSpPr>
                <a:stCxn id="3998" idx="5"/>
                <a:endCxn id="400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4" name="Google Shape;4014;p77"/>
              <p:cNvCxnSpPr>
                <a:stCxn id="3997" idx="6"/>
                <a:endCxn id="400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5" name="Google Shape;4015;p77"/>
              <p:cNvCxnSpPr>
                <a:stCxn id="3997" idx="5"/>
                <a:endCxn id="399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6" name="Google Shape;4016;p77"/>
              <p:cNvCxnSpPr>
                <a:stCxn id="3994" idx="4"/>
                <a:endCxn id="399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17" name="Google Shape;4017;p77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18" name="Google Shape;4018;p77"/>
              <p:cNvCxnSpPr>
                <a:stCxn id="4000" idx="4"/>
                <a:endCxn id="401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9" name="Google Shape;4019;p77"/>
              <p:cNvCxnSpPr>
                <a:stCxn id="4017" idx="1"/>
                <a:endCxn id="399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20" name="Google Shape;4020;p77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21" name="Google Shape;4021;p77"/>
              <p:cNvCxnSpPr>
                <a:stCxn id="4017" idx="2"/>
                <a:endCxn id="402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2" name="Google Shape;4022;p77"/>
              <p:cNvCxnSpPr>
                <a:stCxn id="4020" idx="1"/>
                <a:endCxn id="399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3" name="Google Shape;4023;p77"/>
              <p:cNvCxnSpPr>
                <a:stCxn id="4020" idx="7"/>
                <a:endCxn id="399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024" name="Shape 4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5" name="Google Shape;4025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26" name="Google Shape;4026;p78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7" name="Google Shape;4027;p78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8" name="Google Shape;4028;p78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9" name="Google Shape;4029;p78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0" name="Google Shape;4030;p78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31" name="Google Shape;4031;p78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32" name="Google Shape;4032;p78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33" name="Google Shape;4033;p78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34" name="Google Shape;4034;p78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35" name="Google Shape;4035;p78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36" name="Google Shape;4036;p78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37" name="Google Shape;4037;p78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4038" name="Google Shape;4038;p78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4039" name="Google Shape;4039;p78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4040" name="Google Shape;4040;p7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1" name="Google Shape;4041;p7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2" name="Google Shape;4042;p7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043" name="Google Shape;4043;p78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4044" name="Google Shape;4044;p78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5" name="Google Shape;4045;p7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6" name="Google Shape;4046;p7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7" name="Google Shape;4047;p7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048" name="Google Shape;4048;p78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4049" name="Google Shape;4049;p78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4050" name="Google Shape;4050;p78"/>
              <p:cNvCxnSpPr>
                <a:stCxn id="4051" idx="6"/>
                <a:endCxn id="405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52" name="Google Shape;4052;p78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3" name="Google Shape;4053;p78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4" name="Google Shape;4054;p78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5" name="Google Shape;4055;p78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6" name="Google Shape;4056;p78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57" name="Google Shape;4057;p78"/>
              <p:cNvCxnSpPr>
                <a:stCxn id="4056" idx="4"/>
                <a:endCxn id="405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8" name="Google Shape;4058;p78"/>
              <p:cNvCxnSpPr>
                <a:stCxn id="4055" idx="4"/>
                <a:endCxn id="405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9" name="Google Shape;4059;p78"/>
              <p:cNvCxnSpPr>
                <a:stCxn id="4055" idx="5"/>
                <a:endCxn id="405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0" name="Google Shape;4060;p78"/>
              <p:cNvCxnSpPr>
                <a:stCxn id="4055" idx="0"/>
                <a:endCxn id="405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1" name="Google Shape;4061;p78"/>
              <p:cNvCxnSpPr>
                <a:stCxn id="4055" idx="7"/>
                <a:endCxn id="405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2" name="Google Shape;4062;p78"/>
              <p:cNvCxnSpPr>
                <a:stCxn id="4053" idx="5"/>
                <a:endCxn id="405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3" name="Google Shape;4063;p78"/>
              <p:cNvCxnSpPr>
                <a:stCxn id="4053" idx="6"/>
                <a:endCxn id="405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4" name="Google Shape;4064;p78"/>
              <p:cNvCxnSpPr>
                <a:stCxn id="4065" idx="1"/>
                <a:endCxn id="405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6" name="Google Shape;4066;p78"/>
              <p:cNvCxnSpPr>
                <a:stCxn id="4056" idx="0"/>
                <a:endCxn id="405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7" name="Google Shape;4067;p78"/>
              <p:cNvCxnSpPr>
                <a:stCxn id="4056" idx="0"/>
                <a:endCxn id="406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68" name="Google Shape;4068;p78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69" name="Google Shape;4069;p78"/>
              <p:cNvCxnSpPr>
                <a:stCxn id="4053" idx="5"/>
                <a:endCxn id="406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0" name="Google Shape;4070;p78"/>
              <p:cNvCxnSpPr>
                <a:stCxn id="4065" idx="7"/>
                <a:endCxn id="406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1" name="Google Shape;4071;p78"/>
              <p:cNvCxnSpPr>
                <a:stCxn id="4068" idx="6"/>
                <a:endCxn id="405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72" name="Google Shape;4072;p78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73" name="Google Shape;4073;p78"/>
              <p:cNvCxnSpPr>
                <a:stCxn id="4072" idx="0"/>
                <a:endCxn id="405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4" name="Google Shape;4074;p78"/>
              <p:cNvCxnSpPr>
                <a:stCxn id="4072" idx="6"/>
                <a:endCxn id="405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5" name="Google Shape;4075;p78"/>
              <p:cNvCxnSpPr>
                <a:stCxn id="4072" idx="5"/>
                <a:endCxn id="405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6" name="Google Shape;4076;p78"/>
              <p:cNvCxnSpPr>
                <a:stCxn id="4072" idx="5"/>
                <a:endCxn id="405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65" name="Google Shape;4065;p78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1" name="Google Shape;4051;p78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077" name="Google Shape;4077;p78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4078" name="Google Shape;4078;p78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9" name="Google Shape;4079;p78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0" name="Google Shape;4080;p78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1" name="Google Shape;4081;p78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2" name="Google Shape;4082;p78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3" name="Google Shape;4083;p78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4" name="Google Shape;4084;p78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5" name="Google Shape;4085;p78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86" name="Google Shape;4086;p78"/>
              <p:cNvCxnSpPr>
                <a:stCxn id="4082" idx="5"/>
                <a:endCxn id="408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7" name="Google Shape;4087;p78"/>
              <p:cNvCxnSpPr>
                <a:stCxn id="4083" idx="4"/>
                <a:endCxn id="408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8" name="Google Shape;4088;p78"/>
              <p:cNvCxnSpPr>
                <a:stCxn id="4078" idx="0"/>
                <a:endCxn id="408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9" name="Google Shape;4089;p78"/>
              <p:cNvCxnSpPr>
                <a:stCxn id="4082" idx="7"/>
                <a:endCxn id="408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0" name="Google Shape;4090;p78"/>
              <p:cNvCxnSpPr>
                <a:stCxn id="4083" idx="6"/>
                <a:endCxn id="407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1" name="Google Shape;4091;p78"/>
              <p:cNvCxnSpPr>
                <a:stCxn id="4081" idx="5"/>
                <a:endCxn id="407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2" name="Google Shape;4092;p78"/>
              <p:cNvCxnSpPr>
                <a:stCxn id="4078" idx="6"/>
                <a:endCxn id="408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3" name="Google Shape;4093;p78"/>
              <p:cNvCxnSpPr>
                <a:stCxn id="4078" idx="7"/>
                <a:endCxn id="408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4" name="Google Shape;4094;p78"/>
              <p:cNvCxnSpPr>
                <a:stCxn id="4084" idx="7"/>
                <a:endCxn id="408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5" name="Google Shape;4095;p78"/>
              <p:cNvCxnSpPr>
                <a:stCxn id="4080" idx="0"/>
                <a:endCxn id="408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6" name="Google Shape;4096;p78"/>
              <p:cNvCxnSpPr>
                <a:stCxn id="4085" idx="2"/>
                <a:endCxn id="407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7" name="Google Shape;4097;p78"/>
              <p:cNvCxnSpPr>
                <a:stCxn id="4082" idx="6"/>
                <a:endCxn id="408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98" name="Google Shape;4098;p78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99" name="Google Shape;4099;p78"/>
              <p:cNvCxnSpPr>
                <a:stCxn id="4085" idx="3"/>
                <a:endCxn id="409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0" name="Google Shape;4100;p78"/>
              <p:cNvCxnSpPr>
                <a:stCxn id="4098" idx="2"/>
                <a:endCxn id="408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1" name="Google Shape;4101;p78"/>
              <p:cNvCxnSpPr>
                <a:stCxn id="4098" idx="0"/>
                <a:endCxn id="407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2" name="Google Shape;4102;p78"/>
              <p:cNvCxnSpPr>
                <a:stCxn id="4098" idx="1"/>
                <a:endCxn id="408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03" name="Google Shape;4103;p78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4" name="Google Shape;4104;p78"/>
              <p:cNvCxnSpPr>
                <a:stCxn id="4080" idx="2"/>
                <a:endCxn id="410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5" name="Google Shape;4105;p78"/>
              <p:cNvCxnSpPr>
                <a:stCxn id="4103" idx="3"/>
                <a:endCxn id="407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6" name="Google Shape;4106;p78"/>
              <p:cNvCxnSpPr>
                <a:stCxn id="4081" idx="4"/>
                <a:endCxn id="410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107" name="Shape 4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Google Shape;4108;p79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09" name="Google Shape;4109;p79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0" name="Google Shape;4110;p79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1" name="Google Shape;4111;p79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2" name="Google Shape;4112;p79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3" name="Google Shape;4113;p79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4" name="Google Shape;4114;p79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5" name="Google Shape;4115;p79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16" name="Google Shape;4116;p79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17" name="Google Shape;4117;p79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18" name="Google Shape;4118;p79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19" name="Google Shape;4119;p79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20" name="Google Shape;4120;p79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4121" name="Google Shape;4121;p79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4122" name="Google Shape;4122;p79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4123" name="Google Shape;4123;p79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4" name="Google Shape;4124;p79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5" name="Google Shape;4125;p79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6" name="Google Shape;4126;p79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7" name="Google Shape;4127;p79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8" name="Google Shape;4128;p79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29" name="Google Shape;4129;p79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30" name="Google Shape;4130;p79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31" name="Google Shape;4131;p79"/>
              <p:cNvCxnSpPr>
                <a:stCxn id="4127" idx="5"/>
                <a:endCxn id="412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2" name="Google Shape;4132;p79"/>
              <p:cNvCxnSpPr>
                <a:stCxn id="4128" idx="4"/>
                <a:endCxn id="412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3" name="Google Shape;4133;p79"/>
              <p:cNvCxnSpPr>
                <a:stCxn id="4123" idx="0"/>
                <a:endCxn id="412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4" name="Google Shape;4134;p79"/>
              <p:cNvCxnSpPr>
                <a:stCxn id="4127" idx="6"/>
                <a:endCxn id="412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5" name="Google Shape;4135;p79"/>
              <p:cNvCxnSpPr>
                <a:stCxn id="4128" idx="6"/>
                <a:endCxn id="412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6" name="Google Shape;4136;p79"/>
              <p:cNvCxnSpPr>
                <a:stCxn id="4126" idx="6"/>
                <a:endCxn id="412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7" name="Google Shape;4137;p79"/>
              <p:cNvCxnSpPr>
                <a:stCxn id="4123" idx="6"/>
                <a:endCxn id="412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8" name="Google Shape;4138;p79"/>
              <p:cNvCxnSpPr>
                <a:stCxn id="4123" idx="7"/>
                <a:endCxn id="412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9" name="Google Shape;4139;p79"/>
              <p:cNvCxnSpPr>
                <a:stCxn id="4129" idx="7"/>
                <a:endCxn id="412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0" name="Google Shape;4140;p79"/>
              <p:cNvCxnSpPr>
                <a:stCxn id="4125" idx="0"/>
                <a:endCxn id="412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1" name="Google Shape;4141;p79"/>
              <p:cNvCxnSpPr>
                <a:stCxn id="4130" idx="2"/>
                <a:endCxn id="412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2" name="Google Shape;4142;p79"/>
              <p:cNvCxnSpPr>
                <a:stCxn id="4128" idx="7"/>
                <a:endCxn id="413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43" name="Google Shape;4143;p79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44" name="Google Shape;4144;p79"/>
              <p:cNvCxnSpPr>
                <a:stCxn id="4130" idx="3"/>
                <a:endCxn id="414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5" name="Google Shape;4145;p79"/>
              <p:cNvCxnSpPr>
                <a:stCxn id="4143" idx="2"/>
                <a:endCxn id="412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6" name="Google Shape;4146;p79"/>
              <p:cNvCxnSpPr>
                <a:stCxn id="4143" idx="0"/>
                <a:endCxn id="412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7" name="Google Shape;4147;p79"/>
              <p:cNvCxnSpPr>
                <a:stCxn id="4143" idx="1"/>
                <a:endCxn id="412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48" name="Google Shape;4148;p79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49" name="Google Shape;4149;p79"/>
              <p:cNvCxnSpPr>
                <a:stCxn id="4125" idx="2"/>
                <a:endCxn id="414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0" name="Google Shape;4150;p79"/>
              <p:cNvCxnSpPr>
                <a:stCxn id="4148" idx="3"/>
                <a:endCxn id="412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1" name="Google Shape;4151;p79"/>
              <p:cNvCxnSpPr>
                <a:stCxn id="4126" idx="4"/>
                <a:endCxn id="414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52" name="Google Shape;4152;p79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53" name="Google Shape;4153;p79"/>
              <p:cNvCxnSpPr>
                <a:stCxn id="4126" idx="0"/>
                <a:endCxn id="415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79"/>
              <p:cNvCxnSpPr>
                <a:stCxn id="4152" idx="3"/>
                <a:endCxn id="412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155" name="Google Shape;4155;p79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4156" name="Google Shape;4156;p79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57" name="Google Shape;4157;p79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58" name="Google Shape;4158;p79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59" name="Google Shape;4159;p79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60" name="Google Shape;4160;p79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61" name="Google Shape;4161;p79"/>
              <p:cNvCxnSpPr>
                <a:stCxn id="4159" idx="5"/>
                <a:endCxn id="415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2" name="Google Shape;4162;p79"/>
              <p:cNvCxnSpPr>
                <a:stCxn id="4156" idx="6"/>
                <a:endCxn id="415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3" name="Google Shape;4163;p79"/>
              <p:cNvCxnSpPr>
                <a:stCxn id="4156" idx="6"/>
                <a:endCxn id="416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4" name="Google Shape;4164;p79"/>
              <p:cNvCxnSpPr>
                <a:stCxn id="4160" idx="6"/>
                <a:endCxn id="415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5" name="Google Shape;4165;p79"/>
              <p:cNvCxnSpPr>
                <a:stCxn id="4160" idx="6"/>
                <a:endCxn id="415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6" name="Google Shape;4166;p79"/>
              <p:cNvCxnSpPr>
                <a:stCxn id="4159" idx="4"/>
                <a:endCxn id="415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7" name="Google Shape;4167;p79"/>
              <p:cNvCxnSpPr>
                <a:stCxn id="4157" idx="7"/>
                <a:endCxn id="415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168" name="Google Shape;4168;p79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4169" name="Google Shape;4169;p79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4170" name="Google Shape;4170;p79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71" name="Google Shape;4171;p7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72" name="Google Shape;4172;p7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173" name="Google Shape;4173;p79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4174" name="Google Shape;4174;p79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75" name="Google Shape;4175;p79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76" name="Google Shape;4176;p79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77" name="Google Shape;4177;p79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178" name="Shape 4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9" name="Google Shape;4179;p80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80" name="Google Shape;4180;p80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1" name="Google Shape;4181;p80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4182" name="Google Shape;4182;p80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4183" name="Google Shape;4183;p80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4184" name="Google Shape;4184;p80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85" name="Google Shape;4185;p80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86" name="Google Shape;4186;p80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87" name="Google Shape;4187;p80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88" name="Google Shape;4188;p80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89" name="Google Shape;4189;p80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90" name="Google Shape;4190;p80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91" name="Google Shape;4191;p80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92" name="Google Shape;4192;p80"/>
              <p:cNvCxnSpPr>
                <a:stCxn id="4188" idx="5"/>
                <a:endCxn id="418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3" name="Google Shape;4193;p80"/>
              <p:cNvCxnSpPr>
                <a:stCxn id="4189" idx="4"/>
                <a:endCxn id="418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4" name="Google Shape;4194;p80"/>
              <p:cNvCxnSpPr>
                <a:stCxn id="4184" idx="6"/>
                <a:endCxn id="418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5" name="Google Shape;4195;p80"/>
              <p:cNvCxnSpPr>
                <a:stCxn id="4188" idx="7"/>
                <a:endCxn id="418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6" name="Google Shape;4196;p80"/>
              <p:cNvCxnSpPr>
                <a:stCxn id="4189" idx="6"/>
                <a:endCxn id="418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7" name="Google Shape;4197;p80"/>
              <p:cNvCxnSpPr>
                <a:stCxn id="4187" idx="7"/>
                <a:endCxn id="418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8" name="Google Shape;4198;p80"/>
              <p:cNvCxnSpPr>
                <a:stCxn id="4184" idx="6"/>
                <a:endCxn id="419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9" name="Google Shape;4199;p80"/>
              <p:cNvCxnSpPr>
                <a:stCxn id="4190" idx="6"/>
                <a:endCxn id="418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0" name="Google Shape;4200;p80"/>
              <p:cNvCxnSpPr>
                <a:stCxn id="4190" idx="6"/>
                <a:endCxn id="418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1" name="Google Shape;4201;p80"/>
              <p:cNvCxnSpPr>
                <a:stCxn id="4186" idx="7"/>
                <a:endCxn id="419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2" name="Google Shape;4202;p80"/>
              <p:cNvCxnSpPr>
                <a:stCxn id="4187" idx="6"/>
                <a:endCxn id="419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3" name="Google Shape;4203;p80"/>
              <p:cNvCxnSpPr>
                <a:stCxn id="4191" idx="0"/>
                <a:endCxn id="418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4" name="Google Shape;4204;p80"/>
              <p:cNvCxnSpPr>
                <a:stCxn id="4189" idx="5"/>
                <a:endCxn id="419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5" name="Google Shape;4205;p80"/>
              <p:cNvCxnSpPr>
                <a:stCxn id="4188" idx="6"/>
                <a:endCxn id="419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6" name="Google Shape;4206;p80"/>
              <p:cNvCxnSpPr>
                <a:stCxn id="4188" idx="4"/>
                <a:endCxn id="418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07" name="Google Shape;4207;p80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08" name="Google Shape;4208;p80"/>
              <p:cNvCxnSpPr>
                <a:stCxn id="4191" idx="4"/>
                <a:endCxn id="420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9" name="Google Shape;4209;p80"/>
              <p:cNvCxnSpPr>
                <a:stCxn id="4207" idx="1"/>
                <a:endCxn id="418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0" name="Google Shape;4210;p80"/>
              <p:cNvCxnSpPr>
                <a:stCxn id="4207" idx="1"/>
                <a:endCxn id="418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11" name="Google Shape;4211;p80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12" name="Google Shape;4212;p80"/>
              <p:cNvCxnSpPr>
                <a:stCxn id="4189" idx="0"/>
                <a:endCxn id="421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3" name="Google Shape;4213;p80"/>
              <p:cNvCxnSpPr>
                <a:stCxn id="4185" idx="0"/>
                <a:endCxn id="421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214" name="Google Shape;4214;p80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4215" name="Google Shape;4215;p80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16" name="Google Shape;4216;p80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17" name="Google Shape;4217;p80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18" name="Google Shape;4218;p80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19" name="Google Shape;4219;p80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20" name="Google Shape;4220;p80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21" name="Google Shape;4221;p80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22" name="Google Shape;4222;p80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23" name="Google Shape;4223;p80"/>
              <p:cNvCxnSpPr>
                <a:stCxn id="4219" idx="5"/>
                <a:endCxn id="421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4" name="Google Shape;4224;p80"/>
              <p:cNvCxnSpPr>
                <a:stCxn id="4220" idx="4"/>
                <a:endCxn id="421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5" name="Google Shape;4225;p80"/>
              <p:cNvCxnSpPr>
                <a:stCxn id="4215" idx="6"/>
                <a:endCxn id="421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6" name="Google Shape;4226;p80"/>
              <p:cNvCxnSpPr>
                <a:stCxn id="4215" idx="0"/>
                <a:endCxn id="421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7" name="Google Shape;4227;p80"/>
              <p:cNvCxnSpPr>
                <a:stCxn id="4219" idx="7"/>
                <a:endCxn id="422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8" name="Google Shape;4228;p80"/>
              <p:cNvCxnSpPr>
                <a:stCxn id="4220" idx="6"/>
                <a:endCxn id="421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9" name="Google Shape;4229;p80"/>
              <p:cNvCxnSpPr>
                <a:stCxn id="4218" idx="7"/>
                <a:endCxn id="421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0" name="Google Shape;4230;p80"/>
              <p:cNvCxnSpPr>
                <a:stCxn id="4215" idx="5"/>
                <a:endCxn id="422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1" name="Google Shape;4231;p80"/>
              <p:cNvCxnSpPr>
                <a:stCxn id="4221" idx="7"/>
                <a:endCxn id="421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2" name="Google Shape;4232;p80"/>
              <p:cNvCxnSpPr>
                <a:stCxn id="4221" idx="7"/>
                <a:endCxn id="421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3" name="Google Shape;4233;p80"/>
              <p:cNvCxnSpPr>
                <a:stCxn id="4217" idx="0"/>
                <a:endCxn id="421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4" name="Google Shape;4234;p80"/>
              <p:cNvCxnSpPr>
                <a:stCxn id="4222" idx="1"/>
                <a:endCxn id="421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5" name="Google Shape;4235;p80"/>
              <p:cNvCxnSpPr>
                <a:stCxn id="4219" idx="6"/>
                <a:endCxn id="422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6" name="Google Shape;4236;p80"/>
              <p:cNvCxnSpPr>
                <a:stCxn id="4216" idx="4"/>
                <a:endCxn id="421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37" name="Google Shape;4237;p80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38" name="Google Shape;4238;p80"/>
              <p:cNvCxnSpPr>
                <a:stCxn id="4222" idx="2"/>
                <a:endCxn id="423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9" name="Google Shape;4239;p80"/>
              <p:cNvCxnSpPr>
                <a:stCxn id="4237" idx="2"/>
                <a:endCxn id="421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0" name="Google Shape;4240;p80"/>
              <p:cNvCxnSpPr>
                <a:stCxn id="4237" idx="0"/>
                <a:endCxn id="421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1" name="Google Shape;4241;p80"/>
              <p:cNvCxnSpPr>
                <a:stCxn id="4237" idx="1"/>
                <a:endCxn id="421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42" name="Google Shape;4242;p80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43" name="Google Shape;4243;p80"/>
              <p:cNvCxnSpPr>
                <a:stCxn id="4217" idx="3"/>
                <a:endCxn id="424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4" name="Google Shape;4244;p80"/>
              <p:cNvCxnSpPr>
                <a:stCxn id="4242" idx="0"/>
                <a:endCxn id="422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45" name="Google Shape;4245;p80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46" name="Google Shape;4246;p80"/>
              <p:cNvCxnSpPr>
                <a:stCxn id="4215" idx="6"/>
                <a:endCxn id="424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7" name="Google Shape;4247;p80"/>
              <p:cNvCxnSpPr>
                <a:stCxn id="4221" idx="0"/>
                <a:endCxn id="424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8" name="Google Shape;4248;p80"/>
              <p:cNvCxnSpPr>
                <a:stCxn id="4245" idx="6"/>
                <a:endCxn id="421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49" name="Google Shape;4249;p80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50" name="Google Shape;4250;p80"/>
              <p:cNvCxnSpPr>
                <a:stCxn id="4242" idx="5"/>
                <a:endCxn id="424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51" name="Google Shape;4251;p80"/>
              <p:cNvCxnSpPr>
                <a:stCxn id="4249" idx="7"/>
                <a:endCxn id="421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52" name="Google Shape;4252;p80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53" name="Google Shape;4253;p80"/>
              <p:cNvCxnSpPr>
                <a:stCxn id="4242" idx="0"/>
                <a:endCxn id="425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54" name="Google Shape;4254;p80"/>
              <p:cNvCxnSpPr>
                <a:stCxn id="4252" idx="1"/>
                <a:endCxn id="422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55" name="Google Shape;4255;p80"/>
              <p:cNvCxnSpPr>
                <a:stCxn id="4252" idx="6"/>
                <a:endCxn id="421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256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7" name="Google Shape;4257;p81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4258" name="Google Shape;4258;p81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4259" name="Google Shape;4259;p8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60" name="Google Shape;4260;p8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61" name="Google Shape;4261;p8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262" name="Google Shape;4262;p81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4263" name="Google Shape;4263;p8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64" name="Google Shape;4264;p81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65" name="Google Shape;4265;p81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66" name="Google Shape;4266;p81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267" name="Google Shape;4267;p81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4268" name="Google Shape;4268;p81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4269" name="Google Shape;4269;p81"/>
              <p:cNvCxnSpPr>
                <a:stCxn id="4270" idx="7"/>
                <a:endCxn id="427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71" name="Google Shape;4271;p81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72" name="Google Shape;4272;p81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73" name="Google Shape;4273;p81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74" name="Google Shape;4274;p81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75" name="Google Shape;4275;p81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76" name="Google Shape;4276;p81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77" name="Google Shape;4277;p81"/>
              <p:cNvCxnSpPr>
                <a:stCxn id="4276" idx="4"/>
                <a:endCxn id="427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8" name="Google Shape;4278;p81"/>
              <p:cNvCxnSpPr>
                <a:stCxn id="4275" idx="4"/>
                <a:endCxn id="427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9" name="Google Shape;4279;p81"/>
              <p:cNvCxnSpPr>
                <a:stCxn id="4275" idx="5"/>
                <a:endCxn id="427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0" name="Google Shape;4280;p81"/>
              <p:cNvCxnSpPr>
                <a:stCxn id="4275" idx="0"/>
                <a:endCxn id="427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1" name="Google Shape;4281;p81"/>
              <p:cNvCxnSpPr>
                <a:stCxn id="4275" idx="7"/>
                <a:endCxn id="427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2" name="Google Shape;4282;p81"/>
              <p:cNvCxnSpPr>
                <a:stCxn id="4272" idx="5"/>
                <a:endCxn id="427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3" name="Google Shape;4283;p81"/>
              <p:cNvCxnSpPr>
                <a:stCxn id="4272" idx="6"/>
                <a:endCxn id="427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4" name="Google Shape;4284;p81"/>
              <p:cNvCxnSpPr>
                <a:stCxn id="4274" idx="2"/>
                <a:endCxn id="427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5" name="Google Shape;4285;p81"/>
              <p:cNvCxnSpPr>
                <a:stCxn id="4276" idx="0"/>
                <a:endCxn id="427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6" name="Google Shape;4286;p81"/>
              <p:cNvCxnSpPr>
                <a:stCxn id="4276" idx="0"/>
                <a:endCxn id="427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70" name="Google Shape;4270;p81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287" name="Google Shape;4287;p81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4288" name="Google Shape;4288;p81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89" name="Google Shape;4289;p81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90" name="Google Shape;4290;p81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91" name="Google Shape;4291;p81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92" name="Google Shape;4292;p81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93" name="Google Shape;4293;p81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94" name="Google Shape;4294;p81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95" name="Google Shape;4295;p81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96" name="Google Shape;4296;p81"/>
              <p:cNvCxnSpPr>
                <a:stCxn id="4292" idx="5"/>
                <a:endCxn id="429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7" name="Google Shape;4297;p81"/>
              <p:cNvCxnSpPr>
                <a:stCxn id="4293" idx="4"/>
                <a:endCxn id="429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8" name="Google Shape;4298;p81"/>
              <p:cNvCxnSpPr>
                <a:stCxn id="4288" idx="6"/>
                <a:endCxn id="429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9" name="Google Shape;4299;p81"/>
              <p:cNvCxnSpPr>
                <a:stCxn id="4288" idx="0"/>
                <a:endCxn id="429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0" name="Google Shape;4300;p81"/>
              <p:cNvCxnSpPr>
                <a:stCxn id="4292" idx="7"/>
                <a:endCxn id="429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1" name="Google Shape;4301;p81"/>
              <p:cNvCxnSpPr>
                <a:stCxn id="4293" idx="6"/>
                <a:endCxn id="428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2" name="Google Shape;4302;p81"/>
              <p:cNvCxnSpPr>
                <a:stCxn id="4291" idx="7"/>
                <a:endCxn id="428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3" name="Google Shape;4303;p81"/>
              <p:cNvCxnSpPr>
                <a:stCxn id="4288" idx="5"/>
                <a:endCxn id="429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4" name="Google Shape;4304;p81"/>
              <p:cNvCxnSpPr>
                <a:stCxn id="4294" idx="7"/>
                <a:endCxn id="429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5" name="Google Shape;4305;p81"/>
              <p:cNvCxnSpPr>
                <a:stCxn id="4294" idx="5"/>
                <a:endCxn id="429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6" name="Google Shape;4306;p81"/>
              <p:cNvCxnSpPr>
                <a:stCxn id="4290" idx="0"/>
                <a:endCxn id="429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7" name="Google Shape;4307;p81"/>
              <p:cNvCxnSpPr>
                <a:stCxn id="4290" idx="7"/>
                <a:endCxn id="429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8" name="Google Shape;4308;p81"/>
              <p:cNvCxnSpPr>
                <a:stCxn id="4291" idx="6"/>
                <a:endCxn id="429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9" name="Google Shape;4309;p81"/>
              <p:cNvCxnSpPr>
                <a:stCxn id="4295" idx="0"/>
                <a:endCxn id="428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0" name="Google Shape;4310;p81"/>
              <p:cNvCxnSpPr>
                <a:stCxn id="4292" idx="4"/>
                <a:endCxn id="429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1" name="Google Shape;4311;p81"/>
              <p:cNvCxnSpPr>
                <a:stCxn id="4289" idx="4"/>
                <a:endCxn id="429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2" name="Google Shape;4312;p81"/>
              <p:cNvCxnSpPr>
                <a:stCxn id="4288" idx="5"/>
                <a:endCxn id="429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13" name="Google Shape;4313;p81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4" name="Google Shape;4314;p81"/>
              <p:cNvCxnSpPr>
                <a:stCxn id="4295" idx="4"/>
                <a:endCxn id="431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5" name="Google Shape;4315;p81"/>
              <p:cNvCxnSpPr>
                <a:stCxn id="4313" idx="2"/>
                <a:endCxn id="429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6" name="Google Shape;4316;p81"/>
              <p:cNvCxnSpPr>
                <a:stCxn id="4313" idx="0"/>
                <a:endCxn id="428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7" name="Google Shape;4317;p81"/>
              <p:cNvCxnSpPr>
                <a:stCxn id="4313" idx="1"/>
                <a:endCxn id="429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18" name="Google Shape;4318;p81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9" name="Google Shape;4319;p81"/>
              <p:cNvCxnSpPr>
                <a:stCxn id="4313" idx="2"/>
                <a:endCxn id="431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0" name="Google Shape;4320;p81"/>
              <p:cNvCxnSpPr>
                <a:stCxn id="4318" idx="1"/>
                <a:endCxn id="429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32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2" name="Google Shape;4322;p82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323" name="Google Shape;4323;p82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324" name="Google Shape;4324;p8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25" name="Google Shape;4325;p8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26" name="Google Shape;4326;p8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327" name="Google Shape;4327;p82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328" name="Google Shape;4328;p8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29" name="Google Shape;4329;p8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0" name="Google Shape;4330;p8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1" name="Google Shape;4331;p8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332" name="Google Shape;4332;p82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4333" name="Google Shape;4333;p82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334" name="Google Shape;4334;p82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5" name="Google Shape;4335;p82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6" name="Google Shape;4336;p82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7" name="Google Shape;4337;p82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8" name="Google Shape;4338;p82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9" name="Google Shape;4339;p82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40" name="Google Shape;4340;p82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41" name="Google Shape;4341;p82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42" name="Google Shape;4342;p82"/>
              <p:cNvCxnSpPr>
                <a:stCxn id="4338" idx="5"/>
                <a:endCxn id="433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3" name="Google Shape;4343;p82"/>
              <p:cNvCxnSpPr>
                <a:stCxn id="4339" idx="4"/>
                <a:endCxn id="433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4" name="Google Shape;4344;p82"/>
              <p:cNvCxnSpPr>
                <a:stCxn id="4334" idx="0"/>
                <a:endCxn id="433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5" name="Google Shape;4345;p82"/>
              <p:cNvCxnSpPr>
                <a:stCxn id="4338" idx="6"/>
                <a:endCxn id="433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6" name="Google Shape;4346;p82"/>
              <p:cNvCxnSpPr>
                <a:stCxn id="4339" idx="6"/>
                <a:endCxn id="433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7" name="Google Shape;4347;p82"/>
              <p:cNvCxnSpPr>
                <a:stCxn id="4337" idx="6"/>
                <a:endCxn id="433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8" name="Google Shape;4348;p82"/>
              <p:cNvCxnSpPr>
                <a:stCxn id="4334" idx="6"/>
                <a:endCxn id="434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9" name="Google Shape;4349;p82"/>
              <p:cNvCxnSpPr>
                <a:stCxn id="4334" idx="7"/>
                <a:endCxn id="433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0" name="Google Shape;4350;p82"/>
              <p:cNvCxnSpPr>
                <a:stCxn id="4340" idx="7"/>
                <a:endCxn id="433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1" name="Google Shape;4351;p82"/>
              <p:cNvCxnSpPr>
                <a:stCxn id="4336" idx="0"/>
                <a:endCxn id="433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2" name="Google Shape;4352;p82"/>
              <p:cNvCxnSpPr>
                <a:stCxn id="4341" idx="2"/>
                <a:endCxn id="433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3" name="Google Shape;4353;p82"/>
              <p:cNvCxnSpPr>
                <a:stCxn id="4339" idx="7"/>
                <a:endCxn id="434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54" name="Google Shape;4354;p82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55" name="Google Shape;4355;p82"/>
              <p:cNvCxnSpPr>
                <a:stCxn id="4341" idx="3"/>
                <a:endCxn id="435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6" name="Google Shape;4356;p82"/>
              <p:cNvCxnSpPr>
                <a:stCxn id="4354" idx="2"/>
                <a:endCxn id="433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7" name="Google Shape;4357;p82"/>
              <p:cNvCxnSpPr>
                <a:stCxn id="4354" idx="0"/>
                <a:endCxn id="433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8" name="Google Shape;4358;p82"/>
              <p:cNvCxnSpPr>
                <a:stCxn id="4354" idx="1"/>
                <a:endCxn id="433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59" name="Google Shape;4359;p82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60" name="Google Shape;4360;p82"/>
              <p:cNvCxnSpPr>
                <a:stCxn id="4336" idx="2"/>
                <a:endCxn id="435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1" name="Google Shape;4361;p82"/>
              <p:cNvCxnSpPr>
                <a:stCxn id="4359" idx="3"/>
                <a:endCxn id="433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2" name="Google Shape;4362;p82"/>
              <p:cNvCxnSpPr>
                <a:stCxn id="4337" idx="4"/>
                <a:endCxn id="435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63" name="Google Shape;4363;p82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64" name="Google Shape;4364;p82"/>
              <p:cNvCxnSpPr>
                <a:stCxn id="4337" idx="0"/>
                <a:endCxn id="436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5" name="Google Shape;4365;p82"/>
              <p:cNvCxnSpPr>
                <a:stCxn id="4338" idx="7"/>
                <a:endCxn id="436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366" name="Google Shape;4366;p82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4367" name="Google Shape;4367;p82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8" name="Google Shape;4368;p82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9" name="Google Shape;4369;p82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0" name="Google Shape;4370;p82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1" name="Google Shape;4371;p82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2" name="Google Shape;4372;p82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3" name="Google Shape;4373;p82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4" name="Google Shape;4374;p82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75" name="Google Shape;4375;p82"/>
              <p:cNvCxnSpPr>
                <a:stCxn id="4372" idx="4"/>
                <a:endCxn id="437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6" name="Google Shape;4376;p82"/>
              <p:cNvCxnSpPr>
                <a:stCxn id="4367" idx="7"/>
                <a:endCxn id="437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7" name="Google Shape;4377;p82"/>
              <p:cNvCxnSpPr>
                <a:stCxn id="4371" idx="7"/>
                <a:endCxn id="437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8" name="Google Shape;4378;p82"/>
              <p:cNvCxnSpPr>
                <a:stCxn id="4372" idx="6"/>
                <a:endCxn id="436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9" name="Google Shape;4379;p82"/>
              <p:cNvCxnSpPr>
                <a:stCxn id="4370" idx="7"/>
                <a:endCxn id="436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0" name="Google Shape;4380;p82"/>
              <p:cNvCxnSpPr>
                <a:stCxn id="4367" idx="6"/>
                <a:endCxn id="437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1" name="Google Shape;4381;p82"/>
              <p:cNvCxnSpPr>
                <a:stCxn id="4373" idx="0"/>
                <a:endCxn id="437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2" name="Google Shape;4382;p82"/>
              <p:cNvCxnSpPr>
                <a:stCxn id="4373" idx="5"/>
                <a:endCxn id="436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3" name="Google Shape;4383;p82"/>
              <p:cNvCxnSpPr>
                <a:stCxn id="4369" idx="0"/>
                <a:endCxn id="437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4" name="Google Shape;4384;p82"/>
              <p:cNvCxnSpPr>
                <a:stCxn id="4369" idx="7"/>
                <a:endCxn id="437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5" name="Google Shape;4385;p82"/>
              <p:cNvCxnSpPr>
                <a:stCxn id="4370" idx="6"/>
                <a:endCxn id="437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6" name="Google Shape;4386;p82"/>
              <p:cNvCxnSpPr>
                <a:stCxn id="4374" idx="0"/>
                <a:endCxn id="436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7" name="Google Shape;4387;p82"/>
              <p:cNvCxnSpPr>
                <a:stCxn id="4372" idx="5"/>
                <a:endCxn id="437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8" name="Google Shape;4388;p82"/>
              <p:cNvCxnSpPr>
                <a:stCxn id="4371" idx="6"/>
                <a:endCxn id="437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9" name="Google Shape;4389;p82"/>
              <p:cNvCxnSpPr>
                <a:stCxn id="4371" idx="5"/>
                <a:endCxn id="437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0" name="Google Shape;4390;p82"/>
              <p:cNvCxnSpPr>
                <a:stCxn id="4368" idx="4"/>
                <a:endCxn id="436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91" name="Google Shape;4391;p82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92" name="Google Shape;4392;p82"/>
              <p:cNvCxnSpPr>
                <a:stCxn id="4374" idx="4"/>
                <a:endCxn id="439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3" name="Google Shape;4393;p82"/>
              <p:cNvCxnSpPr>
                <a:stCxn id="4391" idx="1"/>
                <a:endCxn id="436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94" name="Google Shape;4394;p82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95" name="Google Shape;4395;p82"/>
              <p:cNvCxnSpPr>
                <a:stCxn id="4391" idx="2"/>
                <a:endCxn id="439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6" name="Google Shape;4396;p82"/>
              <p:cNvCxnSpPr>
                <a:stCxn id="4394" idx="1"/>
                <a:endCxn id="437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7" name="Google Shape;4397;p82"/>
              <p:cNvCxnSpPr>
                <a:stCxn id="4394" idx="7"/>
                <a:endCxn id="436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401" name="Shape 4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2" name="Google Shape;4402;p84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403" name="Google Shape;4403;p84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4404" name="Google Shape;4404;p84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4405" name="Google Shape;4405;p84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4406" name="Google Shape;4406;p84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7" name="Google Shape;4407;p84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8" name="Google Shape;4408;p84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9" name="Google Shape;4409;p84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0" name="Google Shape;4410;p84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1" name="Google Shape;4411;p84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2" name="Google Shape;4412;p84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3" name="Google Shape;4413;p84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14" name="Google Shape;4414;p84"/>
              <p:cNvCxnSpPr>
                <a:stCxn id="4410" idx="5"/>
                <a:endCxn id="440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5" name="Google Shape;4415;p84"/>
              <p:cNvCxnSpPr>
                <a:stCxn id="4411" idx="4"/>
                <a:endCxn id="440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6" name="Google Shape;4416;p84"/>
              <p:cNvCxnSpPr>
                <a:stCxn id="4406" idx="6"/>
                <a:endCxn id="440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7" name="Google Shape;4417;p84"/>
              <p:cNvCxnSpPr>
                <a:stCxn id="4406" idx="0"/>
                <a:endCxn id="441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8" name="Google Shape;4418;p84"/>
              <p:cNvCxnSpPr>
                <a:stCxn id="4410" idx="7"/>
                <a:endCxn id="441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9" name="Google Shape;4419;p84"/>
              <p:cNvCxnSpPr>
                <a:stCxn id="4411" idx="6"/>
                <a:endCxn id="440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0" name="Google Shape;4420;p84"/>
              <p:cNvCxnSpPr>
                <a:stCxn id="4409" idx="7"/>
                <a:endCxn id="440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1" name="Google Shape;4421;p84"/>
              <p:cNvCxnSpPr>
                <a:stCxn id="4406" idx="5"/>
                <a:endCxn id="441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2" name="Google Shape;4422;p84"/>
              <p:cNvCxnSpPr>
                <a:stCxn id="4412" idx="7"/>
                <a:endCxn id="440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3" name="Google Shape;4423;p84"/>
              <p:cNvCxnSpPr>
                <a:stCxn id="4412" idx="7"/>
                <a:endCxn id="440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4" name="Google Shape;4424;p84"/>
              <p:cNvCxnSpPr>
                <a:stCxn id="4408" idx="0"/>
                <a:endCxn id="440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5" name="Google Shape;4425;p84"/>
              <p:cNvCxnSpPr>
                <a:stCxn id="4408" idx="7"/>
                <a:endCxn id="441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6" name="Google Shape;4426;p84"/>
              <p:cNvCxnSpPr>
                <a:stCxn id="4413" idx="1"/>
                <a:endCxn id="440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7" name="Google Shape;4427;p84"/>
              <p:cNvCxnSpPr>
                <a:stCxn id="4410" idx="6"/>
                <a:endCxn id="441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8" name="Google Shape;4428;p84"/>
              <p:cNvCxnSpPr>
                <a:stCxn id="4407" idx="4"/>
                <a:endCxn id="440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9" name="Google Shape;4429;p84"/>
              <p:cNvCxnSpPr>
                <a:stCxn id="4406" idx="5"/>
                <a:endCxn id="440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30" name="Google Shape;4430;p84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31" name="Google Shape;4431;p84"/>
              <p:cNvCxnSpPr>
                <a:stCxn id="4413" idx="2"/>
                <a:endCxn id="443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2" name="Google Shape;4432;p84"/>
              <p:cNvCxnSpPr>
                <a:stCxn id="4430" idx="2"/>
                <a:endCxn id="440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3" name="Google Shape;4433;p84"/>
              <p:cNvCxnSpPr>
                <a:stCxn id="4430" idx="0"/>
                <a:endCxn id="440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4" name="Google Shape;4434;p84"/>
              <p:cNvCxnSpPr>
                <a:stCxn id="4430" idx="1"/>
                <a:endCxn id="440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35" name="Google Shape;4435;p84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36" name="Google Shape;4436;p84"/>
              <p:cNvCxnSpPr>
                <a:stCxn id="4408" idx="2"/>
                <a:endCxn id="443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7" name="Google Shape;4437;p84"/>
              <p:cNvCxnSpPr>
                <a:stCxn id="4435" idx="1"/>
                <a:endCxn id="441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438" name="Google Shape;4438;p84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439" name="Google Shape;4439;p84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0" name="Google Shape;4440;p84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1" name="Google Shape;4441;p84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2" name="Google Shape;4442;p84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3" name="Google Shape;4443;p84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4" name="Google Shape;4444;p84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5" name="Google Shape;4445;p84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46" name="Google Shape;4446;p84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47" name="Google Shape;4447;p84"/>
              <p:cNvCxnSpPr>
                <a:stCxn id="4443" idx="5"/>
                <a:endCxn id="444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8" name="Google Shape;4448;p84"/>
              <p:cNvCxnSpPr>
                <a:stCxn id="4444" idx="4"/>
                <a:endCxn id="444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9" name="Google Shape;4449;p84"/>
              <p:cNvCxnSpPr>
                <a:stCxn id="4439" idx="6"/>
                <a:endCxn id="444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0" name="Google Shape;4450;p84"/>
              <p:cNvCxnSpPr>
                <a:stCxn id="4443" idx="7"/>
                <a:endCxn id="444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1" name="Google Shape;4451;p84"/>
              <p:cNvCxnSpPr>
                <a:stCxn id="4444" idx="6"/>
                <a:endCxn id="444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2" name="Google Shape;4452;p84"/>
              <p:cNvCxnSpPr>
                <a:stCxn id="4442" idx="7"/>
                <a:endCxn id="444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3" name="Google Shape;4453;p84"/>
              <p:cNvCxnSpPr>
                <a:stCxn id="4439" idx="6"/>
                <a:endCxn id="444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4" name="Google Shape;4454;p84"/>
              <p:cNvCxnSpPr>
                <a:stCxn id="4445" idx="7"/>
                <a:endCxn id="444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5" name="Google Shape;4455;p84"/>
              <p:cNvCxnSpPr>
                <a:stCxn id="4445" idx="5"/>
                <a:endCxn id="444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6" name="Google Shape;4456;p84"/>
              <p:cNvCxnSpPr>
                <a:stCxn id="4441" idx="0"/>
                <a:endCxn id="444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7" name="Google Shape;4457;p84"/>
              <p:cNvCxnSpPr>
                <a:stCxn id="4441" idx="7"/>
                <a:endCxn id="444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8" name="Google Shape;4458;p84"/>
              <p:cNvCxnSpPr>
                <a:stCxn id="4442" idx="6"/>
                <a:endCxn id="444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9" name="Google Shape;4459;p84"/>
              <p:cNvCxnSpPr>
                <a:stCxn id="4446" idx="0"/>
                <a:endCxn id="444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0" name="Google Shape;4460;p84"/>
              <p:cNvCxnSpPr>
                <a:stCxn id="4444" idx="5"/>
                <a:endCxn id="444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1" name="Google Shape;4461;p84"/>
              <p:cNvCxnSpPr>
                <a:stCxn id="4443" idx="6"/>
                <a:endCxn id="444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2" name="Google Shape;4462;p84"/>
              <p:cNvCxnSpPr>
                <a:stCxn id="4443" idx="4"/>
                <a:endCxn id="444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3" name="Google Shape;4463;p84"/>
              <p:cNvCxnSpPr>
                <a:stCxn id="4440" idx="4"/>
                <a:endCxn id="444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4" name="Google Shape;4464;p84"/>
              <p:cNvCxnSpPr>
                <a:stCxn id="4439" idx="6"/>
                <a:endCxn id="444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65" name="Google Shape;4465;p84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66" name="Google Shape;4466;p84"/>
              <p:cNvCxnSpPr>
                <a:stCxn id="4446" idx="4"/>
                <a:endCxn id="446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7" name="Google Shape;4467;p84"/>
              <p:cNvCxnSpPr>
                <a:stCxn id="4465" idx="2"/>
                <a:endCxn id="444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8" name="Google Shape;4468;p84"/>
              <p:cNvCxnSpPr>
                <a:stCxn id="4465" idx="0"/>
                <a:endCxn id="444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9" name="Google Shape;4469;p84"/>
              <p:cNvCxnSpPr>
                <a:stCxn id="4465" idx="1"/>
                <a:endCxn id="444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70" name="Google Shape;4470;p84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71" name="Google Shape;4471;p84"/>
              <p:cNvCxnSpPr>
                <a:stCxn id="4465" idx="2"/>
                <a:endCxn id="447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2" name="Google Shape;4472;p84"/>
              <p:cNvCxnSpPr>
                <a:stCxn id="4470" idx="1"/>
                <a:endCxn id="444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73" name="Shape 4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" name="Google Shape;4474;p85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75" name="Google Shape;4475;p85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76" name="Google Shape;4476;p85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77" name="Google Shape;4477;p85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4478" name="Google Shape;4478;p85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4479" name="Google Shape;4479;p85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0" name="Google Shape;4480;p85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1" name="Google Shape;4481;p85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2" name="Google Shape;4482;p85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3" name="Google Shape;4483;p85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4" name="Google Shape;4484;p85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5" name="Google Shape;4485;p85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86" name="Google Shape;4486;p85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87" name="Google Shape;4487;p85"/>
              <p:cNvCxnSpPr>
                <a:stCxn id="4483" idx="5"/>
                <a:endCxn id="448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8" name="Google Shape;4488;p85"/>
              <p:cNvCxnSpPr>
                <a:stCxn id="4484" idx="4"/>
                <a:endCxn id="448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9" name="Google Shape;4489;p85"/>
              <p:cNvCxnSpPr>
                <a:stCxn id="4479" idx="6"/>
                <a:endCxn id="448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0" name="Google Shape;4490;p85"/>
              <p:cNvCxnSpPr>
                <a:stCxn id="4483" idx="7"/>
                <a:endCxn id="448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1" name="Google Shape;4491;p85"/>
              <p:cNvCxnSpPr>
                <a:stCxn id="4484" idx="6"/>
                <a:endCxn id="448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2" name="Google Shape;4492;p85"/>
              <p:cNvCxnSpPr>
                <a:stCxn id="4482" idx="7"/>
                <a:endCxn id="448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3" name="Google Shape;4493;p85"/>
              <p:cNvCxnSpPr>
                <a:stCxn id="4479" idx="6"/>
                <a:endCxn id="448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4" name="Google Shape;4494;p85"/>
              <p:cNvCxnSpPr>
                <a:stCxn id="4485" idx="6"/>
                <a:endCxn id="448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5" name="Google Shape;4495;p85"/>
              <p:cNvCxnSpPr>
                <a:stCxn id="4485" idx="6"/>
                <a:endCxn id="448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6" name="Google Shape;4496;p85"/>
              <p:cNvCxnSpPr>
                <a:stCxn id="4481" idx="7"/>
                <a:endCxn id="448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7" name="Google Shape;4497;p85"/>
              <p:cNvCxnSpPr>
                <a:stCxn id="4482" idx="6"/>
                <a:endCxn id="448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8" name="Google Shape;4498;p85"/>
              <p:cNvCxnSpPr>
                <a:stCxn id="4486" idx="0"/>
                <a:endCxn id="448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9" name="Google Shape;4499;p85"/>
              <p:cNvCxnSpPr>
                <a:stCxn id="4484" idx="5"/>
                <a:endCxn id="448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0" name="Google Shape;4500;p85"/>
              <p:cNvCxnSpPr>
                <a:stCxn id="4483" idx="6"/>
                <a:endCxn id="448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1" name="Google Shape;4501;p85"/>
              <p:cNvCxnSpPr>
                <a:stCxn id="4483" idx="4"/>
                <a:endCxn id="448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02" name="Google Shape;4502;p85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03" name="Google Shape;4503;p85"/>
              <p:cNvCxnSpPr>
                <a:stCxn id="4486" idx="4"/>
                <a:endCxn id="450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4" name="Google Shape;4504;p85"/>
              <p:cNvCxnSpPr>
                <a:stCxn id="4502" idx="1"/>
                <a:endCxn id="448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5" name="Google Shape;4505;p85"/>
              <p:cNvCxnSpPr>
                <a:stCxn id="4502" idx="1"/>
                <a:endCxn id="448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06" name="Google Shape;4506;p85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07" name="Google Shape;4507;p85"/>
              <p:cNvCxnSpPr>
                <a:stCxn id="4484" idx="0"/>
                <a:endCxn id="450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8" name="Google Shape;4508;p85"/>
              <p:cNvCxnSpPr>
                <a:stCxn id="4480" idx="0"/>
                <a:endCxn id="450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09" name="Google Shape;4509;p85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4510" name="Google Shape;4510;p85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1" name="Google Shape;4511;p85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2" name="Google Shape;4512;p85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3" name="Google Shape;4513;p85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4" name="Google Shape;4514;p85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5" name="Google Shape;4515;p85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6" name="Google Shape;4516;p85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7" name="Google Shape;4517;p85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18" name="Google Shape;4518;p85"/>
              <p:cNvCxnSpPr>
                <a:stCxn id="4514" idx="5"/>
                <a:endCxn id="451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9" name="Google Shape;4519;p85"/>
              <p:cNvCxnSpPr>
                <a:stCxn id="4515" idx="4"/>
                <a:endCxn id="451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0" name="Google Shape;4520;p85"/>
              <p:cNvCxnSpPr>
                <a:stCxn id="4510" idx="6"/>
                <a:endCxn id="451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1" name="Google Shape;4521;p85"/>
              <p:cNvCxnSpPr>
                <a:stCxn id="4510" idx="0"/>
                <a:endCxn id="451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2" name="Google Shape;4522;p85"/>
              <p:cNvCxnSpPr>
                <a:stCxn id="4514" idx="7"/>
                <a:endCxn id="451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3" name="Google Shape;4523;p85"/>
              <p:cNvCxnSpPr>
                <a:stCxn id="4515" idx="6"/>
                <a:endCxn id="451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4" name="Google Shape;4524;p85"/>
              <p:cNvCxnSpPr>
                <a:stCxn id="4513" idx="7"/>
                <a:endCxn id="451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5" name="Google Shape;4525;p85"/>
              <p:cNvCxnSpPr>
                <a:stCxn id="4510" idx="5"/>
                <a:endCxn id="451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6" name="Google Shape;4526;p85"/>
              <p:cNvCxnSpPr>
                <a:stCxn id="4516" idx="7"/>
                <a:endCxn id="451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7" name="Google Shape;4527;p85"/>
              <p:cNvCxnSpPr>
                <a:stCxn id="4516" idx="7"/>
                <a:endCxn id="451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8" name="Google Shape;4528;p85"/>
              <p:cNvCxnSpPr>
                <a:stCxn id="4512" idx="0"/>
                <a:endCxn id="451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9" name="Google Shape;4529;p85"/>
              <p:cNvCxnSpPr>
                <a:stCxn id="4517" idx="1"/>
                <a:endCxn id="451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0" name="Google Shape;4530;p85"/>
              <p:cNvCxnSpPr>
                <a:stCxn id="4514" idx="6"/>
                <a:endCxn id="451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1" name="Google Shape;4531;p85"/>
              <p:cNvCxnSpPr>
                <a:stCxn id="4511" idx="4"/>
                <a:endCxn id="451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32" name="Google Shape;4532;p85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33" name="Google Shape;4533;p85"/>
              <p:cNvCxnSpPr>
                <a:stCxn id="4517" idx="2"/>
                <a:endCxn id="453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4" name="Google Shape;4534;p85"/>
              <p:cNvCxnSpPr>
                <a:stCxn id="4532" idx="2"/>
                <a:endCxn id="451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5" name="Google Shape;4535;p85"/>
              <p:cNvCxnSpPr>
                <a:stCxn id="4532" idx="0"/>
                <a:endCxn id="451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6" name="Google Shape;4536;p85"/>
              <p:cNvCxnSpPr>
                <a:stCxn id="4532" idx="1"/>
                <a:endCxn id="451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37" name="Google Shape;4537;p85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38" name="Google Shape;4538;p85"/>
              <p:cNvCxnSpPr>
                <a:stCxn id="4512" idx="3"/>
                <a:endCxn id="453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9" name="Google Shape;4539;p85"/>
              <p:cNvCxnSpPr>
                <a:stCxn id="4537" idx="0"/>
                <a:endCxn id="451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40" name="Google Shape;4540;p85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41" name="Google Shape;4541;p85"/>
              <p:cNvCxnSpPr>
                <a:stCxn id="4510" idx="6"/>
                <a:endCxn id="454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2" name="Google Shape;4542;p85"/>
              <p:cNvCxnSpPr>
                <a:stCxn id="4516" idx="0"/>
                <a:endCxn id="454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3" name="Google Shape;4543;p85"/>
              <p:cNvCxnSpPr>
                <a:stCxn id="4540" idx="6"/>
                <a:endCxn id="451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44" name="Google Shape;4544;p85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45" name="Google Shape;4545;p85"/>
              <p:cNvCxnSpPr>
                <a:stCxn id="4537" idx="5"/>
                <a:endCxn id="454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6" name="Google Shape;4546;p85"/>
              <p:cNvCxnSpPr>
                <a:stCxn id="4544" idx="7"/>
                <a:endCxn id="451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47" name="Google Shape;4547;p85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48" name="Google Shape;4548;p85"/>
              <p:cNvCxnSpPr>
                <a:stCxn id="4537" idx="0"/>
                <a:endCxn id="454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9" name="Google Shape;4549;p85"/>
              <p:cNvCxnSpPr>
                <a:stCxn id="4547" idx="1"/>
                <a:endCxn id="451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0" name="Google Shape;4550;p85"/>
              <p:cNvCxnSpPr>
                <a:stCxn id="4547" idx="6"/>
                <a:endCxn id="451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51" name="Shape 4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2" name="Google Shape;4552;p8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53" name="Google Shape;4553;p86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554" name="Google Shape;4554;p86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4555" name="Google Shape;4555;p86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4556" name="Google Shape;4556;p86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57" name="Google Shape;4557;p86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58" name="Google Shape;4558;p86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59" name="Google Shape;4559;p86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60" name="Google Shape;4560;p86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61" name="Google Shape;4561;p86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62" name="Google Shape;4562;p86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63" name="Google Shape;4563;p86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64" name="Google Shape;4564;p86"/>
              <p:cNvCxnSpPr>
                <a:stCxn id="4560" idx="5"/>
                <a:endCxn id="455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5" name="Google Shape;4565;p86"/>
              <p:cNvCxnSpPr>
                <a:stCxn id="4561" idx="4"/>
                <a:endCxn id="455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6" name="Google Shape;4566;p86"/>
              <p:cNvCxnSpPr>
                <a:stCxn id="4556" idx="6"/>
                <a:endCxn id="456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7" name="Google Shape;4567;p86"/>
              <p:cNvCxnSpPr>
                <a:stCxn id="4560" idx="7"/>
                <a:endCxn id="456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8" name="Google Shape;4568;p86"/>
              <p:cNvCxnSpPr>
                <a:stCxn id="4561" idx="6"/>
                <a:endCxn id="455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9" name="Google Shape;4569;p86"/>
              <p:cNvCxnSpPr>
                <a:stCxn id="4559" idx="7"/>
                <a:endCxn id="455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0" name="Google Shape;4570;p86"/>
              <p:cNvCxnSpPr>
                <a:stCxn id="4556" idx="6"/>
                <a:endCxn id="456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1" name="Google Shape;4571;p86"/>
              <p:cNvCxnSpPr>
                <a:stCxn id="4562" idx="6"/>
                <a:endCxn id="455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2" name="Google Shape;4572;p86"/>
              <p:cNvCxnSpPr>
                <a:stCxn id="4562" idx="5"/>
                <a:endCxn id="455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3" name="Google Shape;4573;p86"/>
              <p:cNvCxnSpPr>
                <a:stCxn id="4558" idx="0"/>
                <a:endCxn id="455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4" name="Google Shape;4574;p86"/>
              <p:cNvCxnSpPr>
                <a:stCxn id="4558" idx="7"/>
                <a:endCxn id="456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5" name="Google Shape;4575;p86"/>
              <p:cNvCxnSpPr>
                <a:stCxn id="4559" idx="6"/>
                <a:endCxn id="456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6" name="Google Shape;4576;p86"/>
              <p:cNvCxnSpPr>
                <a:stCxn id="4563" idx="0"/>
                <a:endCxn id="455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7" name="Google Shape;4577;p86"/>
              <p:cNvCxnSpPr>
                <a:stCxn id="4561" idx="5"/>
                <a:endCxn id="456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8" name="Google Shape;4578;p86"/>
              <p:cNvCxnSpPr>
                <a:stCxn id="4560" idx="6"/>
                <a:endCxn id="456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9" name="Google Shape;4579;p86"/>
              <p:cNvCxnSpPr>
                <a:stCxn id="4560" idx="4"/>
                <a:endCxn id="455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0" name="Google Shape;4580;p86"/>
              <p:cNvCxnSpPr>
                <a:stCxn id="4557" idx="4"/>
                <a:endCxn id="455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1" name="Google Shape;4581;p86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82" name="Google Shape;4582;p86"/>
              <p:cNvCxnSpPr>
                <a:stCxn id="4563" idx="4"/>
                <a:endCxn id="458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3" name="Google Shape;4583;p86"/>
              <p:cNvCxnSpPr>
                <a:stCxn id="4581" idx="1"/>
                <a:endCxn id="455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4" name="Google Shape;4584;p86"/>
              <p:cNvCxnSpPr>
                <a:stCxn id="4581" idx="0"/>
                <a:endCxn id="455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5" name="Google Shape;4585;p86"/>
              <p:cNvCxnSpPr>
                <a:stCxn id="4581" idx="1"/>
                <a:endCxn id="455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6" name="Google Shape;4586;p86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87" name="Google Shape;4587;p86"/>
              <p:cNvCxnSpPr>
                <a:stCxn id="4581" idx="2"/>
                <a:endCxn id="458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8" name="Google Shape;4588;p86"/>
              <p:cNvCxnSpPr>
                <a:stCxn id="4586" idx="1"/>
                <a:endCxn id="456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9" name="Google Shape;4589;p86"/>
              <p:cNvCxnSpPr>
                <a:stCxn id="4586" idx="7"/>
                <a:endCxn id="455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90" name="Google Shape;4590;p86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4591" name="Google Shape;4591;p86"/>
              <p:cNvCxnSpPr>
                <a:stCxn id="4592" idx="6"/>
                <a:endCxn id="459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93" name="Google Shape;4593;p8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4" name="Google Shape;4594;p8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5" name="Google Shape;4595;p8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6" name="Google Shape;4596;p8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7" name="Google Shape;4597;p86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98" name="Google Shape;4598;p86"/>
              <p:cNvCxnSpPr>
                <a:stCxn id="4597" idx="4"/>
                <a:endCxn id="459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9" name="Google Shape;4599;p86"/>
              <p:cNvCxnSpPr>
                <a:stCxn id="4596" idx="4"/>
                <a:endCxn id="459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0" name="Google Shape;4600;p86"/>
              <p:cNvCxnSpPr>
                <a:stCxn id="4596" idx="5"/>
                <a:endCxn id="459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1" name="Google Shape;4601;p86"/>
              <p:cNvCxnSpPr>
                <a:stCxn id="4596" idx="0"/>
                <a:endCxn id="459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2" name="Google Shape;4602;p86"/>
              <p:cNvCxnSpPr>
                <a:stCxn id="4596" idx="7"/>
                <a:endCxn id="459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3" name="Google Shape;4603;p86"/>
              <p:cNvCxnSpPr>
                <a:stCxn id="4594" idx="5"/>
                <a:endCxn id="459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4" name="Google Shape;4604;p86"/>
              <p:cNvCxnSpPr>
                <a:stCxn id="4594" idx="6"/>
                <a:endCxn id="459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5" name="Google Shape;4605;p86"/>
              <p:cNvCxnSpPr>
                <a:stCxn id="4606" idx="1"/>
                <a:endCxn id="459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7" name="Google Shape;4607;p86"/>
              <p:cNvCxnSpPr>
                <a:stCxn id="4597" idx="0"/>
                <a:endCxn id="459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8" name="Google Shape;4608;p86"/>
              <p:cNvCxnSpPr>
                <a:stCxn id="4597" idx="0"/>
                <a:endCxn id="460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09" name="Google Shape;4609;p8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0" name="Google Shape;4610;p86"/>
              <p:cNvCxnSpPr>
                <a:stCxn id="4594" idx="5"/>
                <a:endCxn id="460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1" name="Google Shape;4611;p86"/>
              <p:cNvCxnSpPr>
                <a:stCxn id="4606" idx="7"/>
                <a:endCxn id="460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2" name="Google Shape;4612;p86"/>
              <p:cNvCxnSpPr>
                <a:stCxn id="4609" idx="6"/>
                <a:endCxn id="459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3" name="Google Shape;4613;p8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4" name="Google Shape;4614;p86"/>
              <p:cNvCxnSpPr>
                <a:stCxn id="4613" idx="0"/>
                <a:endCxn id="459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5" name="Google Shape;4615;p86"/>
              <p:cNvCxnSpPr>
                <a:stCxn id="4613" idx="6"/>
                <a:endCxn id="459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6" name="Google Shape;4616;p86"/>
              <p:cNvCxnSpPr>
                <a:stCxn id="4613" idx="5"/>
                <a:endCxn id="459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7" name="Google Shape;4617;p86"/>
              <p:cNvCxnSpPr>
                <a:stCxn id="4613" idx="5"/>
                <a:endCxn id="459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06" name="Google Shape;4606;p8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2" name="Google Shape;4592;p8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618" name="Google Shape;4618;p86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4619" name="Google Shape;4619;p86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20" name="Google Shape;4620;p86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21" name="Google Shape;4621;p86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22" name="Google Shape;4622;p86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23" name="Shape 4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4" name="Google Shape;4624;p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5" name="Google Shape;4625;p87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6" name="Google Shape;4626;p87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7" name="Google Shape;4627;p87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28" name="Google Shape;4628;p87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4629" name="Google Shape;4629;p87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4630" name="Google Shape;4630;p87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4631" name="Google Shape;4631;p87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2" name="Google Shape;4632;p87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3" name="Google Shape;4633;p87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4" name="Google Shape;4634;p87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5" name="Google Shape;4635;p87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6" name="Google Shape;4636;p87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7" name="Google Shape;4637;p87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8" name="Google Shape;4638;p87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39" name="Google Shape;4639;p87"/>
              <p:cNvCxnSpPr>
                <a:stCxn id="4635" idx="5"/>
                <a:endCxn id="463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0" name="Google Shape;4640;p87"/>
              <p:cNvCxnSpPr>
                <a:stCxn id="4636" idx="4"/>
                <a:endCxn id="463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1" name="Google Shape;4641;p87"/>
              <p:cNvCxnSpPr>
                <a:stCxn id="4631" idx="6"/>
                <a:endCxn id="463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2" name="Google Shape;4642;p87"/>
              <p:cNvCxnSpPr>
                <a:stCxn id="4635" idx="7"/>
                <a:endCxn id="463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3" name="Google Shape;4643;p87"/>
              <p:cNvCxnSpPr>
                <a:stCxn id="4636" idx="6"/>
                <a:endCxn id="463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4" name="Google Shape;4644;p87"/>
              <p:cNvCxnSpPr>
                <a:stCxn id="4634" idx="7"/>
                <a:endCxn id="463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5" name="Google Shape;4645;p87"/>
              <p:cNvCxnSpPr>
                <a:stCxn id="4631" idx="6"/>
                <a:endCxn id="463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6" name="Google Shape;4646;p87"/>
              <p:cNvCxnSpPr>
                <a:stCxn id="4637" idx="6"/>
                <a:endCxn id="463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7" name="Google Shape;4647;p87"/>
              <p:cNvCxnSpPr>
                <a:stCxn id="4637" idx="5"/>
                <a:endCxn id="463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8" name="Google Shape;4648;p87"/>
              <p:cNvCxnSpPr>
                <a:stCxn id="4633" idx="0"/>
                <a:endCxn id="463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9" name="Google Shape;4649;p87"/>
              <p:cNvCxnSpPr>
                <a:stCxn id="4633" idx="7"/>
                <a:endCxn id="463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0" name="Google Shape;4650;p87"/>
              <p:cNvCxnSpPr>
                <a:stCxn id="4634" idx="6"/>
                <a:endCxn id="463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1" name="Google Shape;4651;p87"/>
              <p:cNvCxnSpPr>
                <a:stCxn id="4638" idx="0"/>
                <a:endCxn id="463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2" name="Google Shape;4652;p87"/>
              <p:cNvCxnSpPr>
                <a:stCxn id="4636" idx="5"/>
                <a:endCxn id="463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3" name="Google Shape;4653;p87"/>
              <p:cNvCxnSpPr>
                <a:stCxn id="4635" idx="6"/>
                <a:endCxn id="463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4" name="Google Shape;4654;p87"/>
              <p:cNvCxnSpPr>
                <a:stCxn id="4635" idx="4"/>
                <a:endCxn id="463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5" name="Google Shape;4655;p87"/>
              <p:cNvCxnSpPr>
                <a:stCxn id="4632" idx="4"/>
                <a:endCxn id="463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56" name="Google Shape;4656;p87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57" name="Google Shape;4657;p87"/>
              <p:cNvCxnSpPr>
                <a:stCxn id="4638" idx="4"/>
                <a:endCxn id="465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8" name="Google Shape;4658;p87"/>
              <p:cNvCxnSpPr>
                <a:stCxn id="4656" idx="1"/>
                <a:endCxn id="463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9" name="Google Shape;4659;p87"/>
              <p:cNvCxnSpPr>
                <a:stCxn id="4656" idx="0"/>
                <a:endCxn id="463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0" name="Google Shape;4660;p87"/>
              <p:cNvCxnSpPr>
                <a:stCxn id="4656" idx="1"/>
                <a:endCxn id="463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61" name="Google Shape;4661;p87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2" name="Google Shape;4662;p87"/>
              <p:cNvCxnSpPr>
                <a:stCxn id="4656" idx="2"/>
                <a:endCxn id="466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3" name="Google Shape;4663;p87"/>
              <p:cNvCxnSpPr>
                <a:stCxn id="4661" idx="1"/>
                <a:endCxn id="463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4" name="Google Shape;4664;p87"/>
              <p:cNvCxnSpPr>
                <a:stCxn id="4661" idx="7"/>
                <a:endCxn id="463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65" name="Google Shape;4665;p87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4666" name="Google Shape;4666;p87"/>
              <p:cNvCxnSpPr>
                <a:stCxn id="4667" idx="6"/>
                <a:endCxn id="466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68" name="Google Shape;4668;p87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69" name="Google Shape;4669;p87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70" name="Google Shape;4670;p87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71" name="Google Shape;4671;p87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72" name="Google Shape;4672;p87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73" name="Google Shape;4673;p87"/>
              <p:cNvCxnSpPr>
                <a:stCxn id="4672" idx="4"/>
                <a:endCxn id="467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4" name="Google Shape;4674;p87"/>
              <p:cNvCxnSpPr>
                <a:stCxn id="4671" idx="4"/>
                <a:endCxn id="467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5" name="Google Shape;4675;p87"/>
              <p:cNvCxnSpPr>
                <a:stCxn id="4671" idx="5"/>
                <a:endCxn id="467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6" name="Google Shape;4676;p87"/>
              <p:cNvCxnSpPr>
                <a:stCxn id="4671" idx="0"/>
                <a:endCxn id="466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7" name="Google Shape;4677;p87"/>
              <p:cNvCxnSpPr>
                <a:stCxn id="4671" idx="7"/>
                <a:endCxn id="466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8" name="Google Shape;4678;p87"/>
              <p:cNvCxnSpPr>
                <a:stCxn id="4669" idx="5"/>
                <a:endCxn id="466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9" name="Google Shape;4679;p87"/>
              <p:cNvCxnSpPr>
                <a:stCxn id="4669" idx="6"/>
                <a:endCxn id="466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0" name="Google Shape;4680;p87"/>
              <p:cNvCxnSpPr>
                <a:stCxn id="4681" idx="1"/>
                <a:endCxn id="466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2" name="Google Shape;4682;p87"/>
              <p:cNvCxnSpPr>
                <a:stCxn id="4672" idx="0"/>
                <a:endCxn id="466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3" name="Google Shape;4683;p87"/>
              <p:cNvCxnSpPr>
                <a:stCxn id="4672" idx="0"/>
                <a:endCxn id="468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84" name="Google Shape;4684;p87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85" name="Google Shape;4685;p87"/>
              <p:cNvCxnSpPr>
                <a:stCxn id="4669" idx="5"/>
                <a:endCxn id="468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6" name="Google Shape;4686;p87"/>
              <p:cNvCxnSpPr>
                <a:stCxn id="4681" idx="7"/>
                <a:endCxn id="468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7" name="Google Shape;4687;p87"/>
              <p:cNvCxnSpPr>
                <a:stCxn id="4684" idx="6"/>
                <a:endCxn id="466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88" name="Google Shape;4688;p87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89" name="Google Shape;4689;p87"/>
              <p:cNvCxnSpPr>
                <a:stCxn id="4688" idx="0"/>
                <a:endCxn id="466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0" name="Google Shape;4690;p87"/>
              <p:cNvCxnSpPr>
                <a:stCxn id="4688" idx="6"/>
                <a:endCxn id="466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1" name="Google Shape;4691;p87"/>
              <p:cNvCxnSpPr>
                <a:stCxn id="4688" idx="5"/>
                <a:endCxn id="467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2" name="Google Shape;4692;p87"/>
              <p:cNvCxnSpPr>
                <a:stCxn id="4688" idx="5"/>
                <a:endCxn id="467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81" name="Google Shape;4681;p87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67" name="Google Shape;4667;p87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693" name="Google Shape;4693;p87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4694" name="Google Shape;4694;p87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4695" name="Google Shape;4695;p87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96" name="Google Shape;4696;p8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97" name="Google Shape;4697;p8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98" name="Google Shape;4698;p8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699" name="Google Shape;4699;p87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4700" name="Google Shape;4700;p8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01" name="Google Shape;4701;p8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02" name="Google Shape;4702;p8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03" name="Shape 4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4" name="Google Shape;4704;p8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705" name="Google Shape;4705;p88"/>
          <p:cNvCxnSpPr>
            <a:stCxn id="4706" idx="6"/>
            <a:endCxn id="470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08" name="Google Shape;4708;p88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4709" name="Google Shape;4709;p88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4710" name="Google Shape;4710;p88"/>
              <p:cNvCxnSpPr>
                <a:stCxn id="4707" idx="7"/>
                <a:endCxn id="471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11" name="Google Shape;4711;p88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12" name="Google Shape;4712;p88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13" name="Google Shape;4713;p88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07" name="Google Shape;4707;p88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14" name="Google Shape;4714;p88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15" name="Google Shape;4715;p88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16" name="Google Shape;4716;p88"/>
              <p:cNvCxnSpPr>
                <a:stCxn id="4715" idx="4"/>
                <a:endCxn id="471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7" name="Google Shape;4717;p88"/>
              <p:cNvCxnSpPr>
                <a:stCxn id="4714" idx="4"/>
                <a:endCxn id="471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8" name="Google Shape;4718;p88"/>
              <p:cNvCxnSpPr>
                <a:stCxn id="4714" idx="5"/>
                <a:endCxn id="471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9" name="Google Shape;4719;p88"/>
              <p:cNvCxnSpPr>
                <a:stCxn id="4714" idx="0"/>
                <a:endCxn id="471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0" name="Google Shape;4720;p88"/>
              <p:cNvCxnSpPr>
                <a:stCxn id="4714" idx="0"/>
                <a:endCxn id="470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1" name="Google Shape;4721;p88"/>
              <p:cNvCxnSpPr>
                <a:stCxn id="4712" idx="5"/>
                <a:endCxn id="470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2" name="Google Shape;4722;p88"/>
              <p:cNvCxnSpPr>
                <a:stCxn id="4712" idx="6"/>
                <a:endCxn id="471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3" name="Google Shape;4723;p88"/>
              <p:cNvCxnSpPr>
                <a:stCxn id="4707" idx="1"/>
                <a:endCxn id="471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4" name="Google Shape;4724;p88"/>
              <p:cNvCxnSpPr>
                <a:stCxn id="4715" idx="0"/>
                <a:endCxn id="470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5" name="Google Shape;4725;p88"/>
              <p:cNvCxnSpPr>
                <a:stCxn id="4715" idx="0"/>
                <a:endCxn id="470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06" name="Google Shape;4706;p88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26" name="Google Shape;4726;p88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4727" name="Google Shape;4727;p88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28" name="Google Shape;4728;p88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29" name="Google Shape;4729;p88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30" name="Google Shape;4730;p88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31" name="Google Shape;4731;p88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32" name="Google Shape;4732;p88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33" name="Google Shape;4733;p88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34" name="Google Shape;4734;p88"/>
              <p:cNvCxnSpPr>
                <a:stCxn id="4733" idx="7"/>
                <a:endCxn id="472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5" name="Google Shape;4735;p88"/>
              <p:cNvCxnSpPr>
                <a:stCxn id="4728" idx="0"/>
                <a:endCxn id="473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6" name="Google Shape;4736;p88"/>
              <p:cNvCxnSpPr>
                <a:stCxn id="4733" idx="0"/>
                <a:endCxn id="473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7" name="Google Shape;4737;p88"/>
              <p:cNvCxnSpPr>
                <a:stCxn id="4729" idx="4"/>
                <a:endCxn id="473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8" name="Google Shape;4738;p88"/>
              <p:cNvCxnSpPr>
                <a:stCxn id="4731" idx="2"/>
                <a:endCxn id="472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9" name="Google Shape;4739;p88"/>
              <p:cNvCxnSpPr>
                <a:stCxn id="4730" idx="2"/>
                <a:endCxn id="472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0" name="Google Shape;4740;p88"/>
              <p:cNvCxnSpPr>
                <a:stCxn id="4727" idx="1"/>
                <a:endCxn id="473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1" name="Google Shape;4741;p88"/>
              <p:cNvCxnSpPr>
                <a:stCxn id="4727" idx="2"/>
                <a:endCxn id="473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2" name="Google Shape;4742;p88"/>
              <p:cNvCxnSpPr>
                <a:stCxn id="4730" idx="3"/>
                <a:endCxn id="473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3" name="Google Shape;4743;p88"/>
              <p:cNvCxnSpPr>
                <a:stCxn id="4731" idx="3"/>
                <a:endCxn id="472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4" name="Google Shape;4744;p88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45" name="Google Shape;4745;p88"/>
              <p:cNvCxnSpPr>
                <a:endCxn id="474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6" name="Google Shape;4746;p88"/>
              <p:cNvCxnSpPr>
                <a:stCxn id="4732" idx="3"/>
                <a:endCxn id="474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7" name="Google Shape;4747;p88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48" name="Google Shape;4748;p88"/>
              <p:cNvCxnSpPr>
                <a:stCxn id="4732" idx="1"/>
                <a:endCxn id="474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9" name="Google Shape;4749;p88"/>
              <p:cNvCxnSpPr>
                <a:stCxn id="4744" idx="0"/>
                <a:endCxn id="474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0" name="Google Shape;4750;p88"/>
              <p:cNvCxnSpPr>
                <a:stCxn id="4729" idx="2"/>
                <a:endCxn id="474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1" name="Google Shape;4751;p88"/>
              <p:cNvCxnSpPr>
                <a:stCxn id="4730" idx="2"/>
                <a:endCxn id="474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2" name="Google Shape;4752;p88"/>
              <p:cNvCxnSpPr>
                <a:stCxn id="4727" idx="2"/>
                <a:endCxn id="472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53" name="Google Shape;4753;p88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4754" name="Google Shape;4754;p88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4755" name="Google Shape;4755;p88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6" name="Google Shape;4756;p8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7" name="Google Shape;4757;p88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8" name="Google Shape;4758;p8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59" name="Google Shape;4759;p88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4760" name="Google Shape;4760;p8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1" name="Google Shape;4761;p8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2" name="Google Shape;4762;p8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63" name="Shape 4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4" name="Google Shape;4764;p89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65" name="Google Shape;4765;p89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766" name="Google Shape;4766;p89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767" name="Google Shape;4767;p89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4768" name="Google Shape;4768;p89"/>
            <p:cNvCxnSpPr>
              <a:stCxn id="4769" idx="7"/>
              <a:endCxn id="477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70" name="Google Shape;4770;p89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71" name="Google Shape;4771;p89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72" name="Google Shape;4772;p89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73" name="Google Shape;4773;p89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74" name="Google Shape;4774;p89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75" name="Google Shape;4775;p89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776" name="Google Shape;4776;p89"/>
            <p:cNvCxnSpPr>
              <a:stCxn id="4775" idx="4"/>
              <a:endCxn id="477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7" name="Google Shape;4777;p89"/>
            <p:cNvCxnSpPr>
              <a:stCxn id="4774" idx="4"/>
              <a:endCxn id="477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8" name="Google Shape;4778;p89"/>
            <p:cNvCxnSpPr>
              <a:stCxn id="4774" idx="5"/>
              <a:endCxn id="477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9" name="Google Shape;4779;p89"/>
            <p:cNvCxnSpPr>
              <a:stCxn id="4774" idx="0"/>
              <a:endCxn id="477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0" name="Google Shape;4780;p89"/>
            <p:cNvCxnSpPr>
              <a:stCxn id="4774" idx="7"/>
              <a:endCxn id="476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1" name="Google Shape;4781;p89"/>
            <p:cNvCxnSpPr>
              <a:stCxn id="4771" idx="5"/>
              <a:endCxn id="476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2" name="Google Shape;4782;p89"/>
            <p:cNvCxnSpPr>
              <a:stCxn id="4771" idx="6"/>
              <a:endCxn id="477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3" name="Google Shape;4783;p89"/>
            <p:cNvCxnSpPr>
              <a:stCxn id="4773" idx="2"/>
              <a:endCxn id="477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4" name="Google Shape;4784;p89"/>
            <p:cNvCxnSpPr>
              <a:stCxn id="4775" idx="0"/>
              <a:endCxn id="476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5" name="Google Shape;4785;p89"/>
            <p:cNvCxnSpPr>
              <a:stCxn id="4775" idx="0"/>
              <a:endCxn id="477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69" name="Google Shape;4769;p89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786" name="Google Shape;4786;p89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4787" name="Google Shape;4787;p89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88" name="Google Shape;4788;p89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89" name="Google Shape;4789;p89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90" name="Google Shape;4790;p89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91" name="Shape 4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" name="Google Shape;4792;p90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793" name="Google Shape;4793;p90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794" name="Google Shape;4794;p90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795" name="Google Shape;4795;p90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6" name="Google Shape;4796;p90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7" name="Google Shape;4797;p90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8" name="Google Shape;4798;p90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9" name="Google Shape;4799;p90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0" name="Google Shape;4800;p90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1" name="Google Shape;4801;p90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2" name="Google Shape;4802;p90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03" name="Google Shape;4803;p90"/>
              <p:cNvCxnSpPr>
                <a:stCxn id="4799" idx="5"/>
                <a:endCxn id="479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4" name="Google Shape;4804;p90"/>
              <p:cNvCxnSpPr>
                <a:stCxn id="4800" idx="4"/>
                <a:endCxn id="479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5" name="Google Shape;4805;p90"/>
              <p:cNvCxnSpPr>
                <a:stCxn id="4795" idx="6"/>
                <a:endCxn id="479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6" name="Google Shape;4806;p90"/>
              <p:cNvCxnSpPr>
                <a:stCxn id="4795" idx="0"/>
                <a:endCxn id="479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7" name="Google Shape;4807;p90"/>
              <p:cNvCxnSpPr>
                <a:stCxn id="4799" idx="7"/>
                <a:endCxn id="480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8" name="Google Shape;4808;p90"/>
              <p:cNvCxnSpPr>
                <a:stCxn id="4800" idx="6"/>
                <a:endCxn id="479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9" name="Google Shape;4809;p90"/>
              <p:cNvCxnSpPr>
                <a:stCxn id="4798" idx="7"/>
                <a:endCxn id="479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0" name="Google Shape;4810;p90"/>
              <p:cNvCxnSpPr>
                <a:stCxn id="4795" idx="5"/>
                <a:endCxn id="480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1" name="Google Shape;4811;p90"/>
              <p:cNvCxnSpPr>
                <a:stCxn id="4801" idx="7"/>
                <a:endCxn id="479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2" name="Google Shape;4812;p90"/>
              <p:cNvCxnSpPr>
                <a:stCxn id="4801" idx="6"/>
                <a:endCxn id="479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3" name="Google Shape;4813;p90"/>
              <p:cNvCxnSpPr>
                <a:stCxn id="4797" idx="1"/>
                <a:endCxn id="479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4" name="Google Shape;4814;p90"/>
              <p:cNvCxnSpPr>
                <a:stCxn id="4802" idx="1"/>
                <a:endCxn id="479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5" name="Google Shape;4815;p90"/>
              <p:cNvCxnSpPr>
                <a:stCxn id="4799" idx="6"/>
                <a:endCxn id="480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6" name="Google Shape;4816;p90"/>
              <p:cNvCxnSpPr>
                <a:stCxn id="4796" idx="4"/>
                <a:endCxn id="479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7" name="Google Shape;4817;p90"/>
              <p:cNvCxnSpPr>
                <a:stCxn id="4795" idx="5"/>
                <a:endCxn id="479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18" name="Google Shape;4818;p90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19" name="Google Shape;4819;p90"/>
              <p:cNvCxnSpPr>
                <a:stCxn id="4802" idx="2"/>
                <a:endCxn id="481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0" name="Google Shape;4820;p90"/>
              <p:cNvCxnSpPr>
                <a:stCxn id="4818" idx="2"/>
                <a:endCxn id="479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1" name="Google Shape;4821;p90"/>
              <p:cNvCxnSpPr>
                <a:stCxn id="4818" idx="0"/>
                <a:endCxn id="479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2" name="Google Shape;4822;p90"/>
              <p:cNvCxnSpPr>
                <a:stCxn id="4818" idx="1"/>
                <a:endCxn id="479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23" name="Google Shape;4823;p90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24" name="Google Shape;4824;p90"/>
              <p:cNvCxnSpPr>
                <a:stCxn id="4797" idx="3"/>
                <a:endCxn id="482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5" name="Google Shape;4825;p90"/>
              <p:cNvCxnSpPr>
                <a:stCxn id="4823" idx="1"/>
                <a:endCxn id="480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826" name="Google Shape;4826;p90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827" name="Google Shape;4827;p90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28" name="Google Shape;4828;p90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29" name="Google Shape;4829;p90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30" name="Google Shape;4830;p90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31" name="Google Shape;4831;p90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32" name="Google Shape;4832;p90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33" name="Google Shape;4833;p90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34" name="Google Shape;4834;p90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35" name="Google Shape;4835;p90"/>
              <p:cNvCxnSpPr>
                <a:stCxn id="4831" idx="5"/>
                <a:endCxn id="483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6" name="Google Shape;4836;p90"/>
              <p:cNvCxnSpPr>
                <a:stCxn id="4832" idx="4"/>
                <a:endCxn id="483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7" name="Google Shape;4837;p90"/>
              <p:cNvCxnSpPr>
                <a:stCxn id="4827" idx="6"/>
                <a:endCxn id="483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8" name="Google Shape;4838;p90"/>
              <p:cNvCxnSpPr>
                <a:stCxn id="4831" idx="7"/>
                <a:endCxn id="483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9" name="Google Shape;4839;p90"/>
              <p:cNvCxnSpPr>
                <a:stCxn id="4832" idx="6"/>
                <a:endCxn id="482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0" name="Google Shape;4840;p90"/>
              <p:cNvCxnSpPr>
                <a:stCxn id="4830" idx="7"/>
                <a:endCxn id="482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1" name="Google Shape;4841;p90"/>
              <p:cNvCxnSpPr>
                <a:stCxn id="4827" idx="6"/>
                <a:endCxn id="483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2" name="Google Shape;4842;p90"/>
              <p:cNvCxnSpPr>
                <a:stCxn id="4833" idx="7"/>
                <a:endCxn id="483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3" name="Google Shape;4843;p90"/>
              <p:cNvCxnSpPr>
                <a:stCxn id="4833" idx="5"/>
                <a:endCxn id="482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4" name="Google Shape;4844;p90"/>
              <p:cNvCxnSpPr>
                <a:stCxn id="4829" idx="0"/>
                <a:endCxn id="483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5" name="Google Shape;4845;p90"/>
              <p:cNvCxnSpPr>
                <a:stCxn id="4829" idx="7"/>
                <a:endCxn id="483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6" name="Google Shape;4846;p90"/>
              <p:cNvCxnSpPr>
                <a:stCxn id="4830" idx="6"/>
                <a:endCxn id="483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7" name="Google Shape;4847;p90"/>
              <p:cNvCxnSpPr>
                <a:stCxn id="4834" idx="0"/>
                <a:endCxn id="482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8" name="Google Shape;4848;p90"/>
              <p:cNvCxnSpPr>
                <a:stCxn id="4832" idx="5"/>
                <a:endCxn id="483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9" name="Google Shape;4849;p90"/>
              <p:cNvCxnSpPr>
                <a:stCxn id="4831" idx="6"/>
                <a:endCxn id="483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0" name="Google Shape;4850;p90"/>
              <p:cNvCxnSpPr>
                <a:stCxn id="4831" idx="4"/>
                <a:endCxn id="482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1" name="Google Shape;4851;p90"/>
              <p:cNvCxnSpPr>
                <a:stCxn id="4828" idx="4"/>
                <a:endCxn id="482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2" name="Google Shape;4852;p90"/>
              <p:cNvCxnSpPr>
                <a:stCxn id="4827" idx="6"/>
                <a:endCxn id="482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53" name="Google Shape;4853;p90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54" name="Google Shape;4854;p90"/>
              <p:cNvCxnSpPr>
                <a:stCxn id="4834" idx="4"/>
                <a:endCxn id="485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5" name="Google Shape;4855;p90"/>
              <p:cNvCxnSpPr>
                <a:stCxn id="4853" idx="2"/>
                <a:endCxn id="482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6" name="Google Shape;4856;p90"/>
              <p:cNvCxnSpPr>
                <a:stCxn id="4853" idx="0"/>
                <a:endCxn id="482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7" name="Google Shape;4857;p90"/>
              <p:cNvCxnSpPr>
                <a:stCxn id="4853" idx="1"/>
                <a:endCxn id="483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58" name="Google Shape;4858;p90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59" name="Google Shape;4859;p90"/>
              <p:cNvCxnSpPr>
                <a:stCxn id="4853" idx="2"/>
                <a:endCxn id="485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0" name="Google Shape;4860;p90"/>
              <p:cNvCxnSpPr>
                <a:stCxn id="4858" idx="1"/>
                <a:endCxn id="483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61" name="Shape 4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63" name="Google Shape;4863;p91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4" name="Google Shape;4864;p91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65" name="Google Shape;4865;p91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866" name="Google Shape;4866;p91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867" name="Google Shape;4867;p9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8" name="Google Shape;4868;p9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9" name="Google Shape;4869;p9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870" name="Google Shape;4870;p91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871" name="Google Shape;4871;p9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2" name="Google Shape;4872;p9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3" name="Google Shape;4873;p9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4" name="Google Shape;4874;p9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875" name="Google Shape;4875;p91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4876" name="Google Shape;4876;p91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877" name="Google Shape;4877;p91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8" name="Google Shape;4878;p91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9" name="Google Shape;4879;p91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0" name="Google Shape;4880;p91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1" name="Google Shape;4881;p91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2" name="Google Shape;4882;p91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3" name="Google Shape;4883;p91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4" name="Google Shape;4884;p91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85" name="Google Shape;4885;p91"/>
              <p:cNvCxnSpPr>
                <a:stCxn id="4881" idx="5"/>
                <a:endCxn id="488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6" name="Google Shape;4886;p91"/>
              <p:cNvCxnSpPr>
                <a:stCxn id="4882" idx="4"/>
                <a:endCxn id="488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7" name="Google Shape;4887;p91"/>
              <p:cNvCxnSpPr>
                <a:stCxn id="4877" idx="0"/>
                <a:endCxn id="488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8" name="Google Shape;4888;p91"/>
              <p:cNvCxnSpPr>
                <a:stCxn id="4881" idx="6"/>
                <a:endCxn id="488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9" name="Google Shape;4889;p91"/>
              <p:cNvCxnSpPr>
                <a:stCxn id="4882" idx="6"/>
                <a:endCxn id="487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0" name="Google Shape;4890;p91"/>
              <p:cNvCxnSpPr>
                <a:stCxn id="4880" idx="6"/>
                <a:endCxn id="487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1" name="Google Shape;4891;p91"/>
              <p:cNvCxnSpPr>
                <a:stCxn id="4877" idx="6"/>
                <a:endCxn id="488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2" name="Google Shape;4892;p91"/>
              <p:cNvCxnSpPr>
                <a:stCxn id="4877" idx="7"/>
                <a:endCxn id="488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3" name="Google Shape;4893;p91"/>
              <p:cNvCxnSpPr>
                <a:stCxn id="4883" idx="7"/>
                <a:endCxn id="487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4" name="Google Shape;4894;p91"/>
              <p:cNvCxnSpPr>
                <a:stCxn id="4879" idx="0"/>
                <a:endCxn id="488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5" name="Google Shape;4895;p91"/>
              <p:cNvCxnSpPr>
                <a:stCxn id="4884" idx="2"/>
                <a:endCxn id="487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6" name="Google Shape;4896;p91"/>
              <p:cNvCxnSpPr>
                <a:stCxn id="4882" idx="7"/>
                <a:endCxn id="488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97" name="Google Shape;4897;p91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898" name="Google Shape;4898;p91"/>
              <p:cNvCxnSpPr>
                <a:stCxn id="4884" idx="3"/>
                <a:endCxn id="489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9" name="Google Shape;4899;p91"/>
              <p:cNvCxnSpPr>
                <a:stCxn id="4897" idx="2"/>
                <a:endCxn id="487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0" name="Google Shape;4900;p91"/>
              <p:cNvCxnSpPr>
                <a:stCxn id="4897" idx="0"/>
                <a:endCxn id="487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1" name="Google Shape;4901;p91"/>
              <p:cNvCxnSpPr>
                <a:stCxn id="4897" idx="1"/>
                <a:endCxn id="488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02" name="Google Shape;4902;p91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03" name="Google Shape;4903;p91"/>
              <p:cNvCxnSpPr>
                <a:stCxn id="4879" idx="2"/>
                <a:endCxn id="490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4" name="Google Shape;4904;p91"/>
              <p:cNvCxnSpPr>
                <a:stCxn id="4902" idx="3"/>
                <a:endCxn id="487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5" name="Google Shape;4905;p91"/>
              <p:cNvCxnSpPr>
                <a:stCxn id="4880" idx="4"/>
                <a:endCxn id="490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06" name="Google Shape;4906;p91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07" name="Google Shape;4907;p91"/>
              <p:cNvCxnSpPr>
                <a:stCxn id="4880" idx="0"/>
                <a:endCxn id="490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8" name="Google Shape;4908;p91"/>
              <p:cNvCxnSpPr>
                <a:stCxn id="4881" idx="7"/>
                <a:endCxn id="490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909" name="Google Shape;4909;p91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4910" name="Google Shape;4910;p91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1" name="Google Shape;4911;p91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2" name="Google Shape;4912;p91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3" name="Google Shape;4913;p91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4" name="Google Shape;4914;p91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5" name="Google Shape;4915;p91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6" name="Google Shape;4916;p91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7" name="Google Shape;4917;p91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18" name="Google Shape;4918;p91"/>
              <p:cNvCxnSpPr>
                <a:stCxn id="4915" idx="4"/>
                <a:endCxn id="491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9" name="Google Shape;4919;p91"/>
              <p:cNvCxnSpPr>
                <a:stCxn id="4910" idx="7"/>
                <a:endCxn id="491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0" name="Google Shape;4920;p91"/>
              <p:cNvCxnSpPr>
                <a:stCxn id="4914" idx="7"/>
                <a:endCxn id="491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1" name="Google Shape;4921;p91"/>
              <p:cNvCxnSpPr>
                <a:stCxn id="4915" idx="6"/>
                <a:endCxn id="491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2" name="Google Shape;4922;p91"/>
              <p:cNvCxnSpPr>
                <a:stCxn id="4913" idx="7"/>
                <a:endCxn id="491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3" name="Google Shape;4923;p91"/>
              <p:cNvCxnSpPr>
                <a:stCxn id="4910" idx="6"/>
                <a:endCxn id="491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4" name="Google Shape;4924;p91"/>
              <p:cNvCxnSpPr>
                <a:stCxn id="4916" idx="0"/>
                <a:endCxn id="491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5" name="Google Shape;4925;p91"/>
              <p:cNvCxnSpPr>
                <a:stCxn id="4916" idx="5"/>
                <a:endCxn id="491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6" name="Google Shape;4926;p91"/>
              <p:cNvCxnSpPr>
                <a:stCxn id="4912" idx="0"/>
                <a:endCxn id="491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7" name="Google Shape;4927;p91"/>
              <p:cNvCxnSpPr>
                <a:stCxn id="4912" idx="7"/>
                <a:endCxn id="491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8" name="Google Shape;4928;p91"/>
              <p:cNvCxnSpPr>
                <a:stCxn id="4913" idx="6"/>
                <a:endCxn id="491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9" name="Google Shape;4929;p91"/>
              <p:cNvCxnSpPr>
                <a:stCxn id="4917" idx="0"/>
                <a:endCxn id="491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0" name="Google Shape;4930;p91"/>
              <p:cNvCxnSpPr>
                <a:stCxn id="4915" idx="5"/>
                <a:endCxn id="491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1" name="Google Shape;4931;p91"/>
              <p:cNvCxnSpPr>
                <a:stCxn id="4914" idx="6"/>
                <a:endCxn id="491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2" name="Google Shape;4932;p91"/>
              <p:cNvCxnSpPr>
                <a:stCxn id="4914" idx="5"/>
                <a:endCxn id="491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3" name="Google Shape;4933;p91"/>
              <p:cNvCxnSpPr>
                <a:stCxn id="4911" idx="4"/>
                <a:endCxn id="491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34" name="Google Shape;4934;p91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35" name="Google Shape;4935;p91"/>
              <p:cNvCxnSpPr>
                <a:stCxn id="4917" idx="4"/>
                <a:endCxn id="493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6" name="Google Shape;4936;p91"/>
              <p:cNvCxnSpPr>
                <a:stCxn id="4934" idx="1"/>
                <a:endCxn id="491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37" name="Google Shape;4937;p91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38" name="Google Shape;4938;p91"/>
              <p:cNvCxnSpPr>
                <a:stCxn id="4934" idx="2"/>
                <a:endCxn id="493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9" name="Google Shape;4939;p91"/>
              <p:cNvCxnSpPr>
                <a:stCxn id="4937" idx="1"/>
                <a:endCxn id="491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0" name="Google Shape;4940;p91"/>
              <p:cNvCxnSpPr>
                <a:stCxn id="4937" idx="7"/>
                <a:endCxn id="491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41" name="Shape 4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2" name="Google Shape;4942;p92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943" name="Google Shape;4943;p9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44" name="Shape 4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" name="Google Shape;4945;p93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46" name="Google Shape;4946;p93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947" name="Google Shape;4947;p9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4948" name="Google Shape;4948;p9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4949" name="Google Shape;4949;p9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0" name="Google Shape;4950;p9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1" name="Google Shape;4951;p9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2" name="Google Shape;4952;p9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3" name="Google Shape;4953;p9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4" name="Google Shape;4954;p9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5" name="Google Shape;4955;p9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56" name="Google Shape;4956;p9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57" name="Google Shape;4957;p93"/>
              <p:cNvCxnSpPr>
                <a:stCxn id="4953" idx="5"/>
                <a:endCxn id="495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8" name="Google Shape;4958;p93"/>
              <p:cNvCxnSpPr>
                <a:stCxn id="4954" idx="4"/>
                <a:endCxn id="495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9" name="Google Shape;4959;p93"/>
              <p:cNvCxnSpPr>
                <a:stCxn id="4949" idx="6"/>
                <a:endCxn id="495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0" name="Google Shape;4960;p93"/>
              <p:cNvCxnSpPr>
                <a:stCxn id="4953" idx="7"/>
                <a:endCxn id="495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1" name="Google Shape;4961;p93"/>
              <p:cNvCxnSpPr>
                <a:stCxn id="4954" idx="6"/>
                <a:endCxn id="495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2" name="Google Shape;4962;p93"/>
              <p:cNvCxnSpPr>
                <a:stCxn id="4952" idx="7"/>
                <a:endCxn id="495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3" name="Google Shape;4963;p93"/>
              <p:cNvCxnSpPr>
                <a:stCxn id="4949" idx="6"/>
                <a:endCxn id="495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4" name="Google Shape;4964;p93"/>
              <p:cNvCxnSpPr>
                <a:stCxn id="4955" idx="6"/>
                <a:endCxn id="495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5" name="Google Shape;4965;p93"/>
              <p:cNvCxnSpPr>
                <a:stCxn id="4955" idx="6"/>
                <a:endCxn id="495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6" name="Google Shape;4966;p93"/>
              <p:cNvCxnSpPr>
                <a:stCxn id="4951" idx="7"/>
                <a:endCxn id="495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7" name="Google Shape;4967;p93"/>
              <p:cNvCxnSpPr>
                <a:stCxn id="4952" idx="6"/>
                <a:endCxn id="495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8" name="Google Shape;4968;p93"/>
              <p:cNvCxnSpPr>
                <a:stCxn id="4956" idx="0"/>
                <a:endCxn id="495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9" name="Google Shape;4969;p93"/>
              <p:cNvCxnSpPr>
                <a:stCxn id="4954" idx="5"/>
                <a:endCxn id="495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0" name="Google Shape;4970;p93"/>
              <p:cNvCxnSpPr>
                <a:stCxn id="4953" idx="6"/>
                <a:endCxn id="495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1" name="Google Shape;4971;p93"/>
              <p:cNvCxnSpPr>
                <a:stCxn id="4953" idx="4"/>
                <a:endCxn id="495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72" name="Google Shape;4972;p9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73" name="Google Shape;4973;p93"/>
              <p:cNvCxnSpPr>
                <a:stCxn id="4956" idx="4"/>
                <a:endCxn id="497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4" name="Google Shape;4974;p93"/>
              <p:cNvCxnSpPr>
                <a:stCxn id="4972" idx="1"/>
                <a:endCxn id="495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5" name="Google Shape;4975;p93"/>
              <p:cNvCxnSpPr>
                <a:stCxn id="4972" idx="1"/>
                <a:endCxn id="495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76" name="Google Shape;4976;p9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77" name="Google Shape;4977;p93"/>
              <p:cNvCxnSpPr>
                <a:stCxn id="4954" idx="0"/>
                <a:endCxn id="497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8" name="Google Shape;4978;p93"/>
              <p:cNvCxnSpPr>
                <a:stCxn id="4950" idx="0"/>
                <a:endCxn id="497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979" name="Google Shape;4979;p9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4980" name="Google Shape;4980;p93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1" name="Google Shape;4981;p93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2" name="Google Shape;4982;p93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3" name="Google Shape;4983;p93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4" name="Google Shape;4984;p93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5" name="Google Shape;4985;p93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6" name="Google Shape;4986;p93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7" name="Google Shape;4987;p93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88" name="Google Shape;4988;p93"/>
              <p:cNvCxnSpPr>
                <a:stCxn id="4984" idx="5"/>
                <a:endCxn id="498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89" name="Google Shape;4989;p93"/>
              <p:cNvCxnSpPr>
                <a:stCxn id="4985" idx="4"/>
                <a:endCxn id="498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0" name="Google Shape;4990;p93"/>
              <p:cNvCxnSpPr>
                <a:stCxn id="4980" idx="6"/>
                <a:endCxn id="498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1" name="Google Shape;4991;p93"/>
              <p:cNvCxnSpPr>
                <a:stCxn id="4980" idx="0"/>
                <a:endCxn id="498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2" name="Google Shape;4992;p93"/>
              <p:cNvCxnSpPr>
                <a:stCxn id="4984" idx="7"/>
                <a:endCxn id="498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3" name="Google Shape;4993;p93"/>
              <p:cNvCxnSpPr>
                <a:stCxn id="4985" idx="6"/>
                <a:endCxn id="498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4" name="Google Shape;4994;p93"/>
              <p:cNvCxnSpPr>
                <a:stCxn id="4983" idx="7"/>
                <a:endCxn id="498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5" name="Google Shape;4995;p93"/>
              <p:cNvCxnSpPr>
                <a:stCxn id="4980" idx="5"/>
                <a:endCxn id="498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6" name="Google Shape;4996;p93"/>
              <p:cNvCxnSpPr>
                <a:stCxn id="4986" idx="7"/>
                <a:endCxn id="498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7" name="Google Shape;4997;p93"/>
              <p:cNvCxnSpPr>
                <a:stCxn id="4986" idx="7"/>
                <a:endCxn id="498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8" name="Google Shape;4998;p93"/>
              <p:cNvCxnSpPr>
                <a:stCxn id="4982" idx="0"/>
                <a:endCxn id="498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9" name="Google Shape;4999;p93"/>
              <p:cNvCxnSpPr>
                <a:stCxn id="4987" idx="1"/>
                <a:endCxn id="498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0" name="Google Shape;5000;p93"/>
              <p:cNvCxnSpPr>
                <a:stCxn id="4984" idx="6"/>
                <a:endCxn id="498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1" name="Google Shape;5001;p93"/>
              <p:cNvCxnSpPr>
                <a:stCxn id="4981" idx="4"/>
                <a:endCxn id="498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02" name="Google Shape;5002;p93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03" name="Google Shape;5003;p93"/>
              <p:cNvCxnSpPr>
                <a:stCxn id="4987" idx="2"/>
                <a:endCxn id="500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4" name="Google Shape;5004;p93"/>
              <p:cNvCxnSpPr>
                <a:stCxn id="5002" idx="2"/>
                <a:endCxn id="498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5" name="Google Shape;5005;p93"/>
              <p:cNvCxnSpPr>
                <a:stCxn id="5002" idx="0"/>
                <a:endCxn id="498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6" name="Google Shape;5006;p93"/>
              <p:cNvCxnSpPr>
                <a:stCxn id="5002" idx="1"/>
                <a:endCxn id="498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07" name="Google Shape;5007;p93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08" name="Google Shape;5008;p93"/>
              <p:cNvCxnSpPr>
                <a:stCxn id="4982" idx="3"/>
                <a:endCxn id="500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9" name="Google Shape;5009;p93"/>
              <p:cNvCxnSpPr>
                <a:stCxn id="5007" idx="0"/>
                <a:endCxn id="498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10" name="Google Shape;5010;p93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11" name="Google Shape;5011;p93"/>
              <p:cNvCxnSpPr>
                <a:stCxn id="4980" idx="6"/>
                <a:endCxn id="501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2" name="Google Shape;5012;p93"/>
              <p:cNvCxnSpPr>
                <a:stCxn id="4986" idx="0"/>
                <a:endCxn id="501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3" name="Google Shape;5013;p93"/>
              <p:cNvCxnSpPr>
                <a:stCxn id="5010" idx="6"/>
                <a:endCxn id="498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14" name="Google Shape;5014;p93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15" name="Google Shape;5015;p93"/>
              <p:cNvCxnSpPr>
                <a:stCxn id="5007" idx="5"/>
                <a:endCxn id="501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6" name="Google Shape;5016;p93"/>
              <p:cNvCxnSpPr>
                <a:stCxn id="5014" idx="7"/>
                <a:endCxn id="498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17" name="Google Shape;5017;p93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18" name="Google Shape;5018;p93"/>
              <p:cNvCxnSpPr>
                <a:stCxn id="5007" idx="0"/>
                <a:endCxn id="501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9" name="Google Shape;5019;p93"/>
              <p:cNvCxnSpPr>
                <a:stCxn id="5017" idx="1"/>
                <a:endCxn id="498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0" name="Google Shape;5020;p93"/>
              <p:cNvCxnSpPr>
                <a:stCxn id="5017" idx="6"/>
                <a:endCxn id="498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021" name="Shape 50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022" name="Shape 5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3" name="Google Shape;5023;p9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024" name="Google Shape;5024;p95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5025" name="Google Shape;5025;p95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5026" name="Google Shape;5026;p9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27" name="Google Shape;5027;p9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28" name="Google Shape;5028;p9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029" name="Google Shape;5029;p95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5030" name="Google Shape;5030;p9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1" name="Google Shape;5031;p9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2" name="Google Shape;5032;p9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3" name="Google Shape;5033;p9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034" name="Google Shape;5034;p95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5035" name="Google Shape;5035;p95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5036" name="Google Shape;5036;p95"/>
              <p:cNvCxnSpPr>
                <a:stCxn id="5037" idx="6"/>
                <a:endCxn id="503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38" name="Google Shape;5038;p9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9" name="Google Shape;5039;p9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40" name="Google Shape;5040;p9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41" name="Google Shape;5041;p9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42" name="Google Shape;5042;p95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43" name="Google Shape;5043;p95"/>
              <p:cNvCxnSpPr>
                <a:stCxn id="5042" idx="4"/>
                <a:endCxn id="504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4" name="Google Shape;5044;p95"/>
              <p:cNvCxnSpPr>
                <a:stCxn id="5041" idx="4"/>
                <a:endCxn id="504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5" name="Google Shape;5045;p95"/>
              <p:cNvCxnSpPr>
                <a:stCxn id="5041" idx="5"/>
                <a:endCxn id="504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6" name="Google Shape;5046;p95"/>
              <p:cNvCxnSpPr>
                <a:stCxn id="5041" idx="0"/>
                <a:endCxn id="503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7" name="Google Shape;5047;p95"/>
              <p:cNvCxnSpPr>
                <a:stCxn id="5041" idx="7"/>
                <a:endCxn id="503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8" name="Google Shape;5048;p95"/>
              <p:cNvCxnSpPr>
                <a:stCxn id="5039" idx="5"/>
                <a:endCxn id="503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9" name="Google Shape;5049;p95"/>
              <p:cNvCxnSpPr>
                <a:stCxn id="5039" idx="6"/>
                <a:endCxn id="503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0" name="Google Shape;5050;p95"/>
              <p:cNvCxnSpPr>
                <a:stCxn id="5051" idx="1"/>
                <a:endCxn id="503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2" name="Google Shape;5052;p95"/>
              <p:cNvCxnSpPr>
                <a:stCxn id="5042" idx="0"/>
                <a:endCxn id="503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3" name="Google Shape;5053;p95"/>
              <p:cNvCxnSpPr>
                <a:stCxn id="5042" idx="0"/>
                <a:endCxn id="505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54" name="Google Shape;5054;p9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5" name="Google Shape;5055;p95"/>
              <p:cNvCxnSpPr>
                <a:stCxn id="5039" idx="5"/>
                <a:endCxn id="505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6" name="Google Shape;5056;p95"/>
              <p:cNvCxnSpPr>
                <a:stCxn id="5051" idx="7"/>
                <a:endCxn id="505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7" name="Google Shape;5057;p95"/>
              <p:cNvCxnSpPr>
                <a:stCxn id="5054" idx="6"/>
                <a:endCxn id="503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58" name="Google Shape;5058;p9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9" name="Google Shape;5059;p95"/>
              <p:cNvCxnSpPr>
                <a:stCxn id="5058" idx="0"/>
                <a:endCxn id="503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0" name="Google Shape;5060;p95"/>
              <p:cNvCxnSpPr>
                <a:stCxn id="5058" idx="6"/>
                <a:endCxn id="503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1" name="Google Shape;5061;p95"/>
              <p:cNvCxnSpPr>
                <a:stCxn id="5058" idx="5"/>
                <a:endCxn id="504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2" name="Google Shape;5062;p95"/>
              <p:cNvCxnSpPr>
                <a:stCxn id="5058" idx="5"/>
                <a:endCxn id="504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51" name="Google Shape;5051;p9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7" name="Google Shape;5037;p9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063" name="Google Shape;5063;p95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5064" name="Google Shape;5064;p95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5" name="Google Shape;5065;p95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6" name="Google Shape;5066;p95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7" name="Google Shape;5067;p95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8" name="Google Shape;5068;p95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9" name="Google Shape;5069;p95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70" name="Google Shape;5070;p95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71" name="Google Shape;5071;p95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72" name="Google Shape;5072;p95"/>
              <p:cNvCxnSpPr>
                <a:stCxn id="5068" idx="5"/>
                <a:endCxn id="506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3" name="Google Shape;5073;p95"/>
              <p:cNvCxnSpPr>
                <a:stCxn id="5069" idx="4"/>
                <a:endCxn id="506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4" name="Google Shape;5074;p95"/>
              <p:cNvCxnSpPr>
                <a:stCxn id="5064" idx="0"/>
                <a:endCxn id="506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5" name="Google Shape;5075;p95"/>
              <p:cNvCxnSpPr>
                <a:stCxn id="5068" idx="7"/>
                <a:endCxn id="506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6" name="Google Shape;5076;p95"/>
              <p:cNvCxnSpPr>
                <a:stCxn id="5069" idx="6"/>
                <a:endCxn id="506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7" name="Google Shape;5077;p95"/>
              <p:cNvCxnSpPr>
                <a:stCxn id="5067" idx="5"/>
                <a:endCxn id="506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8" name="Google Shape;5078;p95"/>
              <p:cNvCxnSpPr>
                <a:stCxn id="5064" idx="6"/>
                <a:endCxn id="507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9" name="Google Shape;5079;p95"/>
              <p:cNvCxnSpPr>
                <a:stCxn id="5064" idx="7"/>
                <a:endCxn id="506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0" name="Google Shape;5080;p95"/>
              <p:cNvCxnSpPr>
                <a:stCxn id="5070" idx="7"/>
                <a:endCxn id="506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1" name="Google Shape;5081;p95"/>
              <p:cNvCxnSpPr>
                <a:stCxn id="5066" idx="0"/>
                <a:endCxn id="506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2" name="Google Shape;5082;p95"/>
              <p:cNvCxnSpPr>
                <a:stCxn id="5071" idx="2"/>
                <a:endCxn id="506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3" name="Google Shape;5083;p95"/>
              <p:cNvCxnSpPr>
                <a:stCxn id="5068" idx="6"/>
                <a:endCxn id="507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84" name="Google Shape;5084;p95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85" name="Google Shape;5085;p95"/>
              <p:cNvCxnSpPr>
                <a:stCxn id="5071" idx="3"/>
                <a:endCxn id="508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6" name="Google Shape;5086;p95"/>
              <p:cNvCxnSpPr>
                <a:stCxn id="5084" idx="2"/>
                <a:endCxn id="506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7" name="Google Shape;5087;p95"/>
              <p:cNvCxnSpPr>
                <a:stCxn id="5084" idx="0"/>
                <a:endCxn id="506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8" name="Google Shape;5088;p95"/>
              <p:cNvCxnSpPr>
                <a:stCxn id="5084" idx="1"/>
                <a:endCxn id="506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89" name="Google Shape;5089;p95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90" name="Google Shape;5090;p95"/>
              <p:cNvCxnSpPr>
                <a:stCxn id="5066" idx="2"/>
                <a:endCxn id="508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91" name="Google Shape;5091;p95"/>
              <p:cNvCxnSpPr>
                <a:stCxn id="5089" idx="3"/>
                <a:endCxn id="506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92" name="Google Shape;5092;p95"/>
              <p:cNvCxnSpPr>
                <a:stCxn id="5067" idx="4"/>
                <a:endCxn id="508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5093" name="Shape 5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4" name="Google Shape;5094;p9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095" name="Google Shape;5095;p96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5096" name="Google Shape;5096;p96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5097" name="Google Shape;5097;p9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8" name="Google Shape;5098;p9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9" name="Google Shape;5099;p9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100" name="Google Shape;5100;p96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5101" name="Google Shape;5101;p9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2" name="Google Shape;5102;p9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3" name="Google Shape;5103;p9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4" name="Google Shape;5104;p9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105" name="Google Shape;5105;p96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5106" name="Google Shape;5106;p96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5107" name="Google Shape;5107;p96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8" name="Google Shape;5108;p96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9" name="Google Shape;5109;p96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10" name="Google Shape;5110;p96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11" name="Google Shape;5111;p96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12" name="Google Shape;5112;p96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13" name="Google Shape;5113;p96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14" name="Google Shape;5114;p96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15" name="Google Shape;5115;p96"/>
              <p:cNvCxnSpPr>
                <a:stCxn id="5111" idx="5"/>
                <a:endCxn id="51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6" name="Google Shape;5116;p96"/>
              <p:cNvCxnSpPr>
                <a:stCxn id="5112" idx="4"/>
                <a:endCxn id="511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7" name="Google Shape;5117;p96"/>
              <p:cNvCxnSpPr>
                <a:stCxn id="5107" idx="0"/>
                <a:endCxn id="51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8" name="Google Shape;5118;p96"/>
              <p:cNvCxnSpPr>
                <a:stCxn id="5111" idx="6"/>
                <a:endCxn id="51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9" name="Google Shape;5119;p96"/>
              <p:cNvCxnSpPr>
                <a:stCxn id="5112" idx="6"/>
                <a:endCxn id="51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0" name="Google Shape;5120;p96"/>
              <p:cNvCxnSpPr>
                <a:stCxn id="5110" idx="6"/>
                <a:endCxn id="51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1" name="Google Shape;5121;p96"/>
              <p:cNvCxnSpPr>
                <a:stCxn id="5107" idx="6"/>
                <a:endCxn id="51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2" name="Google Shape;5122;p96"/>
              <p:cNvCxnSpPr>
                <a:stCxn id="5107" idx="7"/>
                <a:endCxn id="51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3" name="Google Shape;5123;p96"/>
              <p:cNvCxnSpPr>
                <a:stCxn id="5113" idx="7"/>
                <a:endCxn id="51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4" name="Google Shape;5124;p96"/>
              <p:cNvCxnSpPr>
                <a:stCxn id="5109" idx="0"/>
                <a:endCxn id="51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5" name="Google Shape;5125;p96"/>
              <p:cNvCxnSpPr>
                <a:stCxn id="5114" idx="2"/>
                <a:endCxn id="510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6" name="Google Shape;5126;p96"/>
              <p:cNvCxnSpPr>
                <a:stCxn id="5112" idx="7"/>
                <a:endCxn id="51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27" name="Google Shape;5127;p96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28" name="Google Shape;5128;p96"/>
              <p:cNvCxnSpPr>
                <a:stCxn id="5114" idx="3"/>
                <a:endCxn id="512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9" name="Google Shape;5129;p96"/>
              <p:cNvCxnSpPr>
                <a:stCxn id="5127" idx="2"/>
                <a:endCxn id="510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0" name="Google Shape;5130;p96"/>
              <p:cNvCxnSpPr>
                <a:stCxn id="5127" idx="0"/>
                <a:endCxn id="51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1" name="Google Shape;5131;p96"/>
              <p:cNvCxnSpPr>
                <a:stCxn id="5127" idx="1"/>
                <a:endCxn id="51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2" name="Google Shape;5132;p96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33" name="Google Shape;5133;p96"/>
              <p:cNvCxnSpPr>
                <a:stCxn id="5109" idx="2"/>
                <a:endCxn id="513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4" name="Google Shape;5134;p96"/>
              <p:cNvCxnSpPr>
                <a:stCxn id="5132" idx="3"/>
                <a:endCxn id="510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5" name="Google Shape;5135;p96"/>
              <p:cNvCxnSpPr>
                <a:stCxn id="5110" idx="4"/>
                <a:endCxn id="51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6" name="Google Shape;5136;p96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37" name="Google Shape;5137;p96"/>
              <p:cNvCxnSpPr>
                <a:stCxn id="5110" idx="0"/>
                <a:endCxn id="51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8" name="Google Shape;5138;p96"/>
              <p:cNvCxnSpPr>
                <a:stCxn id="5111" idx="7"/>
                <a:endCxn id="51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39" name="Google Shape;5139;p96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5140" name="Google Shape;5140;p96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1" name="Google Shape;5141;p96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2" name="Google Shape;5142;p96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3" name="Google Shape;5143;p96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4" name="Google Shape;5144;p96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5" name="Google Shape;5145;p96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6" name="Google Shape;5146;p96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47" name="Google Shape;5147;p96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48" name="Google Shape;5148;p96"/>
              <p:cNvCxnSpPr>
                <a:stCxn id="5145" idx="4"/>
                <a:endCxn id="514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49" name="Google Shape;5149;p96"/>
              <p:cNvCxnSpPr>
                <a:stCxn id="5140" idx="7"/>
                <a:endCxn id="51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0" name="Google Shape;5150;p96"/>
              <p:cNvCxnSpPr>
                <a:stCxn id="5144" idx="7"/>
                <a:endCxn id="51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1" name="Google Shape;5151;p96"/>
              <p:cNvCxnSpPr>
                <a:stCxn id="5145" idx="6"/>
                <a:endCxn id="51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2" name="Google Shape;5152;p96"/>
              <p:cNvCxnSpPr>
                <a:stCxn id="5143" idx="7"/>
                <a:endCxn id="51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3" name="Google Shape;5153;p96"/>
              <p:cNvCxnSpPr>
                <a:stCxn id="5140" idx="6"/>
                <a:endCxn id="51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4" name="Google Shape;5154;p96"/>
              <p:cNvCxnSpPr>
                <a:stCxn id="5146" idx="0"/>
                <a:endCxn id="51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5" name="Google Shape;5155;p96"/>
              <p:cNvCxnSpPr>
                <a:stCxn id="5146" idx="5"/>
                <a:endCxn id="51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6" name="Google Shape;5156;p96"/>
              <p:cNvCxnSpPr>
                <a:stCxn id="5142" idx="0"/>
                <a:endCxn id="51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7" name="Google Shape;5157;p96"/>
              <p:cNvCxnSpPr>
                <a:stCxn id="5142" idx="7"/>
                <a:endCxn id="51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8" name="Google Shape;5158;p96"/>
              <p:cNvCxnSpPr>
                <a:stCxn id="5143" idx="6"/>
                <a:endCxn id="51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9" name="Google Shape;5159;p96"/>
              <p:cNvCxnSpPr>
                <a:stCxn id="5147" idx="0"/>
                <a:endCxn id="51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0" name="Google Shape;5160;p96"/>
              <p:cNvCxnSpPr>
                <a:stCxn id="5145" idx="5"/>
                <a:endCxn id="51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1" name="Google Shape;5161;p96"/>
              <p:cNvCxnSpPr>
                <a:stCxn id="5144" idx="6"/>
                <a:endCxn id="51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2" name="Google Shape;5162;p96"/>
              <p:cNvCxnSpPr>
                <a:stCxn id="5144" idx="5"/>
                <a:endCxn id="51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3" name="Google Shape;5163;p96"/>
              <p:cNvCxnSpPr>
                <a:stCxn id="5141" idx="4"/>
                <a:endCxn id="51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64" name="Google Shape;5164;p96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65" name="Google Shape;5165;p96"/>
              <p:cNvCxnSpPr>
                <a:stCxn id="5147" idx="4"/>
                <a:endCxn id="51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6" name="Google Shape;5166;p96"/>
              <p:cNvCxnSpPr>
                <a:stCxn id="5164" idx="1"/>
                <a:endCxn id="51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67" name="Google Shape;5167;p96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68" name="Google Shape;5168;p96"/>
              <p:cNvCxnSpPr>
                <a:stCxn id="5164" idx="2"/>
                <a:endCxn id="516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9" name="Google Shape;5169;p96"/>
              <p:cNvCxnSpPr>
                <a:stCxn id="5167" idx="1"/>
                <a:endCxn id="51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70" name="Google Shape;5170;p96"/>
              <p:cNvCxnSpPr>
                <a:stCxn id="5167" idx="7"/>
                <a:endCxn id="51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5171" name="Shape 5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2" name="Google Shape;5172;p9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173" name="Google Shape;5173;p97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5174" name="Google Shape;5174;p97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5175" name="Google Shape;5175;p9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76" name="Google Shape;5176;p9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77" name="Google Shape;5177;p9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178" name="Google Shape;5178;p97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5179" name="Google Shape;5179;p9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0" name="Google Shape;5180;p97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1" name="Google Shape;5181;p97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2" name="Google Shape;5182;p97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183" name="Google Shape;5183;p97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5184" name="Google Shape;5184;p97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5185" name="Google Shape;5185;p97"/>
              <p:cNvCxnSpPr>
                <a:stCxn id="5186" idx="7"/>
                <a:endCxn id="518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87" name="Google Shape;5187;p97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8" name="Google Shape;5188;p97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9" name="Google Shape;5189;p97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0" name="Google Shape;5190;p97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1" name="Google Shape;5191;p97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2" name="Google Shape;5192;p97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93" name="Google Shape;5193;p97"/>
              <p:cNvCxnSpPr>
                <a:stCxn id="5192" idx="4"/>
                <a:endCxn id="518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4" name="Google Shape;5194;p97"/>
              <p:cNvCxnSpPr>
                <a:stCxn id="5191" idx="4"/>
                <a:endCxn id="518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5" name="Google Shape;5195;p97"/>
              <p:cNvCxnSpPr>
                <a:stCxn id="5191" idx="5"/>
                <a:endCxn id="519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6" name="Google Shape;5196;p97"/>
              <p:cNvCxnSpPr>
                <a:stCxn id="5191" idx="0"/>
                <a:endCxn id="518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7" name="Google Shape;5197;p97"/>
              <p:cNvCxnSpPr>
                <a:stCxn id="5191" idx="7"/>
                <a:endCxn id="518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8" name="Google Shape;5198;p97"/>
              <p:cNvCxnSpPr>
                <a:stCxn id="5188" idx="5"/>
                <a:endCxn id="518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9" name="Google Shape;5199;p97"/>
              <p:cNvCxnSpPr>
                <a:stCxn id="5188" idx="6"/>
                <a:endCxn id="518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0" name="Google Shape;5200;p97"/>
              <p:cNvCxnSpPr>
                <a:stCxn id="5190" idx="2"/>
                <a:endCxn id="518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1" name="Google Shape;5201;p97"/>
              <p:cNvCxnSpPr>
                <a:stCxn id="5192" idx="0"/>
                <a:endCxn id="518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2" name="Google Shape;5202;p97"/>
              <p:cNvCxnSpPr>
                <a:stCxn id="5192" idx="0"/>
                <a:endCxn id="519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86" name="Google Shape;5186;p97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203" name="Google Shape;5203;p97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5204" name="Google Shape;5204;p97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5" name="Google Shape;5205;p97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6" name="Google Shape;5206;p97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7" name="Google Shape;5207;p97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8" name="Google Shape;5208;p97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9" name="Google Shape;5209;p97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0" name="Google Shape;5210;p97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1" name="Google Shape;5211;p97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12" name="Google Shape;5212;p97"/>
              <p:cNvCxnSpPr>
                <a:stCxn id="5208" idx="5"/>
                <a:endCxn id="520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3" name="Google Shape;5213;p97"/>
              <p:cNvCxnSpPr>
                <a:stCxn id="5209" idx="4"/>
                <a:endCxn id="520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4" name="Google Shape;5214;p97"/>
              <p:cNvCxnSpPr>
                <a:stCxn id="5204" idx="6"/>
                <a:endCxn id="520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5" name="Google Shape;5215;p97"/>
              <p:cNvCxnSpPr>
                <a:stCxn id="5204" idx="0"/>
                <a:endCxn id="520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6" name="Google Shape;5216;p97"/>
              <p:cNvCxnSpPr>
                <a:stCxn id="5208" idx="7"/>
                <a:endCxn id="520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7" name="Google Shape;5217;p97"/>
              <p:cNvCxnSpPr>
                <a:stCxn id="5209" idx="6"/>
                <a:endCxn id="520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8" name="Google Shape;5218;p97"/>
              <p:cNvCxnSpPr>
                <a:stCxn id="5207" idx="7"/>
                <a:endCxn id="520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9" name="Google Shape;5219;p97"/>
              <p:cNvCxnSpPr>
                <a:stCxn id="5204" idx="5"/>
                <a:endCxn id="521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0" name="Google Shape;5220;p97"/>
              <p:cNvCxnSpPr>
                <a:stCxn id="5210" idx="7"/>
                <a:endCxn id="520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1" name="Google Shape;5221;p97"/>
              <p:cNvCxnSpPr>
                <a:stCxn id="5210" idx="5"/>
                <a:endCxn id="520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2" name="Google Shape;5222;p97"/>
              <p:cNvCxnSpPr>
                <a:stCxn id="5206" idx="0"/>
                <a:endCxn id="520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3" name="Google Shape;5223;p97"/>
              <p:cNvCxnSpPr>
                <a:stCxn id="5206" idx="7"/>
                <a:endCxn id="521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4" name="Google Shape;5224;p97"/>
              <p:cNvCxnSpPr>
                <a:stCxn id="5207" idx="6"/>
                <a:endCxn id="521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5" name="Google Shape;5225;p97"/>
              <p:cNvCxnSpPr>
                <a:stCxn id="5211" idx="0"/>
                <a:endCxn id="520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6" name="Google Shape;5226;p97"/>
              <p:cNvCxnSpPr>
                <a:stCxn id="5208" idx="4"/>
                <a:endCxn id="520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7" name="Google Shape;5227;p97"/>
              <p:cNvCxnSpPr>
                <a:stCxn id="5205" idx="4"/>
                <a:endCxn id="520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8" name="Google Shape;5228;p97"/>
              <p:cNvCxnSpPr>
                <a:stCxn id="5204" idx="5"/>
                <a:endCxn id="520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29" name="Google Shape;5229;p97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30" name="Google Shape;5230;p97"/>
              <p:cNvCxnSpPr>
                <a:stCxn id="5211" idx="4"/>
                <a:endCxn id="522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1" name="Google Shape;5231;p97"/>
              <p:cNvCxnSpPr>
                <a:stCxn id="5229" idx="2"/>
                <a:endCxn id="520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2" name="Google Shape;5232;p97"/>
              <p:cNvCxnSpPr>
                <a:stCxn id="5229" idx="0"/>
                <a:endCxn id="520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3" name="Google Shape;5233;p97"/>
              <p:cNvCxnSpPr>
                <a:stCxn id="5229" idx="1"/>
                <a:endCxn id="520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34" name="Google Shape;5234;p97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35" name="Google Shape;5235;p97"/>
              <p:cNvCxnSpPr>
                <a:stCxn id="5229" idx="2"/>
                <a:endCxn id="523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6" name="Google Shape;5236;p97"/>
              <p:cNvCxnSpPr>
                <a:stCxn id="5234" idx="1"/>
                <a:endCxn id="521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5237" name="Shape 5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8" name="Google Shape;5238;p9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239" name="Google Shape;5239;p98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5240" name="Google Shape;5240;p98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5241" name="Google Shape;5241;p98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2" name="Google Shape;5242;p9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3" name="Google Shape;5243;p9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4" name="Google Shape;5244;p9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245" name="Google Shape;5245;p98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5246" name="Google Shape;5246;p9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7" name="Google Shape;5247;p9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8" name="Google Shape;5248;p9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249" name="Google Shape;5249;p98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5250" name="Google Shape;5250;p98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5251" name="Google Shape;5251;p98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2" name="Google Shape;5252;p98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3" name="Google Shape;5253;p98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4" name="Google Shape;5254;p98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5" name="Google Shape;5255;p98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6" name="Google Shape;5256;p98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7" name="Google Shape;5257;p98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8" name="Google Shape;5258;p98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59" name="Google Shape;5259;p98"/>
              <p:cNvCxnSpPr>
                <a:stCxn id="5255" idx="5"/>
                <a:endCxn id="525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0" name="Google Shape;5260;p98"/>
              <p:cNvCxnSpPr>
                <a:stCxn id="5256" idx="4"/>
                <a:endCxn id="525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1" name="Google Shape;5261;p98"/>
              <p:cNvCxnSpPr>
                <a:stCxn id="5251" idx="6"/>
                <a:endCxn id="525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2" name="Google Shape;5262;p98"/>
              <p:cNvCxnSpPr>
                <a:stCxn id="5255" idx="7"/>
                <a:endCxn id="525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3" name="Google Shape;5263;p98"/>
              <p:cNvCxnSpPr>
                <a:stCxn id="5256" idx="6"/>
                <a:endCxn id="525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4" name="Google Shape;5264;p98"/>
              <p:cNvCxnSpPr>
                <a:stCxn id="5254" idx="7"/>
                <a:endCxn id="525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5" name="Google Shape;5265;p98"/>
              <p:cNvCxnSpPr>
                <a:stCxn id="5251" idx="6"/>
                <a:endCxn id="525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6" name="Google Shape;5266;p98"/>
              <p:cNvCxnSpPr>
                <a:stCxn id="5257" idx="6"/>
                <a:endCxn id="525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7" name="Google Shape;5267;p98"/>
              <p:cNvCxnSpPr>
                <a:stCxn id="5257" idx="5"/>
                <a:endCxn id="525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8" name="Google Shape;5268;p98"/>
              <p:cNvCxnSpPr>
                <a:stCxn id="5253" idx="0"/>
                <a:endCxn id="525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9" name="Google Shape;5269;p98"/>
              <p:cNvCxnSpPr>
                <a:stCxn id="5253" idx="7"/>
                <a:endCxn id="525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0" name="Google Shape;5270;p98"/>
              <p:cNvCxnSpPr>
                <a:stCxn id="5254" idx="6"/>
                <a:endCxn id="525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1" name="Google Shape;5271;p98"/>
              <p:cNvCxnSpPr>
                <a:stCxn id="5258" idx="0"/>
                <a:endCxn id="525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2" name="Google Shape;5272;p98"/>
              <p:cNvCxnSpPr>
                <a:stCxn id="5256" idx="5"/>
                <a:endCxn id="525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3" name="Google Shape;5273;p98"/>
              <p:cNvCxnSpPr>
                <a:stCxn id="5255" idx="6"/>
                <a:endCxn id="525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4" name="Google Shape;5274;p98"/>
              <p:cNvCxnSpPr>
                <a:stCxn id="5255" idx="4"/>
                <a:endCxn id="525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5" name="Google Shape;5275;p98"/>
              <p:cNvCxnSpPr>
                <a:stCxn id="5252" idx="4"/>
                <a:endCxn id="525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76" name="Google Shape;5276;p98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77" name="Google Shape;5277;p98"/>
              <p:cNvCxnSpPr>
                <a:stCxn id="5258" idx="4"/>
                <a:endCxn id="527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8" name="Google Shape;5278;p98"/>
              <p:cNvCxnSpPr>
                <a:stCxn id="5276" idx="1"/>
                <a:endCxn id="525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9" name="Google Shape;5279;p98"/>
              <p:cNvCxnSpPr>
                <a:stCxn id="5276" idx="0"/>
                <a:endCxn id="525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0" name="Google Shape;5280;p98"/>
              <p:cNvCxnSpPr>
                <a:stCxn id="5276" idx="1"/>
                <a:endCxn id="525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81" name="Google Shape;5281;p98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82" name="Google Shape;5282;p98"/>
              <p:cNvCxnSpPr>
                <a:stCxn id="5276" idx="2"/>
                <a:endCxn id="528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3" name="Google Shape;5283;p98"/>
              <p:cNvCxnSpPr>
                <a:stCxn id="5281" idx="1"/>
                <a:endCxn id="525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4" name="Google Shape;5284;p98"/>
              <p:cNvCxnSpPr>
                <a:stCxn id="5281" idx="7"/>
                <a:endCxn id="525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285" name="Google Shape;5285;p98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5286" name="Google Shape;5286;p98"/>
              <p:cNvCxnSpPr>
                <a:stCxn id="5287" idx="6"/>
                <a:endCxn id="528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88" name="Google Shape;5288;p98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89" name="Google Shape;5289;p98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90" name="Google Shape;5290;p98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91" name="Google Shape;5291;p98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92" name="Google Shape;5292;p98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93" name="Google Shape;5293;p98"/>
              <p:cNvCxnSpPr>
                <a:stCxn id="5292" idx="4"/>
                <a:endCxn id="529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4" name="Google Shape;5294;p98"/>
              <p:cNvCxnSpPr>
                <a:stCxn id="5291" idx="4"/>
                <a:endCxn id="529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5" name="Google Shape;5295;p98"/>
              <p:cNvCxnSpPr>
                <a:stCxn id="5291" idx="5"/>
                <a:endCxn id="529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6" name="Google Shape;5296;p98"/>
              <p:cNvCxnSpPr>
                <a:stCxn id="5291" idx="0"/>
                <a:endCxn id="528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7" name="Google Shape;5297;p98"/>
              <p:cNvCxnSpPr>
                <a:stCxn id="5291" idx="7"/>
                <a:endCxn id="528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8" name="Google Shape;5298;p98"/>
              <p:cNvCxnSpPr>
                <a:stCxn id="5289" idx="5"/>
                <a:endCxn id="528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9" name="Google Shape;5299;p98"/>
              <p:cNvCxnSpPr>
                <a:stCxn id="5289" idx="6"/>
                <a:endCxn id="528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0" name="Google Shape;5300;p98"/>
              <p:cNvCxnSpPr>
                <a:stCxn id="5301" idx="1"/>
                <a:endCxn id="528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2" name="Google Shape;5302;p98"/>
              <p:cNvCxnSpPr>
                <a:stCxn id="5292" idx="0"/>
                <a:endCxn id="528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3" name="Google Shape;5303;p98"/>
              <p:cNvCxnSpPr>
                <a:stCxn id="5292" idx="0"/>
                <a:endCxn id="530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04" name="Google Shape;5304;p98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05" name="Google Shape;5305;p98"/>
              <p:cNvCxnSpPr>
                <a:stCxn id="5289" idx="5"/>
                <a:endCxn id="530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6" name="Google Shape;5306;p98"/>
              <p:cNvCxnSpPr>
                <a:stCxn id="5301" idx="7"/>
                <a:endCxn id="530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7" name="Google Shape;5307;p98"/>
              <p:cNvCxnSpPr>
                <a:stCxn id="5304" idx="6"/>
                <a:endCxn id="528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08" name="Google Shape;5308;p98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09" name="Google Shape;5309;p98"/>
              <p:cNvCxnSpPr>
                <a:stCxn id="5308" idx="0"/>
                <a:endCxn id="528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0" name="Google Shape;5310;p98"/>
              <p:cNvCxnSpPr>
                <a:stCxn id="5308" idx="6"/>
                <a:endCxn id="528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1" name="Google Shape;5311;p98"/>
              <p:cNvCxnSpPr>
                <a:stCxn id="5308" idx="5"/>
                <a:endCxn id="529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2" name="Google Shape;5312;p98"/>
              <p:cNvCxnSpPr>
                <a:stCxn id="5308" idx="5"/>
                <a:endCxn id="529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01" name="Google Shape;5301;p98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87" name="Google Shape;5287;p98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5313" name="Shape 5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" name="Google Shape;5314;p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5" name="Google Shape;5315;p99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5316" name="Google Shape;5316;p99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5317" name="Google Shape;5317;p99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5318" name="Google Shape;5318;p9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19" name="Google Shape;5319;p9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20" name="Google Shape;5320;p9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321" name="Google Shape;5321;p99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5322" name="Google Shape;5322;p9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23" name="Google Shape;5323;p99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24" name="Google Shape;5324;p99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25" name="Google Shape;5325;p99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326" name="Google Shape;5326;p99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5327" name="Google Shape;5327;p99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5328" name="Google Shape;5328;p99"/>
              <p:cNvCxnSpPr>
                <a:stCxn id="5329" idx="7"/>
                <a:endCxn id="533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30" name="Google Shape;5330;p99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31" name="Google Shape;5331;p99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32" name="Google Shape;5332;p99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33" name="Google Shape;5333;p99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34" name="Google Shape;5334;p99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35" name="Google Shape;5335;p99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36" name="Google Shape;5336;p99"/>
              <p:cNvCxnSpPr>
                <a:stCxn id="5335" idx="4"/>
                <a:endCxn id="533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7" name="Google Shape;5337;p99"/>
              <p:cNvCxnSpPr>
                <a:stCxn id="5334" idx="4"/>
                <a:endCxn id="533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8" name="Google Shape;5338;p99"/>
              <p:cNvCxnSpPr>
                <a:stCxn id="5334" idx="5"/>
                <a:endCxn id="533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9" name="Google Shape;5339;p99"/>
              <p:cNvCxnSpPr>
                <a:stCxn id="5334" idx="0"/>
                <a:endCxn id="533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0" name="Google Shape;5340;p99"/>
              <p:cNvCxnSpPr>
                <a:stCxn id="5334" idx="7"/>
                <a:endCxn id="532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1" name="Google Shape;5341;p99"/>
              <p:cNvCxnSpPr>
                <a:stCxn id="5331" idx="5"/>
                <a:endCxn id="532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2" name="Google Shape;5342;p99"/>
              <p:cNvCxnSpPr>
                <a:stCxn id="5331" idx="6"/>
                <a:endCxn id="533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3" name="Google Shape;5343;p99"/>
              <p:cNvCxnSpPr>
                <a:stCxn id="5333" idx="2"/>
                <a:endCxn id="533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4" name="Google Shape;5344;p99"/>
              <p:cNvCxnSpPr>
                <a:stCxn id="5335" idx="0"/>
                <a:endCxn id="532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5" name="Google Shape;5345;p99"/>
              <p:cNvCxnSpPr>
                <a:stCxn id="5335" idx="0"/>
                <a:endCxn id="533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29" name="Google Shape;5329;p99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346" name="Google Shape;5346;p99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5347" name="Google Shape;5347;p99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48" name="Google Shape;5348;p99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49" name="Google Shape;5349;p99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50" name="Google Shape;5350;p99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51" name="Google Shape;5351;p99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52" name="Google Shape;5352;p99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53" name="Google Shape;5353;p99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54" name="Google Shape;5354;p99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55" name="Google Shape;5355;p99"/>
              <p:cNvCxnSpPr>
                <a:stCxn id="5351" idx="5"/>
                <a:endCxn id="535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99"/>
              <p:cNvCxnSpPr>
                <a:stCxn id="5352" idx="4"/>
                <a:endCxn id="535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99"/>
              <p:cNvCxnSpPr>
                <a:stCxn id="5347" idx="6"/>
                <a:endCxn id="535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8" name="Google Shape;5358;p99"/>
              <p:cNvCxnSpPr>
                <a:stCxn id="5347" idx="0"/>
                <a:endCxn id="535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9" name="Google Shape;5359;p99"/>
              <p:cNvCxnSpPr>
                <a:stCxn id="5351" idx="7"/>
                <a:endCxn id="535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0" name="Google Shape;5360;p99"/>
              <p:cNvCxnSpPr>
                <a:stCxn id="5352" idx="6"/>
                <a:endCxn id="534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1" name="Google Shape;5361;p99"/>
              <p:cNvCxnSpPr>
                <a:stCxn id="5350" idx="7"/>
                <a:endCxn id="534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2" name="Google Shape;5362;p99"/>
              <p:cNvCxnSpPr>
                <a:stCxn id="5347" idx="5"/>
                <a:endCxn id="535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3" name="Google Shape;5363;p99"/>
              <p:cNvCxnSpPr>
                <a:stCxn id="5353" idx="7"/>
                <a:endCxn id="535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4" name="Google Shape;5364;p99"/>
              <p:cNvCxnSpPr>
                <a:stCxn id="5353" idx="5"/>
                <a:endCxn id="534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5" name="Google Shape;5365;p99"/>
              <p:cNvCxnSpPr>
                <a:stCxn id="5349" idx="0"/>
                <a:endCxn id="535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6" name="Google Shape;5366;p99"/>
              <p:cNvCxnSpPr>
                <a:stCxn id="5349" idx="7"/>
                <a:endCxn id="535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7" name="Google Shape;5367;p99"/>
              <p:cNvCxnSpPr>
                <a:stCxn id="5350" idx="6"/>
                <a:endCxn id="535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8" name="Google Shape;5368;p99"/>
              <p:cNvCxnSpPr>
                <a:stCxn id="5354" idx="0"/>
                <a:endCxn id="534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9" name="Google Shape;5369;p99"/>
              <p:cNvCxnSpPr>
                <a:stCxn id="5351" idx="4"/>
                <a:endCxn id="534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0" name="Google Shape;5370;p99"/>
              <p:cNvCxnSpPr>
                <a:stCxn id="5348" idx="4"/>
                <a:endCxn id="534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1" name="Google Shape;5371;p99"/>
              <p:cNvCxnSpPr>
                <a:stCxn id="5347" idx="5"/>
                <a:endCxn id="534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72" name="Google Shape;5372;p99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73" name="Google Shape;5373;p99"/>
              <p:cNvCxnSpPr>
                <a:stCxn id="5354" idx="4"/>
                <a:endCxn id="537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4" name="Google Shape;5374;p99"/>
              <p:cNvCxnSpPr>
                <a:stCxn id="5372" idx="2"/>
                <a:endCxn id="534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5" name="Google Shape;5375;p99"/>
              <p:cNvCxnSpPr>
                <a:stCxn id="5372" idx="0"/>
                <a:endCxn id="534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6" name="Google Shape;5376;p99"/>
              <p:cNvCxnSpPr>
                <a:stCxn id="5372" idx="1"/>
                <a:endCxn id="535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77" name="Google Shape;5377;p99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378" name="Google Shape;5378;p99"/>
              <p:cNvCxnSpPr>
                <a:stCxn id="5372" idx="2"/>
                <a:endCxn id="537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9" name="Google Shape;5379;p99"/>
              <p:cNvCxnSpPr>
                <a:stCxn id="5377" idx="1"/>
                <a:endCxn id="535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380" name="Shape 5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1" name="Google Shape;5381;p1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2" name="Google Shape;5382;p100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3" name="Google Shape;5383;p100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4" name="Google Shape;5384;p100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5" name="Google Shape;5385;p100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86" name="Google Shape;5386;p100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87" name="Google Shape;5387;p100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388" name="Google Shape;5388;p100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5389" name="Google Shape;5389;p100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5390" name="Google Shape;5390;p10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91" name="Google Shape;5391;p10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92" name="Google Shape;5392;p10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393" name="Google Shape;5393;p100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5394" name="Google Shape;5394;p10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95" name="Google Shape;5395;p10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96" name="Google Shape;5396;p10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97" name="Google Shape;5397;p10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398" name="Google Shape;5398;p100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5399" name="Google Shape;5399;p100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5400" name="Google Shape;5400;p100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1" name="Google Shape;5401;p100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2" name="Google Shape;5402;p100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3" name="Google Shape;5403;p100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4" name="Google Shape;5404;p100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5" name="Google Shape;5405;p100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6" name="Google Shape;5406;p100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7" name="Google Shape;5407;p100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08" name="Google Shape;5408;p100"/>
              <p:cNvCxnSpPr>
                <a:stCxn id="5404" idx="5"/>
                <a:endCxn id="540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9" name="Google Shape;5409;p100"/>
              <p:cNvCxnSpPr>
                <a:stCxn id="5405" idx="4"/>
                <a:endCxn id="540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0" name="Google Shape;5410;p100"/>
              <p:cNvCxnSpPr>
                <a:stCxn id="5400" idx="0"/>
                <a:endCxn id="540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1" name="Google Shape;5411;p100"/>
              <p:cNvCxnSpPr>
                <a:stCxn id="5404" idx="6"/>
                <a:endCxn id="540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2" name="Google Shape;5412;p100"/>
              <p:cNvCxnSpPr>
                <a:stCxn id="5405" idx="6"/>
                <a:endCxn id="540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3" name="Google Shape;5413;p100"/>
              <p:cNvCxnSpPr>
                <a:stCxn id="5403" idx="6"/>
                <a:endCxn id="540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4" name="Google Shape;5414;p100"/>
              <p:cNvCxnSpPr>
                <a:stCxn id="5400" idx="6"/>
                <a:endCxn id="540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5" name="Google Shape;5415;p100"/>
              <p:cNvCxnSpPr>
                <a:stCxn id="5400" idx="7"/>
                <a:endCxn id="540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6" name="Google Shape;5416;p100"/>
              <p:cNvCxnSpPr>
                <a:stCxn id="5406" idx="7"/>
                <a:endCxn id="540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7" name="Google Shape;5417;p100"/>
              <p:cNvCxnSpPr>
                <a:stCxn id="5402" idx="0"/>
                <a:endCxn id="540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8" name="Google Shape;5418;p100"/>
              <p:cNvCxnSpPr>
                <a:stCxn id="5407" idx="2"/>
                <a:endCxn id="540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9" name="Google Shape;5419;p100"/>
              <p:cNvCxnSpPr>
                <a:stCxn id="5405" idx="7"/>
                <a:endCxn id="540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20" name="Google Shape;5420;p100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1" name="Google Shape;5421;p100"/>
              <p:cNvCxnSpPr>
                <a:stCxn id="5407" idx="3"/>
                <a:endCxn id="542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2" name="Google Shape;5422;p100"/>
              <p:cNvCxnSpPr>
                <a:stCxn id="5420" idx="2"/>
                <a:endCxn id="540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3" name="Google Shape;5423;p100"/>
              <p:cNvCxnSpPr>
                <a:stCxn id="5420" idx="0"/>
                <a:endCxn id="540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4" name="Google Shape;5424;p100"/>
              <p:cNvCxnSpPr>
                <a:stCxn id="5420" idx="1"/>
                <a:endCxn id="540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25" name="Google Shape;5425;p100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6" name="Google Shape;5426;p100"/>
              <p:cNvCxnSpPr>
                <a:stCxn id="5402" idx="2"/>
                <a:endCxn id="542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7" name="Google Shape;5427;p100"/>
              <p:cNvCxnSpPr>
                <a:stCxn id="5425" idx="3"/>
                <a:endCxn id="540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8" name="Google Shape;5428;p100"/>
              <p:cNvCxnSpPr>
                <a:stCxn id="5403" idx="4"/>
                <a:endCxn id="542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29" name="Google Shape;5429;p100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30" name="Google Shape;5430;p100"/>
              <p:cNvCxnSpPr>
                <a:stCxn id="5403" idx="0"/>
                <a:endCxn id="542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1" name="Google Shape;5431;p100"/>
              <p:cNvCxnSpPr>
                <a:stCxn id="5404" idx="7"/>
                <a:endCxn id="542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432" name="Google Shape;5432;p100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5433" name="Google Shape;5433;p100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4" name="Google Shape;5434;p100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5" name="Google Shape;5435;p100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6" name="Google Shape;5436;p100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7" name="Google Shape;5437;p100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8" name="Google Shape;5438;p100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9" name="Google Shape;5439;p100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40" name="Google Shape;5440;p100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41" name="Google Shape;5441;p100"/>
              <p:cNvCxnSpPr>
                <a:stCxn id="5438" idx="4"/>
                <a:endCxn id="543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2" name="Google Shape;5442;p100"/>
              <p:cNvCxnSpPr>
                <a:stCxn id="5433" idx="7"/>
                <a:endCxn id="543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3" name="Google Shape;5443;p100"/>
              <p:cNvCxnSpPr>
                <a:stCxn id="5437" idx="7"/>
                <a:endCxn id="543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4" name="Google Shape;5444;p100"/>
              <p:cNvCxnSpPr>
                <a:stCxn id="5438" idx="6"/>
                <a:endCxn id="543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5" name="Google Shape;5445;p100"/>
              <p:cNvCxnSpPr>
                <a:stCxn id="5436" idx="7"/>
                <a:endCxn id="543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6" name="Google Shape;5446;p100"/>
              <p:cNvCxnSpPr>
                <a:stCxn id="5433" idx="6"/>
                <a:endCxn id="543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7" name="Google Shape;5447;p100"/>
              <p:cNvCxnSpPr>
                <a:stCxn id="5439" idx="0"/>
                <a:endCxn id="543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8" name="Google Shape;5448;p100"/>
              <p:cNvCxnSpPr>
                <a:stCxn id="5439" idx="5"/>
                <a:endCxn id="543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9" name="Google Shape;5449;p100"/>
              <p:cNvCxnSpPr>
                <a:stCxn id="5435" idx="0"/>
                <a:endCxn id="543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0" name="Google Shape;5450;p100"/>
              <p:cNvCxnSpPr>
                <a:stCxn id="5435" idx="7"/>
                <a:endCxn id="544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1" name="Google Shape;5451;p100"/>
              <p:cNvCxnSpPr>
                <a:stCxn id="5436" idx="6"/>
                <a:endCxn id="544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2" name="Google Shape;5452;p100"/>
              <p:cNvCxnSpPr>
                <a:stCxn id="5440" idx="0"/>
                <a:endCxn id="543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3" name="Google Shape;5453;p100"/>
              <p:cNvCxnSpPr>
                <a:stCxn id="5438" idx="5"/>
                <a:endCxn id="544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4" name="Google Shape;5454;p100"/>
              <p:cNvCxnSpPr>
                <a:stCxn id="5437" idx="6"/>
                <a:endCxn id="544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5" name="Google Shape;5455;p100"/>
              <p:cNvCxnSpPr>
                <a:stCxn id="5437" idx="5"/>
                <a:endCxn id="543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6" name="Google Shape;5456;p100"/>
              <p:cNvCxnSpPr>
                <a:stCxn id="5434" idx="4"/>
                <a:endCxn id="543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57" name="Google Shape;5457;p100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58" name="Google Shape;5458;p100"/>
              <p:cNvCxnSpPr>
                <a:stCxn id="5440" idx="4"/>
                <a:endCxn id="545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9" name="Google Shape;5459;p100"/>
              <p:cNvCxnSpPr>
                <a:stCxn id="5457" idx="1"/>
                <a:endCxn id="543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60" name="Google Shape;5460;p100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61" name="Google Shape;5461;p100"/>
              <p:cNvCxnSpPr>
                <a:stCxn id="5457" idx="2"/>
                <a:endCxn id="546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2" name="Google Shape;5462;p100"/>
              <p:cNvCxnSpPr>
                <a:stCxn id="5460" idx="1"/>
                <a:endCxn id="543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3" name="Google Shape;5463;p100"/>
              <p:cNvCxnSpPr>
                <a:stCxn id="5460" idx="7"/>
                <a:endCxn id="543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464" name="Shape 5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5" name="Google Shape;5465;p10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66" name="Google Shape;5466;p101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7" name="Google Shape;5467;p101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8" name="Google Shape;5468;p101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9" name="Google Shape;5469;p101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0" name="Google Shape;5470;p101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71" name="Google Shape;5471;p101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72" name="Google Shape;5472;p101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73" name="Google Shape;5473;p101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74" name="Google Shape;5474;p101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75" name="Google Shape;5475;p101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76" name="Google Shape;5476;p101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77" name="Google Shape;5477;p101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478" name="Google Shape;5478;p101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5479" name="Google Shape;5479;p101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5480" name="Google Shape;5480;p10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1" name="Google Shape;5481;p10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2" name="Google Shape;5482;p10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483" name="Google Shape;5483;p101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5484" name="Google Shape;5484;p101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5" name="Google Shape;5485;p10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6" name="Google Shape;5486;p10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87" name="Google Shape;5487;p10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488" name="Google Shape;5488;p101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5489" name="Google Shape;5489;p101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5490" name="Google Shape;5490;p101"/>
              <p:cNvCxnSpPr>
                <a:stCxn id="5491" idx="6"/>
                <a:endCxn id="549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92" name="Google Shape;5492;p101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3" name="Google Shape;5493;p101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4" name="Google Shape;5494;p101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5" name="Google Shape;5495;p101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6" name="Google Shape;5496;p101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97" name="Google Shape;5497;p101"/>
              <p:cNvCxnSpPr>
                <a:stCxn id="5496" idx="4"/>
                <a:endCxn id="549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8" name="Google Shape;5498;p101"/>
              <p:cNvCxnSpPr>
                <a:stCxn id="5495" idx="4"/>
                <a:endCxn id="549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9" name="Google Shape;5499;p101"/>
              <p:cNvCxnSpPr>
                <a:stCxn id="5495" idx="5"/>
                <a:endCxn id="549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0" name="Google Shape;5500;p101"/>
              <p:cNvCxnSpPr>
                <a:stCxn id="5495" idx="0"/>
                <a:endCxn id="549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1" name="Google Shape;5501;p101"/>
              <p:cNvCxnSpPr>
                <a:stCxn id="5495" idx="7"/>
                <a:endCxn id="549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2" name="Google Shape;5502;p101"/>
              <p:cNvCxnSpPr>
                <a:stCxn id="5493" idx="5"/>
                <a:endCxn id="549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3" name="Google Shape;5503;p101"/>
              <p:cNvCxnSpPr>
                <a:stCxn id="5493" idx="6"/>
                <a:endCxn id="549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4" name="Google Shape;5504;p101"/>
              <p:cNvCxnSpPr>
                <a:stCxn id="5505" idx="1"/>
                <a:endCxn id="549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6" name="Google Shape;5506;p101"/>
              <p:cNvCxnSpPr>
                <a:stCxn id="5496" idx="0"/>
                <a:endCxn id="549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7" name="Google Shape;5507;p101"/>
              <p:cNvCxnSpPr>
                <a:stCxn id="5496" idx="0"/>
                <a:endCxn id="550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08" name="Google Shape;5508;p101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09" name="Google Shape;5509;p101"/>
              <p:cNvCxnSpPr>
                <a:stCxn id="5493" idx="5"/>
                <a:endCxn id="550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0" name="Google Shape;5510;p101"/>
              <p:cNvCxnSpPr>
                <a:stCxn id="5505" idx="7"/>
                <a:endCxn id="550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1" name="Google Shape;5511;p101"/>
              <p:cNvCxnSpPr>
                <a:stCxn id="5508" idx="6"/>
                <a:endCxn id="549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12" name="Google Shape;5512;p101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13" name="Google Shape;5513;p101"/>
              <p:cNvCxnSpPr>
                <a:stCxn id="5512" idx="0"/>
                <a:endCxn id="549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4" name="Google Shape;5514;p101"/>
              <p:cNvCxnSpPr>
                <a:stCxn id="5512" idx="6"/>
                <a:endCxn id="549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5" name="Google Shape;5515;p101"/>
              <p:cNvCxnSpPr>
                <a:stCxn id="5512" idx="5"/>
                <a:endCxn id="549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6" name="Google Shape;5516;p101"/>
              <p:cNvCxnSpPr>
                <a:stCxn id="5512" idx="5"/>
                <a:endCxn id="549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05" name="Google Shape;5505;p101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91" name="Google Shape;5491;p101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517" name="Google Shape;5517;p101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5518" name="Google Shape;5518;p101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19" name="Google Shape;5519;p101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0" name="Google Shape;5520;p101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1" name="Google Shape;5521;p101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2" name="Google Shape;5522;p101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3" name="Google Shape;5523;p101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4" name="Google Shape;5524;p101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25" name="Google Shape;5525;p101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26" name="Google Shape;5526;p101"/>
              <p:cNvCxnSpPr>
                <a:stCxn id="5522" idx="5"/>
                <a:endCxn id="552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7" name="Google Shape;5527;p101"/>
              <p:cNvCxnSpPr>
                <a:stCxn id="5523" idx="4"/>
                <a:endCxn id="552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8" name="Google Shape;5528;p101"/>
              <p:cNvCxnSpPr>
                <a:stCxn id="5518" idx="0"/>
                <a:endCxn id="552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9" name="Google Shape;5529;p101"/>
              <p:cNvCxnSpPr>
                <a:stCxn id="5522" idx="7"/>
                <a:endCxn id="552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0" name="Google Shape;5530;p101"/>
              <p:cNvCxnSpPr>
                <a:stCxn id="5523" idx="6"/>
                <a:endCxn id="551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1" name="Google Shape;5531;p101"/>
              <p:cNvCxnSpPr>
                <a:stCxn id="5521" idx="5"/>
                <a:endCxn id="551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2" name="Google Shape;5532;p101"/>
              <p:cNvCxnSpPr>
                <a:stCxn id="5518" idx="6"/>
                <a:endCxn id="552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3" name="Google Shape;5533;p101"/>
              <p:cNvCxnSpPr>
                <a:stCxn id="5518" idx="7"/>
                <a:endCxn id="552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4" name="Google Shape;5534;p101"/>
              <p:cNvCxnSpPr>
                <a:stCxn id="5524" idx="7"/>
                <a:endCxn id="552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5" name="Google Shape;5535;p101"/>
              <p:cNvCxnSpPr>
                <a:stCxn id="5520" idx="0"/>
                <a:endCxn id="552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6" name="Google Shape;5536;p101"/>
              <p:cNvCxnSpPr>
                <a:stCxn id="5525" idx="2"/>
                <a:endCxn id="551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7" name="Google Shape;5537;p101"/>
              <p:cNvCxnSpPr>
                <a:stCxn id="5522" idx="6"/>
                <a:endCxn id="552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38" name="Google Shape;5538;p101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39" name="Google Shape;5539;p101"/>
              <p:cNvCxnSpPr>
                <a:stCxn id="5525" idx="3"/>
                <a:endCxn id="553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0" name="Google Shape;5540;p101"/>
              <p:cNvCxnSpPr>
                <a:stCxn id="5538" idx="2"/>
                <a:endCxn id="552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1" name="Google Shape;5541;p101"/>
              <p:cNvCxnSpPr>
                <a:stCxn id="5538" idx="0"/>
                <a:endCxn id="551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2" name="Google Shape;5542;p101"/>
              <p:cNvCxnSpPr>
                <a:stCxn id="5538" idx="1"/>
                <a:endCxn id="552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43" name="Google Shape;5543;p101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44" name="Google Shape;5544;p101"/>
              <p:cNvCxnSpPr>
                <a:stCxn id="5520" idx="2"/>
                <a:endCxn id="554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5" name="Google Shape;5545;p101"/>
              <p:cNvCxnSpPr>
                <a:stCxn id="5543" idx="3"/>
                <a:endCxn id="551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6" name="Google Shape;5546;p101"/>
              <p:cNvCxnSpPr>
                <a:stCxn id="5521" idx="4"/>
                <a:endCxn id="554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547" name="Shape 5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8" name="Google Shape;5548;p102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49" name="Google Shape;5549;p102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0" name="Google Shape;5550;p102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1" name="Google Shape;5551;p102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2" name="Google Shape;5552;p102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3" name="Google Shape;5553;p102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4" name="Google Shape;5554;p102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5" name="Google Shape;5555;p102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56" name="Google Shape;5556;p102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57" name="Google Shape;5557;p102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58" name="Google Shape;5558;p102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59" name="Google Shape;5559;p102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60" name="Google Shape;5560;p102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561" name="Google Shape;5561;p102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5562" name="Google Shape;5562;p102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5563" name="Google Shape;5563;p102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4" name="Google Shape;5564;p102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5" name="Google Shape;5565;p102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6" name="Google Shape;5566;p102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7" name="Google Shape;5567;p102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8" name="Google Shape;5568;p102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9" name="Google Shape;5569;p102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0" name="Google Shape;5570;p102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71" name="Google Shape;5571;p102"/>
              <p:cNvCxnSpPr>
                <a:stCxn id="5567" idx="5"/>
                <a:endCxn id="556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2" name="Google Shape;5572;p102"/>
              <p:cNvCxnSpPr>
                <a:stCxn id="5568" idx="4"/>
                <a:endCxn id="556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3" name="Google Shape;5573;p102"/>
              <p:cNvCxnSpPr>
                <a:stCxn id="5563" idx="0"/>
                <a:endCxn id="556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4" name="Google Shape;5574;p102"/>
              <p:cNvCxnSpPr>
                <a:stCxn id="5567" idx="6"/>
                <a:endCxn id="556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5" name="Google Shape;5575;p102"/>
              <p:cNvCxnSpPr>
                <a:stCxn id="5568" idx="6"/>
                <a:endCxn id="556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6" name="Google Shape;5576;p102"/>
              <p:cNvCxnSpPr>
                <a:stCxn id="5566" idx="6"/>
                <a:endCxn id="556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7" name="Google Shape;5577;p102"/>
              <p:cNvCxnSpPr>
                <a:stCxn id="5563" idx="6"/>
                <a:endCxn id="556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8" name="Google Shape;5578;p102"/>
              <p:cNvCxnSpPr>
                <a:stCxn id="5563" idx="7"/>
                <a:endCxn id="556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9" name="Google Shape;5579;p102"/>
              <p:cNvCxnSpPr>
                <a:stCxn id="5569" idx="7"/>
                <a:endCxn id="556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0" name="Google Shape;5580;p102"/>
              <p:cNvCxnSpPr>
                <a:stCxn id="5565" idx="0"/>
                <a:endCxn id="556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1" name="Google Shape;5581;p102"/>
              <p:cNvCxnSpPr>
                <a:stCxn id="5570" idx="2"/>
                <a:endCxn id="556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2" name="Google Shape;5582;p102"/>
              <p:cNvCxnSpPr>
                <a:stCxn id="5568" idx="7"/>
                <a:endCxn id="557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83" name="Google Shape;5583;p102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84" name="Google Shape;5584;p102"/>
              <p:cNvCxnSpPr>
                <a:stCxn id="5570" idx="3"/>
                <a:endCxn id="558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5" name="Google Shape;5585;p102"/>
              <p:cNvCxnSpPr>
                <a:stCxn id="5583" idx="2"/>
                <a:endCxn id="556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6" name="Google Shape;5586;p102"/>
              <p:cNvCxnSpPr>
                <a:stCxn id="5583" idx="0"/>
                <a:endCxn id="556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7" name="Google Shape;5587;p102"/>
              <p:cNvCxnSpPr>
                <a:stCxn id="5583" idx="1"/>
                <a:endCxn id="556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88" name="Google Shape;5588;p102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89" name="Google Shape;5589;p102"/>
              <p:cNvCxnSpPr>
                <a:stCxn id="5565" idx="2"/>
                <a:endCxn id="558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0" name="Google Shape;5590;p102"/>
              <p:cNvCxnSpPr>
                <a:stCxn id="5588" idx="3"/>
                <a:endCxn id="556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1" name="Google Shape;5591;p102"/>
              <p:cNvCxnSpPr>
                <a:stCxn id="5566" idx="4"/>
                <a:endCxn id="558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92" name="Google Shape;5592;p102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93" name="Google Shape;5593;p102"/>
              <p:cNvCxnSpPr>
                <a:stCxn id="5566" idx="0"/>
                <a:endCxn id="559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4" name="Google Shape;5594;p102"/>
              <p:cNvCxnSpPr>
                <a:stCxn id="5592" idx="3"/>
                <a:endCxn id="556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595" name="Google Shape;5595;p102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5596" name="Google Shape;5596;p102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7" name="Google Shape;5597;p102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8" name="Google Shape;5598;p102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9" name="Google Shape;5599;p102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0" name="Google Shape;5600;p102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01" name="Google Shape;5601;p102"/>
              <p:cNvCxnSpPr>
                <a:stCxn id="5599" idx="5"/>
                <a:endCxn id="559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2" name="Google Shape;5602;p102"/>
              <p:cNvCxnSpPr>
                <a:stCxn id="5596" idx="6"/>
                <a:endCxn id="559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3" name="Google Shape;5603;p102"/>
              <p:cNvCxnSpPr>
                <a:stCxn id="5596" idx="6"/>
                <a:endCxn id="560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4" name="Google Shape;5604;p102"/>
              <p:cNvCxnSpPr>
                <a:stCxn id="5600" idx="6"/>
                <a:endCxn id="559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5" name="Google Shape;5605;p102"/>
              <p:cNvCxnSpPr>
                <a:stCxn id="5600" idx="6"/>
                <a:endCxn id="559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6" name="Google Shape;5606;p102"/>
              <p:cNvCxnSpPr>
                <a:stCxn id="5599" idx="4"/>
                <a:endCxn id="559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7" name="Google Shape;5607;p102"/>
              <p:cNvCxnSpPr>
                <a:stCxn id="5597" idx="7"/>
                <a:endCxn id="559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08" name="Google Shape;5608;p102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5609" name="Google Shape;5609;p102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5610" name="Google Shape;5610;p102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1" name="Google Shape;5611;p10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2" name="Google Shape;5612;p10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613" name="Google Shape;5613;p102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5614" name="Google Shape;5614;p102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5" name="Google Shape;5615;p102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6" name="Google Shape;5616;p102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7" name="Google Shape;5617;p102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618" name="Shape 5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9" name="Google Shape;5619;p103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20" name="Google Shape;5620;p103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1" name="Google Shape;5621;p103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5622" name="Google Shape;5622;p10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5623" name="Google Shape;5623;p10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5624" name="Google Shape;5624;p10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5" name="Google Shape;5625;p10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6" name="Google Shape;5626;p10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7" name="Google Shape;5627;p10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8" name="Google Shape;5628;p10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9" name="Google Shape;5629;p10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0" name="Google Shape;5630;p10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1" name="Google Shape;5631;p10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32" name="Google Shape;5632;p103"/>
              <p:cNvCxnSpPr>
                <a:stCxn id="5628" idx="5"/>
                <a:endCxn id="562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3" name="Google Shape;5633;p103"/>
              <p:cNvCxnSpPr>
                <a:stCxn id="5629" idx="4"/>
                <a:endCxn id="562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4" name="Google Shape;5634;p103"/>
              <p:cNvCxnSpPr>
                <a:stCxn id="5624" idx="6"/>
                <a:endCxn id="562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5" name="Google Shape;5635;p103"/>
              <p:cNvCxnSpPr>
                <a:stCxn id="5628" idx="7"/>
                <a:endCxn id="562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6" name="Google Shape;5636;p103"/>
              <p:cNvCxnSpPr>
                <a:stCxn id="5629" idx="6"/>
                <a:endCxn id="562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7" name="Google Shape;5637;p103"/>
              <p:cNvCxnSpPr>
                <a:stCxn id="5627" idx="7"/>
                <a:endCxn id="562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8" name="Google Shape;5638;p103"/>
              <p:cNvCxnSpPr>
                <a:stCxn id="5624" idx="6"/>
                <a:endCxn id="563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9" name="Google Shape;5639;p103"/>
              <p:cNvCxnSpPr>
                <a:stCxn id="5630" idx="6"/>
                <a:endCxn id="562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0" name="Google Shape;5640;p103"/>
              <p:cNvCxnSpPr>
                <a:stCxn id="5630" idx="6"/>
                <a:endCxn id="562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1" name="Google Shape;5641;p103"/>
              <p:cNvCxnSpPr>
                <a:stCxn id="5626" idx="7"/>
                <a:endCxn id="563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2" name="Google Shape;5642;p103"/>
              <p:cNvCxnSpPr>
                <a:stCxn id="5627" idx="6"/>
                <a:endCxn id="563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3" name="Google Shape;5643;p103"/>
              <p:cNvCxnSpPr>
                <a:stCxn id="5631" idx="0"/>
                <a:endCxn id="562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4" name="Google Shape;5644;p103"/>
              <p:cNvCxnSpPr>
                <a:stCxn id="5629" idx="5"/>
                <a:endCxn id="563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5" name="Google Shape;5645;p103"/>
              <p:cNvCxnSpPr>
                <a:stCxn id="5628" idx="6"/>
                <a:endCxn id="563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6" name="Google Shape;5646;p103"/>
              <p:cNvCxnSpPr>
                <a:stCxn id="5628" idx="4"/>
                <a:endCxn id="562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47" name="Google Shape;5647;p10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48" name="Google Shape;5648;p103"/>
              <p:cNvCxnSpPr>
                <a:stCxn id="5631" idx="4"/>
                <a:endCxn id="564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9" name="Google Shape;5649;p103"/>
              <p:cNvCxnSpPr>
                <a:stCxn id="5647" idx="1"/>
                <a:endCxn id="562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0" name="Google Shape;5650;p103"/>
              <p:cNvCxnSpPr>
                <a:stCxn id="5647" idx="1"/>
                <a:endCxn id="562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51" name="Google Shape;5651;p10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52" name="Google Shape;5652;p103"/>
              <p:cNvCxnSpPr>
                <a:stCxn id="5629" idx="0"/>
                <a:endCxn id="565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3" name="Google Shape;5653;p103"/>
              <p:cNvCxnSpPr>
                <a:stCxn id="5625" idx="0"/>
                <a:endCxn id="565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54" name="Google Shape;5654;p10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5655" name="Google Shape;5655;p103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56" name="Google Shape;5656;p103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57" name="Google Shape;5657;p103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58" name="Google Shape;5658;p103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59" name="Google Shape;5659;p103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60" name="Google Shape;5660;p103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61" name="Google Shape;5661;p103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62" name="Google Shape;5662;p103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63" name="Google Shape;5663;p103"/>
              <p:cNvCxnSpPr>
                <a:stCxn id="5659" idx="5"/>
                <a:endCxn id="565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4" name="Google Shape;5664;p103"/>
              <p:cNvCxnSpPr>
                <a:stCxn id="5660" idx="4"/>
                <a:endCxn id="565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5" name="Google Shape;5665;p103"/>
              <p:cNvCxnSpPr>
                <a:stCxn id="5655" idx="6"/>
                <a:endCxn id="565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6" name="Google Shape;5666;p103"/>
              <p:cNvCxnSpPr>
                <a:stCxn id="5655" idx="0"/>
                <a:endCxn id="565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7" name="Google Shape;5667;p103"/>
              <p:cNvCxnSpPr>
                <a:stCxn id="5659" idx="7"/>
                <a:endCxn id="566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8" name="Google Shape;5668;p103"/>
              <p:cNvCxnSpPr>
                <a:stCxn id="5660" idx="6"/>
                <a:endCxn id="565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9" name="Google Shape;5669;p103"/>
              <p:cNvCxnSpPr>
                <a:stCxn id="5658" idx="7"/>
                <a:endCxn id="565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0" name="Google Shape;5670;p103"/>
              <p:cNvCxnSpPr>
                <a:stCxn id="5655" idx="5"/>
                <a:endCxn id="566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1" name="Google Shape;5671;p103"/>
              <p:cNvCxnSpPr>
                <a:stCxn id="5661" idx="7"/>
                <a:endCxn id="565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2" name="Google Shape;5672;p103"/>
              <p:cNvCxnSpPr>
                <a:stCxn id="5661" idx="7"/>
                <a:endCxn id="565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3" name="Google Shape;5673;p103"/>
              <p:cNvCxnSpPr>
                <a:stCxn id="5657" idx="0"/>
                <a:endCxn id="565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4" name="Google Shape;5674;p103"/>
              <p:cNvCxnSpPr>
                <a:stCxn id="5662" idx="1"/>
                <a:endCxn id="565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5" name="Google Shape;5675;p103"/>
              <p:cNvCxnSpPr>
                <a:stCxn id="5659" idx="6"/>
                <a:endCxn id="566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6" name="Google Shape;5676;p103"/>
              <p:cNvCxnSpPr>
                <a:stCxn id="5656" idx="4"/>
                <a:endCxn id="565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77" name="Google Shape;5677;p103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78" name="Google Shape;5678;p103"/>
              <p:cNvCxnSpPr>
                <a:stCxn id="5662" idx="2"/>
                <a:endCxn id="567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9" name="Google Shape;5679;p103"/>
              <p:cNvCxnSpPr>
                <a:stCxn id="5677" idx="2"/>
                <a:endCxn id="565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0" name="Google Shape;5680;p103"/>
              <p:cNvCxnSpPr>
                <a:stCxn id="5677" idx="0"/>
                <a:endCxn id="565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1" name="Google Shape;5681;p103"/>
              <p:cNvCxnSpPr>
                <a:stCxn id="5677" idx="1"/>
                <a:endCxn id="565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82" name="Google Shape;5682;p103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83" name="Google Shape;5683;p103"/>
              <p:cNvCxnSpPr>
                <a:stCxn id="5657" idx="3"/>
                <a:endCxn id="568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4" name="Google Shape;5684;p103"/>
              <p:cNvCxnSpPr>
                <a:stCxn id="5682" idx="0"/>
                <a:endCxn id="566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85" name="Google Shape;5685;p103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86" name="Google Shape;5686;p103"/>
              <p:cNvCxnSpPr>
                <a:stCxn id="5655" idx="6"/>
                <a:endCxn id="568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7" name="Google Shape;5687;p103"/>
              <p:cNvCxnSpPr>
                <a:stCxn id="5661" idx="0"/>
                <a:endCxn id="568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8" name="Google Shape;5688;p103"/>
              <p:cNvCxnSpPr>
                <a:stCxn id="5685" idx="6"/>
                <a:endCxn id="565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89" name="Google Shape;5689;p103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90" name="Google Shape;5690;p103"/>
              <p:cNvCxnSpPr>
                <a:stCxn id="5682" idx="5"/>
                <a:endCxn id="568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1" name="Google Shape;5691;p103"/>
              <p:cNvCxnSpPr>
                <a:stCxn id="5689" idx="7"/>
                <a:endCxn id="565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92" name="Google Shape;5692;p103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93" name="Google Shape;5693;p103"/>
              <p:cNvCxnSpPr>
                <a:stCxn id="5682" idx="0"/>
                <a:endCxn id="569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4" name="Google Shape;5694;p103"/>
              <p:cNvCxnSpPr>
                <a:stCxn id="5692" idx="1"/>
                <a:endCxn id="566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5" name="Google Shape;5695;p103"/>
              <p:cNvCxnSpPr>
                <a:stCxn id="5692" idx="6"/>
                <a:endCxn id="565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696" name="Shape 5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7" name="Google Shape;5697;p104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5698" name="Google Shape;5698;p104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5699" name="Google Shape;5699;p10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00" name="Google Shape;5700;p10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01" name="Google Shape;5701;p10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702" name="Google Shape;5702;p104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5703" name="Google Shape;5703;p10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04" name="Google Shape;5704;p104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05" name="Google Shape;5705;p104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06" name="Google Shape;5706;p104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707" name="Google Shape;5707;p104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5708" name="Google Shape;5708;p104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5709" name="Google Shape;5709;p104"/>
              <p:cNvCxnSpPr>
                <a:stCxn id="5710" idx="7"/>
                <a:endCxn id="571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11" name="Google Shape;5711;p104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12" name="Google Shape;5712;p104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13" name="Google Shape;5713;p104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14" name="Google Shape;5714;p104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15" name="Google Shape;5715;p104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16" name="Google Shape;5716;p104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17" name="Google Shape;5717;p104"/>
              <p:cNvCxnSpPr>
                <a:stCxn id="5716" idx="4"/>
                <a:endCxn id="571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8" name="Google Shape;5718;p104"/>
              <p:cNvCxnSpPr>
                <a:stCxn id="5715" idx="4"/>
                <a:endCxn id="571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9" name="Google Shape;5719;p104"/>
              <p:cNvCxnSpPr>
                <a:stCxn id="5715" idx="5"/>
                <a:endCxn id="571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0" name="Google Shape;5720;p104"/>
              <p:cNvCxnSpPr>
                <a:stCxn id="5715" idx="0"/>
                <a:endCxn id="571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1" name="Google Shape;5721;p104"/>
              <p:cNvCxnSpPr>
                <a:stCxn id="5715" idx="7"/>
                <a:endCxn id="571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2" name="Google Shape;5722;p104"/>
              <p:cNvCxnSpPr>
                <a:stCxn id="5712" idx="5"/>
                <a:endCxn id="571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3" name="Google Shape;5723;p104"/>
              <p:cNvCxnSpPr>
                <a:stCxn id="5712" idx="6"/>
                <a:endCxn id="571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4" name="Google Shape;5724;p104"/>
              <p:cNvCxnSpPr>
                <a:stCxn id="5714" idx="2"/>
                <a:endCxn id="571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5" name="Google Shape;5725;p104"/>
              <p:cNvCxnSpPr>
                <a:stCxn id="5716" idx="0"/>
                <a:endCxn id="571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6" name="Google Shape;5726;p104"/>
              <p:cNvCxnSpPr>
                <a:stCxn id="5716" idx="0"/>
                <a:endCxn id="571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10" name="Google Shape;5710;p104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727" name="Google Shape;5727;p104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5728" name="Google Shape;5728;p104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29" name="Google Shape;5729;p104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0" name="Google Shape;5730;p104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1" name="Google Shape;5731;p104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2" name="Google Shape;5732;p104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3" name="Google Shape;5733;p104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4" name="Google Shape;5734;p104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35" name="Google Shape;5735;p104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36" name="Google Shape;5736;p104"/>
              <p:cNvCxnSpPr>
                <a:stCxn id="5732" idx="5"/>
                <a:endCxn id="573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7" name="Google Shape;5737;p104"/>
              <p:cNvCxnSpPr>
                <a:stCxn id="5733" idx="4"/>
                <a:endCxn id="573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8" name="Google Shape;5738;p104"/>
              <p:cNvCxnSpPr>
                <a:stCxn id="5728" idx="6"/>
                <a:endCxn id="573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9" name="Google Shape;5739;p104"/>
              <p:cNvCxnSpPr>
                <a:stCxn id="5728" idx="0"/>
                <a:endCxn id="573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0" name="Google Shape;5740;p104"/>
              <p:cNvCxnSpPr>
                <a:stCxn id="5732" idx="7"/>
                <a:endCxn id="573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1" name="Google Shape;5741;p104"/>
              <p:cNvCxnSpPr>
                <a:stCxn id="5733" idx="6"/>
                <a:endCxn id="572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2" name="Google Shape;5742;p104"/>
              <p:cNvCxnSpPr>
                <a:stCxn id="5731" idx="7"/>
                <a:endCxn id="572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3" name="Google Shape;5743;p104"/>
              <p:cNvCxnSpPr>
                <a:stCxn id="5728" idx="5"/>
                <a:endCxn id="573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4" name="Google Shape;5744;p104"/>
              <p:cNvCxnSpPr>
                <a:stCxn id="5734" idx="7"/>
                <a:endCxn id="573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5" name="Google Shape;5745;p104"/>
              <p:cNvCxnSpPr>
                <a:stCxn id="5734" idx="5"/>
                <a:endCxn id="573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6" name="Google Shape;5746;p104"/>
              <p:cNvCxnSpPr>
                <a:stCxn id="5730" idx="0"/>
                <a:endCxn id="573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7" name="Google Shape;5747;p104"/>
              <p:cNvCxnSpPr>
                <a:stCxn id="5730" idx="7"/>
                <a:endCxn id="573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8" name="Google Shape;5748;p104"/>
              <p:cNvCxnSpPr>
                <a:stCxn id="5731" idx="6"/>
                <a:endCxn id="573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9" name="Google Shape;5749;p104"/>
              <p:cNvCxnSpPr>
                <a:stCxn id="5735" idx="0"/>
                <a:endCxn id="572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0" name="Google Shape;5750;p104"/>
              <p:cNvCxnSpPr>
                <a:stCxn id="5732" idx="4"/>
                <a:endCxn id="573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1" name="Google Shape;5751;p104"/>
              <p:cNvCxnSpPr>
                <a:stCxn id="5729" idx="4"/>
                <a:endCxn id="573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2" name="Google Shape;5752;p104"/>
              <p:cNvCxnSpPr>
                <a:stCxn id="5728" idx="5"/>
                <a:endCxn id="573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53" name="Google Shape;5753;p104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54" name="Google Shape;5754;p104"/>
              <p:cNvCxnSpPr>
                <a:stCxn id="5735" idx="4"/>
                <a:endCxn id="575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5" name="Google Shape;5755;p104"/>
              <p:cNvCxnSpPr>
                <a:stCxn id="5753" idx="2"/>
                <a:endCxn id="573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6" name="Google Shape;5756;p104"/>
              <p:cNvCxnSpPr>
                <a:stCxn id="5753" idx="0"/>
                <a:endCxn id="572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7" name="Google Shape;5757;p104"/>
              <p:cNvCxnSpPr>
                <a:stCxn id="5753" idx="1"/>
                <a:endCxn id="573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58" name="Google Shape;5758;p104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59" name="Google Shape;5759;p104"/>
              <p:cNvCxnSpPr>
                <a:stCxn id="5753" idx="2"/>
                <a:endCxn id="575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0" name="Google Shape;5760;p104"/>
              <p:cNvCxnSpPr>
                <a:stCxn id="5758" idx="1"/>
                <a:endCxn id="573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761" name="Shape 5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2" name="Google Shape;5762;p105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5763" name="Google Shape;5763;p105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5764" name="Google Shape;5764;p10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65" name="Google Shape;5765;p10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66" name="Google Shape;5766;p10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767" name="Google Shape;5767;p105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5768" name="Google Shape;5768;p10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69" name="Google Shape;5769;p10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0" name="Google Shape;5770;p10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1" name="Google Shape;5771;p10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5772" name="Google Shape;5772;p105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5773" name="Google Shape;5773;p105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5774" name="Google Shape;5774;p105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5" name="Google Shape;5775;p105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6" name="Google Shape;5776;p105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7" name="Google Shape;5777;p105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8" name="Google Shape;5778;p105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79" name="Google Shape;5779;p105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80" name="Google Shape;5780;p105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781" name="Google Shape;5781;p105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82" name="Google Shape;5782;p105"/>
              <p:cNvCxnSpPr>
                <a:stCxn id="5778" idx="5"/>
                <a:endCxn id="577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3" name="Google Shape;5783;p105"/>
              <p:cNvCxnSpPr>
                <a:stCxn id="5779" idx="4"/>
                <a:endCxn id="577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4" name="Google Shape;5784;p105"/>
              <p:cNvCxnSpPr>
                <a:stCxn id="5774" idx="0"/>
                <a:endCxn id="577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5" name="Google Shape;5785;p105"/>
              <p:cNvCxnSpPr>
                <a:stCxn id="5778" idx="6"/>
                <a:endCxn id="577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6" name="Google Shape;5786;p105"/>
              <p:cNvCxnSpPr>
                <a:stCxn id="5779" idx="6"/>
                <a:endCxn id="577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7" name="Google Shape;5787;p105"/>
              <p:cNvCxnSpPr>
                <a:stCxn id="5777" idx="6"/>
                <a:endCxn id="577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8" name="Google Shape;5788;p105"/>
              <p:cNvCxnSpPr>
                <a:stCxn id="5774" idx="6"/>
                <a:endCxn id="578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9" name="Google Shape;5789;p105"/>
              <p:cNvCxnSpPr>
                <a:stCxn id="5774" idx="7"/>
                <a:endCxn id="577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0" name="Google Shape;5790;p105"/>
              <p:cNvCxnSpPr>
                <a:stCxn id="5780" idx="7"/>
                <a:endCxn id="577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1" name="Google Shape;5791;p105"/>
              <p:cNvCxnSpPr>
                <a:stCxn id="5776" idx="0"/>
                <a:endCxn id="577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2" name="Google Shape;5792;p105"/>
              <p:cNvCxnSpPr>
                <a:stCxn id="5781" idx="2"/>
                <a:endCxn id="577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3" name="Google Shape;5793;p105"/>
              <p:cNvCxnSpPr>
                <a:stCxn id="5779" idx="7"/>
                <a:endCxn id="578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94" name="Google Shape;5794;p105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795" name="Google Shape;5795;p105"/>
              <p:cNvCxnSpPr>
                <a:stCxn id="5781" idx="3"/>
                <a:endCxn id="579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6" name="Google Shape;5796;p105"/>
              <p:cNvCxnSpPr>
                <a:stCxn id="5794" idx="2"/>
                <a:endCxn id="577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7" name="Google Shape;5797;p105"/>
              <p:cNvCxnSpPr>
                <a:stCxn id="5794" idx="0"/>
                <a:endCxn id="577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8" name="Google Shape;5798;p105"/>
              <p:cNvCxnSpPr>
                <a:stCxn id="5794" idx="1"/>
                <a:endCxn id="577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99" name="Google Shape;5799;p105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00" name="Google Shape;5800;p105"/>
              <p:cNvCxnSpPr>
                <a:stCxn id="5776" idx="2"/>
                <a:endCxn id="579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1" name="Google Shape;5801;p105"/>
              <p:cNvCxnSpPr>
                <a:stCxn id="5799" idx="3"/>
                <a:endCxn id="577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2" name="Google Shape;5802;p105"/>
              <p:cNvCxnSpPr>
                <a:stCxn id="5777" idx="4"/>
                <a:endCxn id="579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03" name="Google Shape;5803;p105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04" name="Google Shape;5804;p105"/>
              <p:cNvCxnSpPr>
                <a:stCxn id="5777" idx="0"/>
                <a:endCxn id="580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5" name="Google Shape;5805;p105"/>
              <p:cNvCxnSpPr>
                <a:stCxn id="5778" idx="7"/>
                <a:endCxn id="580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806" name="Google Shape;5806;p105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5807" name="Google Shape;5807;p105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08" name="Google Shape;5808;p105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09" name="Google Shape;5809;p105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10" name="Google Shape;5810;p105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11" name="Google Shape;5811;p105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12" name="Google Shape;5812;p105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13" name="Google Shape;5813;p105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14" name="Google Shape;5814;p105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15" name="Google Shape;5815;p105"/>
              <p:cNvCxnSpPr>
                <a:stCxn id="5812" idx="4"/>
                <a:endCxn id="581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6" name="Google Shape;5816;p105"/>
              <p:cNvCxnSpPr>
                <a:stCxn id="5807" idx="7"/>
                <a:endCxn id="581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7" name="Google Shape;5817;p105"/>
              <p:cNvCxnSpPr>
                <a:stCxn id="5811" idx="7"/>
                <a:endCxn id="581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8" name="Google Shape;5818;p105"/>
              <p:cNvCxnSpPr>
                <a:stCxn id="5812" idx="6"/>
                <a:endCxn id="580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9" name="Google Shape;5819;p105"/>
              <p:cNvCxnSpPr>
                <a:stCxn id="5810" idx="7"/>
                <a:endCxn id="580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0" name="Google Shape;5820;p105"/>
              <p:cNvCxnSpPr>
                <a:stCxn id="5807" idx="6"/>
                <a:endCxn id="581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1" name="Google Shape;5821;p105"/>
              <p:cNvCxnSpPr>
                <a:stCxn id="5813" idx="0"/>
                <a:endCxn id="581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2" name="Google Shape;5822;p105"/>
              <p:cNvCxnSpPr>
                <a:stCxn id="5813" idx="5"/>
                <a:endCxn id="580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3" name="Google Shape;5823;p105"/>
              <p:cNvCxnSpPr>
                <a:stCxn id="5809" idx="0"/>
                <a:endCxn id="581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4" name="Google Shape;5824;p105"/>
              <p:cNvCxnSpPr>
                <a:stCxn id="5809" idx="7"/>
                <a:endCxn id="581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5" name="Google Shape;5825;p105"/>
              <p:cNvCxnSpPr>
                <a:stCxn id="5810" idx="6"/>
                <a:endCxn id="581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6" name="Google Shape;5826;p105"/>
              <p:cNvCxnSpPr>
                <a:stCxn id="5814" idx="0"/>
                <a:endCxn id="580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7" name="Google Shape;5827;p105"/>
              <p:cNvCxnSpPr>
                <a:stCxn id="5812" idx="5"/>
                <a:endCxn id="581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8" name="Google Shape;5828;p105"/>
              <p:cNvCxnSpPr>
                <a:stCxn id="5811" idx="6"/>
                <a:endCxn id="581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9" name="Google Shape;5829;p105"/>
              <p:cNvCxnSpPr>
                <a:stCxn id="5811" idx="5"/>
                <a:endCxn id="581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0" name="Google Shape;5830;p105"/>
              <p:cNvCxnSpPr>
                <a:stCxn id="5808" idx="4"/>
                <a:endCxn id="580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31" name="Google Shape;5831;p105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32" name="Google Shape;5832;p105"/>
              <p:cNvCxnSpPr>
                <a:stCxn id="5814" idx="4"/>
                <a:endCxn id="583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3" name="Google Shape;5833;p105"/>
              <p:cNvCxnSpPr>
                <a:stCxn id="5831" idx="1"/>
                <a:endCxn id="580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34" name="Google Shape;5834;p105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35" name="Google Shape;5835;p105"/>
              <p:cNvCxnSpPr>
                <a:stCxn id="5831" idx="2"/>
                <a:endCxn id="583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6" name="Google Shape;5836;p105"/>
              <p:cNvCxnSpPr>
                <a:stCxn id="5834" idx="1"/>
                <a:endCxn id="581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7" name="Google Shape;5837;p105"/>
              <p:cNvCxnSpPr>
                <a:stCxn id="5834" idx="7"/>
                <a:endCxn id="580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41" name="Shape 5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2" name="Google Shape;5842;p107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843" name="Google Shape;5843;p107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844" name="Google Shape;5844;p107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5845" name="Google Shape;5845;p107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5846" name="Google Shape;5846;p107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47" name="Google Shape;5847;p107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48" name="Google Shape;5848;p107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49" name="Google Shape;5849;p107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50" name="Google Shape;5850;p107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51" name="Google Shape;5851;p107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52" name="Google Shape;5852;p107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53" name="Google Shape;5853;p107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54" name="Google Shape;5854;p107"/>
              <p:cNvCxnSpPr>
                <a:stCxn id="5850" idx="5"/>
                <a:endCxn id="584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5" name="Google Shape;5855;p107"/>
              <p:cNvCxnSpPr>
                <a:stCxn id="5851" idx="4"/>
                <a:endCxn id="584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6" name="Google Shape;5856;p107"/>
              <p:cNvCxnSpPr>
                <a:stCxn id="5846" idx="6"/>
                <a:endCxn id="584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7" name="Google Shape;5857;p107"/>
              <p:cNvCxnSpPr>
                <a:stCxn id="5846" idx="0"/>
                <a:endCxn id="585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8" name="Google Shape;5858;p107"/>
              <p:cNvCxnSpPr>
                <a:stCxn id="5850" idx="7"/>
                <a:endCxn id="585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9" name="Google Shape;5859;p107"/>
              <p:cNvCxnSpPr>
                <a:stCxn id="5851" idx="6"/>
                <a:endCxn id="584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0" name="Google Shape;5860;p107"/>
              <p:cNvCxnSpPr>
                <a:stCxn id="5849" idx="7"/>
                <a:endCxn id="584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1" name="Google Shape;5861;p107"/>
              <p:cNvCxnSpPr>
                <a:stCxn id="5846" idx="5"/>
                <a:endCxn id="585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2" name="Google Shape;5862;p107"/>
              <p:cNvCxnSpPr>
                <a:stCxn id="5852" idx="7"/>
                <a:endCxn id="584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3" name="Google Shape;5863;p107"/>
              <p:cNvCxnSpPr>
                <a:stCxn id="5852" idx="7"/>
                <a:endCxn id="584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4" name="Google Shape;5864;p107"/>
              <p:cNvCxnSpPr>
                <a:stCxn id="5848" idx="0"/>
                <a:endCxn id="584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5" name="Google Shape;5865;p107"/>
              <p:cNvCxnSpPr>
                <a:stCxn id="5848" idx="7"/>
                <a:endCxn id="585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6" name="Google Shape;5866;p107"/>
              <p:cNvCxnSpPr>
                <a:stCxn id="5853" idx="1"/>
                <a:endCxn id="584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7" name="Google Shape;5867;p107"/>
              <p:cNvCxnSpPr>
                <a:stCxn id="5850" idx="6"/>
                <a:endCxn id="585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8" name="Google Shape;5868;p107"/>
              <p:cNvCxnSpPr>
                <a:stCxn id="5847" idx="4"/>
                <a:endCxn id="584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9" name="Google Shape;5869;p107"/>
              <p:cNvCxnSpPr>
                <a:stCxn id="5846" idx="5"/>
                <a:endCxn id="584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70" name="Google Shape;5870;p107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71" name="Google Shape;5871;p107"/>
              <p:cNvCxnSpPr>
                <a:stCxn id="5853" idx="2"/>
                <a:endCxn id="587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2" name="Google Shape;5872;p107"/>
              <p:cNvCxnSpPr>
                <a:stCxn id="5870" idx="2"/>
                <a:endCxn id="584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3" name="Google Shape;5873;p107"/>
              <p:cNvCxnSpPr>
                <a:stCxn id="5870" idx="0"/>
                <a:endCxn id="584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4" name="Google Shape;5874;p107"/>
              <p:cNvCxnSpPr>
                <a:stCxn id="5870" idx="1"/>
                <a:endCxn id="584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75" name="Google Shape;5875;p107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76" name="Google Shape;5876;p107"/>
              <p:cNvCxnSpPr>
                <a:stCxn id="5848" idx="2"/>
                <a:endCxn id="587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7" name="Google Shape;5877;p107"/>
              <p:cNvCxnSpPr>
                <a:stCxn id="5875" idx="1"/>
                <a:endCxn id="585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878" name="Google Shape;5878;p107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5879" name="Google Shape;5879;p107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0" name="Google Shape;5880;p107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1" name="Google Shape;5881;p107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2" name="Google Shape;5882;p107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3" name="Google Shape;5883;p107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4" name="Google Shape;5884;p107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5" name="Google Shape;5885;p107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6" name="Google Shape;5886;p107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87" name="Google Shape;5887;p107"/>
              <p:cNvCxnSpPr>
                <a:stCxn id="5883" idx="5"/>
                <a:endCxn id="588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88" name="Google Shape;5888;p107"/>
              <p:cNvCxnSpPr>
                <a:stCxn id="5884" idx="4"/>
                <a:endCxn id="588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89" name="Google Shape;5889;p107"/>
              <p:cNvCxnSpPr>
                <a:stCxn id="5879" idx="6"/>
                <a:endCxn id="588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0" name="Google Shape;5890;p107"/>
              <p:cNvCxnSpPr>
                <a:stCxn id="5883" idx="7"/>
                <a:endCxn id="588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1" name="Google Shape;5891;p107"/>
              <p:cNvCxnSpPr>
                <a:stCxn id="5884" idx="6"/>
                <a:endCxn id="588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2" name="Google Shape;5892;p107"/>
              <p:cNvCxnSpPr>
                <a:stCxn id="5882" idx="7"/>
                <a:endCxn id="588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3" name="Google Shape;5893;p107"/>
              <p:cNvCxnSpPr>
                <a:stCxn id="5879" idx="6"/>
                <a:endCxn id="588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4" name="Google Shape;5894;p107"/>
              <p:cNvCxnSpPr>
                <a:stCxn id="5885" idx="7"/>
                <a:endCxn id="588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5" name="Google Shape;5895;p107"/>
              <p:cNvCxnSpPr>
                <a:stCxn id="5885" idx="5"/>
                <a:endCxn id="588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6" name="Google Shape;5896;p107"/>
              <p:cNvCxnSpPr>
                <a:stCxn id="5881" idx="0"/>
                <a:endCxn id="588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7" name="Google Shape;5897;p107"/>
              <p:cNvCxnSpPr>
                <a:stCxn id="5881" idx="7"/>
                <a:endCxn id="588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8" name="Google Shape;5898;p107"/>
              <p:cNvCxnSpPr>
                <a:stCxn id="5882" idx="6"/>
                <a:endCxn id="588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9" name="Google Shape;5899;p107"/>
              <p:cNvCxnSpPr>
                <a:stCxn id="5886" idx="0"/>
                <a:endCxn id="588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0" name="Google Shape;5900;p107"/>
              <p:cNvCxnSpPr>
                <a:stCxn id="5884" idx="5"/>
                <a:endCxn id="588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1" name="Google Shape;5901;p107"/>
              <p:cNvCxnSpPr>
                <a:stCxn id="5883" idx="6"/>
                <a:endCxn id="588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2" name="Google Shape;5902;p107"/>
              <p:cNvCxnSpPr>
                <a:stCxn id="5883" idx="4"/>
                <a:endCxn id="588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3" name="Google Shape;5903;p107"/>
              <p:cNvCxnSpPr>
                <a:stCxn id="5880" idx="4"/>
                <a:endCxn id="588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4" name="Google Shape;5904;p107"/>
              <p:cNvCxnSpPr>
                <a:stCxn id="5879" idx="6"/>
                <a:endCxn id="588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05" name="Google Shape;5905;p107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06" name="Google Shape;5906;p107"/>
              <p:cNvCxnSpPr>
                <a:stCxn id="5886" idx="4"/>
                <a:endCxn id="590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7" name="Google Shape;5907;p107"/>
              <p:cNvCxnSpPr>
                <a:stCxn id="5905" idx="2"/>
                <a:endCxn id="588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8" name="Google Shape;5908;p107"/>
              <p:cNvCxnSpPr>
                <a:stCxn id="5905" idx="0"/>
                <a:endCxn id="588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9" name="Google Shape;5909;p107"/>
              <p:cNvCxnSpPr>
                <a:stCxn id="5905" idx="1"/>
                <a:endCxn id="588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10" name="Google Shape;5910;p107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11" name="Google Shape;5911;p107"/>
              <p:cNvCxnSpPr>
                <a:stCxn id="5905" idx="2"/>
                <a:endCxn id="591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12" name="Google Shape;5912;p107"/>
              <p:cNvCxnSpPr>
                <a:stCxn id="5910" idx="1"/>
                <a:endCxn id="588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13" name="Shape 5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4" name="Google Shape;5914;p108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15" name="Google Shape;5915;p108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16" name="Google Shape;5916;p108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917" name="Google Shape;5917;p108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5918" name="Google Shape;5918;p108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5919" name="Google Shape;5919;p108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0" name="Google Shape;5920;p108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1" name="Google Shape;5921;p108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2" name="Google Shape;5922;p108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3" name="Google Shape;5923;p108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4" name="Google Shape;5924;p108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5" name="Google Shape;5925;p108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6" name="Google Shape;5926;p108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27" name="Google Shape;5927;p108"/>
              <p:cNvCxnSpPr>
                <a:stCxn id="5923" idx="5"/>
                <a:endCxn id="592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28" name="Google Shape;5928;p108"/>
              <p:cNvCxnSpPr>
                <a:stCxn id="5924" idx="4"/>
                <a:endCxn id="592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29" name="Google Shape;5929;p108"/>
              <p:cNvCxnSpPr>
                <a:stCxn id="5919" idx="6"/>
                <a:endCxn id="592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0" name="Google Shape;5930;p108"/>
              <p:cNvCxnSpPr>
                <a:stCxn id="5923" idx="7"/>
                <a:endCxn id="592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1" name="Google Shape;5931;p108"/>
              <p:cNvCxnSpPr>
                <a:stCxn id="5924" idx="6"/>
                <a:endCxn id="592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2" name="Google Shape;5932;p108"/>
              <p:cNvCxnSpPr>
                <a:stCxn id="5922" idx="7"/>
                <a:endCxn id="592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3" name="Google Shape;5933;p108"/>
              <p:cNvCxnSpPr>
                <a:stCxn id="5919" idx="6"/>
                <a:endCxn id="592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4" name="Google Shape;5934;p108"/>
              <p:cNvCxnSpPr>
                <a:stCxn id="5925" idx="6"/>
                <a:endCxn id="592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5" name="Google Shape;5935;p108"/>
              <p:cNvCxnSpPr>
                <a:stCxn id="5925" idx="6"/>
                <a:endCxn id="592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6" name="Google Shape;5936;p108"/>
              <p:cNvCxnSpPr>
                <a:stCxn id="5921" idx="7"/>
                <a:endCxn id="592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7" name="Google Shape;5937;p108"/>
              <p:cNvCxnSpPr>
                <a:stCxn id="5922" idx="6"/>
                <a:endCxn id="592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8" name="Google Shape;5938;p108"/>
              <p:cNvCxnSpPr>
                <a:stCxn id="5926" idx="0"/>
                <a:endCxn id="592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9" name="Google Shape;5939;p108"/>
              <p:cNvCxnSpPr>
                <a:stCxn id="5924" idx="5"/>
                <a:endCxn id="592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0" name="Google Shape;5940;p108"/>
              <p:cNvCxnSpPr>
                <a:stCxn id="5923" idx="6"/>
                <a:endCxn id="592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1" name="Google Shape;5941;p108"/>
              <p:cNvCxnSpPr>
                <a:stCxn id="5923" idx="4"/>
                <a:endCxn id="592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42" name="Google Shape;5942;p108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43" name="Google Shape;5943;p108"/>
              <p:cNvCxnSpPr>
                <a:stCxn id="5926" idx="4"/>
                <a:endCxn id="594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4" name="Google Shape;5944;p108"/>
              <p:cNvCxnSpPr>
                <a:stCxn id="5942" idx="1"/>
                <a:endCxn id="592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5" name="Google Shape;5945;p108"/>
              <p:cNvCxnSpPr>
                <a:stCxn id="5942" idx="1"/>
                <a:endCxn id="592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46" name="Google Shape;5946;p108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47" name="Google Shape;5947;p108"/>
              <p:cNvCxnSpPr>
                <a:stCxn id="5924" idx="0"/>
                <a:endCxn id="594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8" name="Google Shape;5948;p108"/>
              <p:cNvCxnSpPr>
                <a:stCxn id="5920" idx="0"/>
                <a:endCxn id="594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949" name="Google Shape;5949;p108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5950" name="Google Shape;5950;p108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1" name="Google Shape;5951;p108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2" name="Google Shape;5952;p108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3" name="Google Shape;5953;p108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4" name="Google Shape;5954;p108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5" name="Google Shape;5955;p108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6" name="Google Shape;5956;p108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7" name="Google Shape;5957;p108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58" name="Google Shape;5958;p108"/>
              <p:cNvCxnSpPr>
                <a:stCxn id="5954" idx="5"/>
                <a:endCxn id="595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59" name="Google Shape;5959;p108"/>
              <p:cNvCxnSpPr>
                <a:stCxn id="5955" idx="4"/>
                <a:endCxn id="595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0" name="Google Shape;5960;p108"/>
              <p:cNvCxnSpPr>
                <a:stCxn id="5950" idx="6"/>
                <a:endCxn id="595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1" name="Google Shape;5961;p108"/>
              <p:cNvCxnSpPr>
                <a:stCxn id="5950" idx="0"/>
                <a:endCxn id="595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2" name="Google Shape;5962;p108"/>
              <p:cNvCxnSpPr>
                <a:stCxn id="5954" idx="7"/>
                <a:endCxn id="595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3" name="Google Shape;5963;p108"/>
              <p:cNvCxnSpPr>
                <a:stCxn id="5955" idx="6"/>
                <a:endCxn id="595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4" name="Google Shape;5964;p108"/>
              <p:cNvCxnSpPr>
                <a:stCxn id="5953" idx="7"/>
                <a:endCxn id="595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5" name="Google Shape;5965;p108"/>
              <p:cNvCxnSpPr>
                <a:stCxn id="5950" idx="5"/>
                <a:endCxn id="595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6" name="Google Shape;5966;p108"/>
              <p:cNvCxnSpPr>
                <a:stCxn id="5956" idx="7"/>
                <a:endCxn id="595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7" name="Google Shape;5967;p108"/>
              <p:cNvCxnSpPr>
                <a:stCxn id="5956" idx="7"/>
                <a:endCxn id="595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8" name="Google Shape;5968;p108"/>
              <p:cNvCxnSpPr>
                <a:stCxn id="5952" idx="0"/>
                <a:endCxn id="595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9" name="Google Shape;5969;p108"/>
              <p:cNvCxnSpPr>
                <a:stCxn id="5957" idx="1"/>
                <a:endCxn id="595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0" name="Google Shape;5970;p108"/>
              <p:cNvCxnSpPr>
                <a:stCxn id="5954" idx="6"/>
                <a:endCxn id="595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1" name="Google Shape;5971;p108"/>
              <p:cNvCxnSpPr>
                <a:stCxn id="5951" idx="4"/>
                <a:endCxn id="595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72" name="Google Shape;5972;p108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73" name="Google Shape;5973;p108"/>
              <p:cNvCxnSpPr>
                <a:stCxn id="5957" idx="2"/>
                <a:endCxn id="597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4" name="Google Shape;5974;p108"/>
              <p:cNvCxnSpPr>
                <a:stCxn id="5972" idx="2"/>
                <a:endCxn id="595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5" name="Google Shape;5975;p108"/>
              <p:cNvCxnSpPr>
                <a:stCxn id="5972" idx="0"/>
                <a:endCxn id="595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6" name="Google Shape;5976;p108"/>
              <p:cNvCxnSpPr>
                <a:stCxn id="5972" idx="1"/>
                <a:endCxn id="595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77" name="Google Shape;5977;p108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78" name="Google Shape;5978;p108"/>
              <p:cNvCxnSpPr>
                <a:stCxn id="5952" idx="3"/>
                <a:endCxn id="597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9" name="Google Shape;5979;p108"/>
              <p:cNvCxnSpPr>
                <a:stCxn id="5977" idx="0"/>
                <a:endCxn id="595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80" name="Google Shape;5980;p108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81" name="Google Shape;5981;p108"/>
              <p:cNvCxnSpPr>
                <a:stCxn id="5950" idx="6"/>
                <a:endCxn id="598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2" name="Google Shape;5982;p108"/>
              <p:cNvCxnSpPr>
                <a:stCxn id="5956" idx="0"/>
                <a:endCxn id="598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3" name="Google Shape;5983;p108"/>
              <p:cNvCxnSpPr>
                <a:stCxn id="5980" idx="6"/>
                <a:endCxn id="595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84" name="Google Shape;5984;p108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85" name="Google Shape;5985;p108"/>
              <p:cNvCxnSpPr>
                <a:stCxn id="5977" idx="5"/>
                <a:endCxn id="598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6" name="Google Shape;5986;p108"/>
              <p:cNvCxnSpPr>
                <a:stCxn id="5984" idx="7"/>
                <a:endCxn id="595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87" name="Google Shape;5987;p108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88" name="Google Shape;5988;p108"/>
              <p:cNvCxnSpPr>
                <a:stCxn id="5977" idx="0"/>
                <a:endCxn id="598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9" name="Google Shape;5989;p108"/>
              <p:cNvCxnSpPr>
                <a:stCxn id="5987" idx="1"/>
                <a:endCxn id="595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0" name="Google Shape;5990;p108"/>
              <p:cNvCxnSpPr>
                <a:stCxn id="5987" idx="6"/>
                <a:endCxn id="595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91" name="Shape 5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2" name="Google Shape;5992;p1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93" name="Google Shape;5993;p109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5994" name="Google Shape;5994;p109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5995" name="Google Shape;5995;p109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5996" name="Google Shape;5996;p109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97" name="Google Shape;5997;p109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98" name="Google Shape;5998;p109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99" name="Google Shape;5999;p109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00" name="Google Shape;6000;p109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01" name="Google Shape;6001;p109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02" name="Google Shape;6002;p109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03" name="Google Shape;6003;p109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04" name="Google Shape;6004;p109"/>
              <p:cNvCxnSpPr>
                <a:stCxn id="6000" idx="5"/>
                <a:endCxn id="599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5" name="Google Shape;6005;p109"/>
              <p:cNvCxnSpPr>
                <a:stCxn id="6001" idx="4"/>
                <a:endCxn id="599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6" name="Google Shape;6006;p109"/>
              <p:cNvCxnSpPr>
                <a:stCxn id="5996" idx="6"/>
                <a:endCxn id="600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7" name="Google Shape;6007;p109"/>
              <p:cNvCxnSpPr>
                <a:stCxn id="6000" idx="7"/>
                <a:endCxn id="600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8" name="Google Shape;6008;p109"/>
              <p:cNvCxnSpPr>
                <a:stCxn id="6001" idx="6"/>
                <a:endCxn id="599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9" name="Google Shape;6009;p109"/>
              <p:cNvCxnSpPr>
                <a:stCxn id="5999" idx="7"/>
                <a:endCxn id="599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0" name="Google Shape;6010;p109"/>
              <p:cNvCxnSpPr>
                <a:stCxn id="5996" idx="6"/>
                <a:endCxn id="600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1" name="Google Shape;6011;p109"/>
              <p:cNvCxnSpPr>
                <a:stCxn id="6002" idx="6"/>
                <a:endCxn id="599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2" name="Google Shape;6012;p109"/>
              <p:cNvCxnSpPr>
                <a:stCxn id="6002" idx="5"/>
                <a:endCxn id="599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3" name="Google Shape;6013;p109"/>
              <p:cNvCxnSpPr>
                <a:stCxn id="5998" idx="0"/>
                <a:endCxn id="599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4" name="Google Shape;6014;p109"/>
              <p:cNvCxnSpPr>
                <a:stCxn id="5998" idx="7"/>
                <a:endCxn id="600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5" name="Google Shape;6015;p109"/>
              <p:cNvCxnSpPr>
                <a:stCxn id="5999" idx="6"/>
                <a:endCxn id="600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6" name="Google Shape;6016;p109"/>
              <p:cNvCxnSpPr>
                <a:stCxn id="6003" idx="0"/>
                <a:endCxn id="599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7" name="Google Shape;6017;p109"/>
              <p:cNvCxnSpPr>
                <a:stCxn id="6001" idx="5"/>
                <a:endCxn id="600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8" name="Google Shape;6018;p109"/>
              <p:cNvCxnSpPr>
                <a:stCxn id="6000" idx="6"/>
                <a:endCxn id="600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9" name="Google Shape;6019;p109"/>
              <p:cNvCxnSpPr>
                <a:stCxn id="6000" idx="4"/>
                <a:endCxn id="599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0" name="Google Shape;6020;p109"/>
              <p:cNvCxnSpPr>
                <a:stCxn id="5997" idx="4"/>
                <a:endCxn id="599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21" name="Google Shape;6021;p109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22" name="Google Shape;6022;p109"/>
              <p:cNvCxnSpPr>
                <a:stCxn id="6003" idx="4"/>
                <a:endCxn id="602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3" name="Google Shape;6023;p109"/>
              <p:cNvCxnSpPr>
                <a:stCxn id="6021" idx="1"/>
                <a:endCxn id="599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4" name="Google Shape;6024;p109"/>
              <p:cNvCxnSpPr>
                <a:stCxn id="6021" idx="0"/>
                <a:endCxn id="599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5" name="Google Shape;6025;p109"/>
              <p:cNvCxnSpPr>
                <a:stCxn id="6021" idx="1"/>
                <a:endCxn id="599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26" name="Google Shape;6026;p109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27" name="Google Shape;6027;p109"/>
              <p:cNvCxnSpPr>
                <a:stCxn id="6021" idx="2"/>
                <a:endCxn id="602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8" name="Google Shape;6028;p109"/>
              <p:cNvCxnSpPr>
                <a:stCxn id="6026" idx="1"/>
                <a:endCxn id="600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9" name="Google Shape;6029;p109"/>
              <p:cNvCxnSpPr>
                <a:stCxn id="6026" idx="7"/>
                <a:endCxn id="599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030" name="Google Shape;6030;p109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6031" name="Google Shape;6031;p109"/>
              <p:cNvCxnSpPr>
                <a:stCxn id="6032" idx="6"/>
                <a:endCxn id="603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33" name="Google Shape;6033;p10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34" name="Google Shape;6034;p10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35" name="Google Shape;6035;p10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36" name="Google Shape;6036;p10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37" name="Google Shape;6037;p10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38" name="Google Shape;6038;p109"/>
              <p:cNvCxnSpPr>
                <a:stCxn id="6037" idx="4"/>
                <a:endCxn id="603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9" name="Google Shape;6039;p109"/>
              <p:cNvCxnSpPr>
                <a:stCxn id="6036" idx="4"/>
                <a:endCxn id="603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0" name="Google Shape;6040;p109"/>
              <p:cNvCxnSpPr>
                <a:stCxn id="6036" idx="5"/>
                <a:endCxn id="603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1" name="Google Shape;6041;p109"/>
              <p:cNvCxnSpPr>
                <a:stCxn id="6036" idx="0"/>
                <a:endCxn id="603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2" name="Google Shape;6042;p109"/>
              <p:cNvCxnSpPr>
                <a:stCxn id="6036" idx="7"/>
                <a:endCxn id="603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3" name="Google Shape;6043;p109"/>
              <p:cNvCxnSpPr>
                <a:stCxn id="6034" idx="5"/>
                <a:endCxn id="603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4" name="Google Shape;6044;p109"/>
              <p:cNvCxnSpPr>
                <a:stCxn id="6034" idx="6"/>
                <a:endCxn id="603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5" name="Google Shape;6045;p109"/>
              <p:cNvCxnSpPr>
                <a:stCxn id="6046" idx="1"/>
                <a:endCxn id="603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7" name="Google Shape;6047;p109"/>
              <p:cNvCxnSpPr>
                <a:stCxn id="6037" idx="0"/>
                <a:endCxn id="603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8" name="Google Shape;6048;p109"/>
              <p:cNvCxnSpPr>
                <a:stCxn id="6037" idx="0"/>
                <a:endCxn id="604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49" name="Google Shape;6049;p10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50" name="Google Shape;6050;p109"/>
              <p:cNvCxnSpPr>
                <a:stCxn id="6034" idx="5"/>
                <a:endCxn id="604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1" name="Google Shape;6051;p109"/>
              <p:cNvCxnSpPr>
                <a:stCxn id="6046" idx="7"/>
                <a:endCxn id="604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2" name="Google Shape;6052;p109"/>
              <p:cNvCxnSpPr>
                <a:stCxn id="6049" idx="6"/>
                <a:endCxn id="603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53" name="Google Shape;6053;p10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54" name="Google Shape;6054;p109"/>
              <p:cNvCxnSpPr>
                <a:stCxn id="6053" idx="0"/>
                <a:endCxn id="603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5" name="Google Shape;6055;p109"/>
              <p:cNvCxnSpPr>
                <a:stCxn id="6053" idx="6"/>
                <a:endCxn id="603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6" name="Google Shape;6056;p109"/>
              <p:cNvCxnSpPr>
                <a:stCxn id="6053" idx="5"/>
                <a:endCxn id="603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7" name="Google Shape;6057;p109"/>
              <p:cNvCxnSpPr>
                <a:stCxn id="6053" idx="5"/>
                <a:endCxn id="603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46" name="Google Shape;6046;p10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32" name="Google Shape;6032;p10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058" name="Google Shape;6058;p109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6059" name="Google Shape;6059;p109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60" name="Google Shape;6060;p109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61" name="Google Shape;6061;p109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62" name="Google Shape;6062;p109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63" name="Shape 6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4" name="Google Shape;6064;p1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65" name="Google Shape;6065;p110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6" name="Google Shape;6066;p110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7" name="Google Shape;6067;p110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68" name="Google Shape;6068;p110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069" name="Google Shape;6069;p110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6070" name="Google Shape;6070;p110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6071" name="Google Shape;6071;p110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2" name="Google Shape;6072;p110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3" name="Google Shape;6073;p110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4" name="Google Shape;6074;p110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5" name="Google Shape;6075;p110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6" name="Google Shape;6076;p110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7" name="Google Shape;6077;p110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78" name="Google Shape;6078;p110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79" name="Google Shape;6079;p110"/>
              <p:cNvCxnSpPr>
                <a:stCxn id="6075" idx="5"/>
                <a:endCxn id="607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0" name="Google Shape;6080;p110"/>
              <p:cNvCxnSpPr>
                <a:stCxn id="6076" idx="4"/>
                <a:endCxn id="607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1" name="Google Shape;6081;p110"/>
              <p:cNvCxnSpPr>
                <a:stCxn id="6071" idx="6"/>
                <a:endCxn id="607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2" name="Google Shape;6082;p110"/>
              <p:cNvCxnSpPr>
                <a:stCxn id="6075" idx="7"/>
                <a:endCxn id="607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3" name="Google Shape;6083;p110"/>
              <p:cNvCxnSpPr>
                <a:stCxn id="6076" idx="6"/>
                <a:endCxn id="607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4" name="Google Shape;6084;p110"/>
              <p:cNvCxnSpPr>
                <a:stCxn id="6074" idx="7"/>
                <a:endCxn id="607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5" name="Google Shape;6085;p110"/>
              <p:cNvCxnSpPr>
                <a:stCxn id="6071" idx="6"/>
                <a:endCxn id="607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6" name="Google Shape;6086;p110"/>
              <p:cNvCxnSpPr>
                <a:stCxn id="6077" idx="6"/>
                <a:endCxn id="607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7" name="Google Shape;6087;p110"/>
              <p:cNvCxnSpPr>
                <a:stCxn id="6077" idx="5"/>
                <a:endCxn id="607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8" name="Google Shape;6088;p110"/>
              <p:cNvCxnSpPr>
                <a:stCxn id="6073" idx="0"/>
                <a:endCxn id="607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9" name="Google Shape;6089;p110"/>
              <p:cNvCxnSpPr>
                <a:stCxn id="6073" idx="7"/>
                <a:endCxn id="607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0" name="Google Shape;6090;p110"/>
              <p:cNvCxnSpPr>
                <a:stCxn id="6074" idx="6"/>
                <a:endCxn id="607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1" name="Google Shape;6091;p110"/>
              <p:cNvCxnSpPr>
                <a:stCxn id="6078" idx="0"/>
                <a:endCxn id="607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2" name="Google Shape;6092;p110"/>
              <p:cNvCxnSpPr>
                <a:stCxn id="6076" idx="5"/>
                <a:endCxn id="607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3" name="Google Shape;6093;p110"/>
              <p:cNvCxnSpPr>
                <a:stCxn id="6075" idx="6"/>
                <a:endCxn id="607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4" name="Google Shape;6094;p110"/>
              <p:cNvCxnSpPr>
                <a:stCxn id="6075" idx="4"/>
                <a:endCxn id="607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5" name="Google Shape;6095;p110"/>
              <p:cNvCxnSpPr>
                <a:stCxn id="6072" idx="4"/>
                <a:endCxn id="607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96" name="Google Shape;6096;p110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097" name="Google Shape;6097;p110"/>
              <p:cNvCxnSpPr>
                <a:stCxn id="6078" idx="4"/>
                <a:endCxn id="609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8" name="Google Shape;6098;p110"/>
              <p:cNvCxnSpPr>
                <a:stCxn id="6096" idx="1"/>
                <a:endCxn id="607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9" name="Google Shape;6099;p110"/>
              <p:cNvCxnSpPr>
                <a:stCxn id="6096" idx="0"/>
                <a:endCxn id="607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00" name="Google Shape;6100;p110"/>
              <p:cNvCxnSpPr>
                <a:stCxn id="6096" idx="1"/>
                <a:endCxn id="607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01" name="Google Shape;6101;p110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02" name="Google Shape;6102;p110"/>
              <p:cNvCxnSpPr>
                <a:stCxn id="6096" idx="2"/>
                <a:endCxn id="610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03" name="Google Shape;6103;p110"/>
              <p:cNvCxnSpPr>
                <a:stCxn id="6101" idx="1"/>
                <a:endCxn id="607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04" name="Google Shape;6104;p110"/>
              <p:cNvCxnSpPr>
                <a:stCxn id="6101" idx="7"/>
                <a:endCxn id="607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105" name="Google Shape;6105;p110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6106" name="Google Shape;6106;p110"/>
              <p:cNvCxnSpPr>
                <a:stCxn id="6107" idx="6"/>
                <a:endCxn id="610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08" name="Google Shape;6108;p110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09" name="Google Shape;6109;p110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10" name="Google Shape;6110;p110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11" name="Google Shape;6111;p110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12" name="Google Shape;6112;p110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13" name="Google Shape;6113;p110"/>
              <p:cNvCxnSpPr>
                <a:stCxn id="6112" idx="4"/>
                <a:endCxn id="611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4" name="Google Shape;6114;p110"/>
              <p:cNvCxnSpPr>
                <a:stCxn id="6111" idx="4"/>
                <a:endCxn id="611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5" name="Google Shape;6115;p110"/>
              <p:cNvCxnSpPr>
                <a:stCxn id="6111" idx="5"/>
                <a:endCxn id="611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6" name="Google Shape;6116;p110"/>
              <p:cNvCxnSpPr>
                <a:stCxn id="6111" idx="0"/>
                <a:endCxn id="610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7" name="Google Shape;6117;p110"/>
              <p:cNvCxnSpPr>
                <a:stCxn id="6111" idx="7"/>
                <a:endCxn id="610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8" name="Google Shape;6118;p110"/>
              <p:cNvCxnSpPr>
                <a:stCxn id="6109" idx="5"/>
                <a:endCxn id="610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9" name="Google Shape;6119;p110"/>
              <p:cNvCxnSpPr>
                <a:stCxn id="6109" idx="6"/>
                <a:endCxn id="610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0" name="Google Shape;6120;p110"/>
              <p:cNvCxnSpPr>
                <a:stCxn id="6121" idx="1"/>
                <a:endCxn id="610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2" name="Google Shape;6122;p110"/>
              <p:cNvCxnSpPr>
                <a:stCxn id="6112" idx="0"/>
                <a:endCxn id="610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3" name="Google Shape;6123;p110"/>
              <p:cNvCxnSpPr>
                <a:stCxn id="6112" idx="0"/>
                <a:endCxn id="612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24" name="Google Shape;6124;p110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25" name="Google Shape;6125;p110"/>
              <p:cNvCxnSpPr>
                <a:stCxn id="6109" idx="5"/>
                <a:endCxn id="612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6" name="Google Shape;6126;p110"/>
              <p:cNvCxnSpPr>
                <a:stCxn id="6121" idx="7"/>
                <a:endCxn id="612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7" name="Google Shape;6127;p110"/>
              <p:cNvCxnSpPr>
                <a:stCxn id="6124" idx="6"/>
                <a:endCxn id="610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28" name="Google Shape;6128;p110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29" name="Google Shape;6129;p110"/>
              <p:cNvCxnSpPr>
                <a:stCxn id="6128" idx="0"/>
                <a:endCxn id="610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0" name="Google Shape;6130;p110"/>
              <p:cNvCxnSpPr>
                <a:stCxn id="6128" idx="6"/>
                <a:endCxn id="610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1" name="Google Shape;6131;p110"/>
              <p:cNvCxnSpPr>
                <a:stCxn id="6128" idx="5"/>
                <a:endCxn id="611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2" name="Google Shape;6132;p110"/>
              <p:cNvCxnSpPr>
                <a:stCxn id="6128" idx="5"/>
                <a:endCxn id="611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21" name="Google Shape;6121;p110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07" name="Google Shape;6107;p110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133" name="Google Shape;6133;p110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6134" name="Google Shape;6134;p110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6135" name="Google Shape;6135;p110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36" name="Google Shape;6136;p11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37" name="Google Shape;6137;p11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38" name="Google Shape;6138;p11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139" name="Google Shape;6139;p110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6140" name="Google Shape;6140;p11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41" name="Google Shape;6141;p11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42" name="Google Shape;6142;p11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43" name="Shape 6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" name="Google Shape;6144;p1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145" name="Google Shape;6145;p111"/>
          <p:cNvCxnSpPr>
            <a:stCxn id="6146" idx="6"/>
            <a:endCxn id="614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148" name="Google Shape;6148;p111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6149" name="Google Shape;6149;p111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6150" name="Google Shape;6150;p111"/>
              <p:cNvCxnSpPr>
                <a:stCxn id="6147" idx="7"/>
                <a:endCxn id="615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51" name="Google Shape;6151;p111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52" name="Google Shape;6152;p111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53" name="Google Shape;6153;p111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47" name="Google Shape;6147;p111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54" name="Google Shape;6154;p111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55" name="Google Shape;6155;p111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56" name="Google Shape;6156;p111"/>
              <p:cNvCxnSpPr>
                <a:stCxn id="6155" idx="4"/>
                <a:endCxn id="615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57" name="Google Shape;6157;p111"/>
              <p:cNvCxnSpPr>
                <a:stCxn id="6154" idx="4"/>
                <a:endCxn id="615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58" name="Google Shape;6158;p111"/>
              <p:cNvCxnSpPr>
                <a:stCxn id="6154" idx="5"/>
                <a:endCxn id="615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59" name="Google Shape;6159;p111"/>
              <p:cNvCxnSpPr>
                <a:stCxn id="6154" idx="0"/>
                <a:endCxn id="615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0" name="Google Shape;6160;p111"/>
              <p:cNvCxnSpPr>
                <a:stCxn id="6154" idx="0"/>
                <a:endCxn id="614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1" name="Google Shape;6161;p111"/>
              <p:cNvCxnSpPr>
                <a:stCxn id="6152" idx="5"/>
                <a:endCxn id="614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2" name="Google Shape;6162;p111"/>
              <p:cNvCxnSpPr>
                <a:stCxn id="6152" idx="6"/>
                <a:endCxn id="615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3" name="Google Shape;6163;p111"/>
              <p:cNvCxnSpPr>
                <a:stCxn id="6147" idx="1"/>
                <a:endCxn id="615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4" name="Google Shape;6164;p111"/>
              <p:cNvCxnSpPr>
                <a:stCxn id="6155" idx="0"/>
                <a:endCxn id="614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5" name="Google Shape;6165;p111"/>
              <p:cNvCxnSpPr>
                <a:stCxn id="6155" idx="0"/>
                <a:endCxn id="614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46" name="Google Shape;6146;p111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166" name="Google Shape;6166;p111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6167" name="Google Shape;6167;p111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68" name="Google Shape;6168;p111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69" name="Google Shape;6169;p111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70" name="Google Shape;6170;p111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71" name="Google Shape;6171;p111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72" name="Google Shape;6172;p111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73" name="Google Shape;6173;p111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74" name="Google Shape;6174;p111"/>
              <p:cNvCxnSpPr>
                <a:stCxn id="6173" idx="7"/>
                <a:endCxn id="616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5" name="Google Shape;6175;p111"/>
              <p:cNvCxnSpPr>
                <a:stCxn id="6168" idx="0"/>
                <a:endCxn id="617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6" name="Google Shape;6176;p111"/>
              <p:cNvCxnSpPr>
                <a:stCxn id="6173" idx="0"/>
                <a:endCxn id="617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7" name="Google Shape;6177;p111"/>
              <p:cNvCxnSpPr>
                <a:stCxn id="6169" idx="4"/>
                <a:endCxn id="617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8" name="Google Shape;6178;p111"/>
              <p:cNvCxnSpPr>
                <a:stCxn id="6171" idx="2"/>
                <a:endCxn id="616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9" name="Google Shape;6179;p111"/>
              <p:cNvCxnSpPr>
                <a:stCxn id="6170" idx="2"/>
                <a:endCxn id="616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0" name="Google Shape;6180;p111"/>
              <p:cNvCxnSpPr>
                <a:stCxn id="6167" idx="1"/>
                <a:endCxn id="617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1" name="Google Shape;6181;p111"/>
              <p:cNvCxnSpPr>
                <a:stCxn id="6167" idx="2"/>
                <a:endCxn id="617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2" name="Google Shape;6182;p111"/>
              <p:cNvCxnSpPr>
                <a:stCxn id="6170" idx="3"/>
                <a:endCxn id="617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3" name="Google Shape;6183;p111"/>
              <p:cNvCxnSpPr>
                <a:stCxn id="6171" idx="3"/>
                <a:endCxn id="616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84" name="Google Shape;6184;p111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85" name="Google Shape;6185;p111"/>
              <p:cNvCxnSpPr>
                <a:endCxn id="618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6" name="Google Shape;6186;p111"/>
              <p:cNvCxnSpPr>
                <a:stCxn id="6172" idx="3"/>
                <a:endCxn id="618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87" name="Google Shape;6187;p111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88" name="Google Shape;6188;p111"/>
              <p:cNvCxnSpPr>
                <a:stCxn id="6172" idx="1"/>
                <a:endCxn id="618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9" name="Google Shape;6189;p111"/>
              <p:cNvCxnSpPr>
                <a:stCxn id="6184" idx="0"/>
                <a:endCxn id="618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0" name="Google Shape;6190;p111"/>
              <p:cNvCxnSpPr>
                <a:stCxn id="6169" idx="2"/>
                <a:endCxn id="618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1" name="Google Shape;6191;p111"/>
              <p:cNvCxnSpPr>
                <a:stCxn id="6170" idx="2"/>
                <a:endCxn id="618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2" name="Google Shape;6192;p111"/>
              <p:cNvCxnSpPr>
                <a:stCxn id="6167" idx="2"/>
                <a:endCxn id="616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193" name="Google Shape;6193;p111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6194" name="Google Shape;6194;p111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6195" name="Google Shape;6195;p111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96" name="Google Shape;6196;p11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97" name="Google Shape;6197;p111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198" name="Google Shape;6198;p11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199" name="Google Shape;6199;p111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6200" name="Google Shape;6200;p11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01" name="Google Shape;6201;p11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02" name="Google Shape;6202;p11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03" name="Shape 6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4" name="Google Shape;6204;p112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05" name="Google Shape;6205;p112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206" name="Google Shape;6206;p112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6207" name="Google Shape;6207;p112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6208" name="Google Shape;6208;p112"/>
            <p:cNvCxnSpPr>
              <a:stCxn id="6209" idx="7"/>
              <a:endCxn id="621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10" name="Google Shape;6210;p112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11" name="Google Shape;6211;p112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12" name="Google Shape;6212;p112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13" name="Google Shape;6213;p112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14" name="Google Shape;6214;p112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15" name="Google Shape;6215;p112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216" name="Google Shape;6216;p112"/>
            <p:cNvCxnSpPr>
              <a:stCxn id="6215" idx="4"/>
              <a:endCxn id="621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7" name="Google Shape;6217;p112"/>
            <p:cNvCxnSpPr>
              <a:stCxn id="6214" idx="4"/>
              <a:endCxn id="621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8" name="Google Shape;6218;p112"/>
            <p:cNvCxnSpPr>
              <a:stCxn id="6214" idx="5"/>
              <a:endCxn id="621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9" name="Google Shape;6219;p112"/>
            <p:cNvCxnSpPr>
              <a:stCxn id="6214" idx="0"/>
              <a:endCxn id="621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0" name="Google Shape;6220;p112"/>
            <p:cNvCxnSpPr>
              <a:stCxn id="6214" idx="7"/>
              <a:endCxn id="620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1" name="Google Shape;6221;p112"/>
            <p:cNvCxnSpPr>
              <a:stCxn id="6211" idx="5"/>
              <a:endCxn id="620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2" name="Google Shape;6222;p112"/>
            <p:cNvCxnSpPr>
              <a:stCxn id="6211" idx="6"/>
              <a:endCxn id="621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3" name="Google Shape;6223;p112"/>
            <p:cNvCxnSpPr>
              <a:stCxn id="6213" idx="2"/>
              <a:endCxn id="621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4" name="Google Shape;6224;p112"/>
            <p:cNvCxnSpPr>
              <a:stCxn id="6215" idx="0"/>
              <a:endCxn id="620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5" name="Google Shape;6225;p112"/>
            <p:cNvCxnSpPr>
              <a:stCxn id="6215" idx="0"/>
              <a:endCxn id="621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09" name="Google Shape;6209;p112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226" name="Google Shape;6226;p112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6227" name="Google Shape;6227;p112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28" name="Google Shape;6228;p112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29" name="Google Shape;6229;p112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30" name="Google Shape;6230;p112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31" name="Shape 6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2" name="Google Shape;6232;p113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6233" name="Google Shape;6233;p113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6234" name="Google Shape;6234;p113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6235" name="Google Shape;6235;p113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36" name="Google Shape;6236;p113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37" name="Google Shape;6237;p113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38" name="Google Shape;6238;p113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39" name="Google Shape;6239;p113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40" name="Google Shape;6240;p113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41" name="Google Shape;6241;p113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42" name="Google Shape;6242;p113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43" name="Google Shape;6243;p113"/>
              <p:cNvCxnSpPr>
                <a:stCxn id="6239" idx="5"/>
                <a:endCxn id="623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4" name="Google Shape;6244;p113"/>
              <p:cNvCxnSpPr>
                <a:stCxn id="6240" idx="4"/>
                <a:endCxn id="623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5" name="Google Shape;6245;p113"/>
              <p:cNvCxnSpPr>
                <a:stCxn id="6235" idx="6"/>
                <a:endCxn id="623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6" name="Google Shape;6246;p113"/>
              <p:cNvCxnSpPr>
                <a:stCxn id="6235" idx="0"/>
                <a:endCxn id="623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7" name="Google Shape;6247;p113"/>
              <p:cNvCxnSpPr>
                <a:stCxn id="6239" idx="7"/>
                <a:endCxn id="624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8" name="Google Shape;6248;p113"/>
              <p:cNvCxnSpPr>
                <a:stCxn id="6240" idx="6"/>
                <a:endCxn id="623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9" name="Google Shape;6249;p113"/>
              <p:cNvCxnSpPr>
                <a:stCxn id="6238" idx="7"/>
                <a:endCxn id="623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0" name="Google Shape;6250;p113"/>
              <p:cNvCxnSpPr>
                <a:stCxn id="6235" idx="5"/>
                <a:endCxn id="624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1" name="Google Shape;6251;p113"/>
              <p:cNvCxnSpPr>
                <a:stCxn id="6241" idx="7"/>
                <a:endCxn id="623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2" name="Google Shape;6252;p113"/>
              <p:cNvCxnSpPr>
                <a:stCxn id="6241" idx="6"/>
                <a:endCxn id="623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3" name="Google Shape;6253;p113"/>
              <p:cNvCxnSpPr>
                <a:stCxn id="6237" idx="1"/>
                <a:endCxn id="623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4" name="Google Shape;6254;p113"/>
              <p:cNvCxnSpPr>
                <a:stCxn id="6242" idx="1"/>
                <a:endCxn id="623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5" name="Google Shape;6255;p113"/>
              <p:cNvCxnSpPr>
                <a:stCxn id="6239" idx="6"/>
                <a:endCxn id="624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6" name="Google Shape;6256;p113"/>
              <p:cNvCxnSpPr>
                <a:stCxn id="6236" idx="4"/>
                <a:endCxn id="623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7" name="Google Shape;6257;p113"/>
              <p:cNvCxnSpPr>
                <a:stCxn id="6235" idx="5"/>
                <a:endCxn id="623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58" name="Google Shape;6258;p113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59" name="Google Shape;6259;p113"/>
              <p:cNvCxnSpPr>
                <a:stCxn id="6242" idx="2"/>
                <a:endCxn id="625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0" name="Google Shape;6260;p113"/>
              <p:cNvCxnSpPr>
                <a:stCxn id="6258" idx="2"/>
                <a:endCxn id="623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1" name="Google Shape;6261;p113"/>
              <p:cNvCxnSpPr>
                <a:stCxn id="6258" idx="0"/>
                <a:endCxn id="623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2" name="Google Shape;6262;p113"/>
              <p:cNvCxnSpPr>
                <a:stCxn id="6258" idx="1"/>
                <a:endCxn id="623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63" name="Google Shape;6263;p113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64" name="Google Shape;6264;p113"/>
              <p:cNvCxnSpPr>
                <a:stCxn id="6237" idx="3"/>
                <a:endCxn id="626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5" name="Google Shape;6265;p113"/>
              <p:cNvCxnSpPr>
                <a:stCxn id="6263" idx="1"/>
                <a:endCxn id="624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266" name="Google Shape;6266;p113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6267" name="Google Shape;6267;p113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68" name="Google Shape;6268;p113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69" name="Google Shape;6269;p113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70" name="Google Shape;6270;p113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71" name="Google Shape;6271;p113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72" name="Google Shape;6272;p113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73" name="Google Shape;6273;p113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274" name="Google Shape;6274;p113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75" name="Google Shape;6275;p113"/>
              <p:cNvCxnSpPr>
                <a:stCxn id="6271" idx="5"/>
                <a:endCxn id="627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6" name="Google Shape;6276;p113"/>
              <p:cNvCxnSpPr>
                <a:stCxn id="6272" idx="4"/>
                <a:endCxn id="627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7" name="Google Shape;6277;p113"/>
              <p:cNvCxnSpPr>
                <a:stCxn id="6267" idx="6"/>
                <a:endCxn id="627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8" name="Google Shape;6278;p113"/>
              <p:cNvCxnSpPr>
                <a:stCxn id="6271" idx="7"/>
                <a:endCxn id="627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9" name="Google Shape;6279;p113"/>
              <p:cNvCxnSpPr>
                <a:stCxn id="6272" idx="6"/>
                <a:endCxn id="626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0" name="Google Shape;6280;p113"/>
              <p:cNvCxnSpPr>
                <a:stCxn id="6270" idx="7"/>
                <a:endCxn id="626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1" name="Google Shape;6281;p113"/>
              <p:cNvCxnSpPr>
                <a:stCxn id="6267" idx="6"/>
                <a:endCxn id="627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2" name="Google Shape;6282;p113"/>
              <p:cNvCxnSpPr>
                <a:stCxn id="6273" idx="7"/>
                <a:endCxn id="627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3" name="Google Shape;6283;p113"/>
              <p:cNvCxnSpPr>
                <a:stCxn id="6273" idx="5"/>
                <a:endCxn id="626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4" name="Google Shape;6284;p113"/>
              <p:cNvCxnSpPr>
                <a:stCxn id="6269" idx="0"/>
                <a:endCxn id="627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5" name="Google Shape;6285;p113"/>
              <p:cNvCxnSpPr>
                <a:stCxn id="6269" idx="7"/>
                <a:endCxn id="627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6" name="Google Shape;6286;p113"/>
              <p:cNvCxnSpPr>
                <a:stCxn id="6270" idx="6"/>
                <a:endCxn id="627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7" name="Google Shape;6287;p113"/>
              <p:cNvCxnSpPr>
                <a:stCxn id="6274" idx="0"/>
                <a:endCxn id="626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8" name="Google Shape;6288;p113"/>
              <p:cNvCxnSpPr>
                <a:stCxn id="6272" idx="5"/>
                <a:endCxn id="627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9" name="Google Shape;6289;p113"/>
              <p:cNvCxnSpPr>
                <a:stCxn id="6271" idx="6"/>
                <a:endCxn id="627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0" name="Google Shape;6290;p113"/>
              <p:cNvCxnSpPr>
                <a:stCxn id="6271" idx="4"/>
                <a:endCxn id="626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1" name="Google Shape;6291;p113"/>
              <p:cNvCxnSpPr>
                <a:stCxn id="6268" idx="4"/>
                <a:endCxn id="626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2" name="Google Shape;6292;p113"/>
              <p:cNvCxnSpPr>
                <a:stCxn id="6267" idx="6"/>
                <a:endCxn id="626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93" name="Google Shape;6293;p113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94" name="Google Shape;6294;p113"/>
              <p:cNvCxnSpPr>
                <a:stCxn id="6274" idx="4"/>
                <a:endCxn id="629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5" name="Google Shape;6295;p113"/>
              <p:cNvCxnSpPr>
                <a:stCxn id="6293" idx="2"/>
                <a:endCxn id="626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6" name="Google Shape;6296;p113"/>
              <p:cNvCxnSpPr>
                <a:stCxn id="6293" idx="0"/>
                <a:endCxn id="626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7" name="Google Shape;6297;p113"/>
              <p:cNvCxnSpPr>
                <a:stCxn id="6293" idx="1"/>
                <a:endCxn id="627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98" name="Google Shape;6298;p113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99" name="Google Shape;6299;p113"/>
              <p:cNvCxnSpPr>
                <a:stCxn id="6293" idx="2"/>
                <a:endCxn id="629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0" name="Google Shape;6300;p113"/>
              <p:cNvCxnSpPr>
                <a:stCxn id="6298" idx="1"/>
                <a:endCxn id="627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01" name="Shape 6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2" name="Google Shape;6302;p1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03" name="Google Shape;6303;p114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4" name="Google Shape;6304;p114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305" name="Google Shape;6305;p11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6306" name="Google Shape;6306;p11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6307" name="Google Shape;6307;p11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08" name="Google Shape;6308;p11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09" name="Google Shape;6309;p11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10" name="Google Shape;6310;p11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6311" name="Google Shape;6311;p11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2" name="Google Shape;6312;p11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3" name="Google Shape;6313;p11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4" name="Google Shape;6314;p11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315" name="Google Shape;6315;p114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6316" name="Google Shape;6316;p11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6317" name="Google Shape;6317;p11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8" name="Google Shape;6318;p11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9" name="Google Shape;6319;p11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0" name="Google Shape;6320;p11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1" name="Google Shape;6321;p11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2" name="Google Shape;6322;p11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3" name="Google Shape;6323;p11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4" name="Google Shape;6324;p11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25" name="Google Shape;6325;p114"/>
              <p:cNvCxnSpPr>
                <a:stCxn id="6321" idx="5"/>
                <a:endCxn id="632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26" name="Google Shape;6326;p114"/>
              <p:cNvCxnSpPr>
                <a:stCxn id="6322" idx="4"/>
                <a:endCxn id="632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27" name="Google Shape;6327;p114"/>
              <p:cNvCxnSpPr>
                <a:stCxn id="6317" idx="0"/>
                <a:endCxn id="632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28" name="Google Shape;6328;p114"/>
              <p:cNvCxnSpPr>
                <a:stCxn id="6321" idx="6"/>
                <a:endCxn id="632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29" name="Google Shape;6329;p114"/>
              <p:cNvCxnSpPr>
                <a:stCxn id="6322" idx="6"/>
                <a:endCxn id="631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0" name="Google Shape;6330;p114"/>
              <p:cNvCxnSpPr>
                <a:stCxn id="6320" idx="6"/>
                <a:endCxn id="631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1" name="Google Shape;6331;p114"/>
              <p:cNvCxnSpPr>
                <a:stCxn id="6317" idx="6"/>
                <a:endCxn id="632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2" name="Google Shape;6332;p114"/>
              <p:cNvCxnSpPr>
                <a:stCxn id="6317" idx="7"/>
                <a:endCxn id="632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3" name="Google Shape;6333;p114"/>
              <p:cNvCxnSpPr>
                <a:stCxn id="6323" idx="7"/>
                <a:endCxn id="631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4" name="Google Shape;6334;p114"/>
              <p:cNvCxnSpPr>
                <a:stCxn id="6319" idx="0"/>
                <a:endCxn id="632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5" name="Google Shape;6335;p114"/>
              <p:cNvCxnSpPr>
                <a:stCxn id="6324" idx="2"/>
                <a:endCxn id="631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6" name="Google Shape;6336;p114"/>
              <p:cNvCxnSpPr>
                <a:stCxn id="6322" idx="7"/>
                <a:endCxn id="632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37" name="Google Shape;6337;p11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38" name="Google Shape;6338;p114"/>
              <p:cNvCxnSpPr>
                <a:stCxn id="6324" idx="3"/>
                <a:endCxn id="633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9" name="Google Shape;6339;p114"/>
              <p:cNvCxnSpPr>
                <a:stCxn id="6337" idx="2"/>
                <a:endCxn id="631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40" name="Google Shape;6340;p114"/>
              <p:cNvCxnSpPr>
                <a:stCxn id="6337" idx="0"/>
                <a:endCxn id="631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41" name="Google Shape;6341;p114"/>
              <p:cNvCxnSpPr>
                <a:stCxn id="6337" idx="1"/>
                <a:endCxn id="632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42" name="Google Shape;6342;p11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43" name="Google Shape;6343;p114"/>
              <p:cNvCxnSpPr>
                <a:stCxn id="6319" idx="2"/>
                <a:endCxn id="634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44" name="Google Shape;6344;p114"/>
              <p:cNvCxnSpPr>
                <a:stCxn id="6342" idx="3"/>
                <a:endCxn id="631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45" name="Google Shape;6345;p114"/>
              <p:cNvCxnSpPr>
                <a:stCxn id="6320" idx="4"/>
                <a:endCxn id="634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46" name="Google Shape;6346;p11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47" name="Google Shape;6347;p114"/>
              <p:cNvCxnSpPr>
                <a:stCxn id="6320" idx="0"/>
                <a:endCxn id="634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48" name="Google Shape;6348;p114"/>
              <p:cNvCxnSpPr>
                <a:stCxn id="6321" idx="7"/>
                <a:endCxn id="634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49" name="Google Shape;6349;p114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6350" name="Google Shape;6350;p11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1" name="Google Shape;6351;p11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2" name="Google Shape;6352;p11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3" name="Google Shape;6353;p11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4" name="Google Shape;6354;p11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5" name="Google Shape;6355;p11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6" name="Google Shape;6356;p11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7" name="Google Shape;6357;p11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58" name="Google Shape;6358;p114"/>
              <p:cNvCxnSpPr>
                <a:stCxn id="6355" idx="4"/>
                <a:endCxn id="635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59" name="Google Shape;6359;p114"/>
              <p:cNvCxnSpPr>
                <a:stCxn id="6350" idx="7"/>
                <a:endCxn id="635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0" name="Google Shape;6360;p114"/>
              <p:cNvCxnSpPr>
                <a:stCxn id="6354" idx="7"/>
                <a:endCxn id="635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1" name="Google Shape;6361;p114"/>
              <p:cNvCxnSpPr>
                <a:stCxn id="6355" idx="6"/>
                <a:endCxn id="635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2" name="Google Shape;6362;p114"/>
              <p:cNvCxnSpPr>
                <a:stCxn id="6353" idx="7"/>
                <a:endCxn id="635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3" name="Google Shape;6363;p114"/>
              <p:cNvCxnSpPr>
                <a:stCxn id="6350" idx="6"/>
                <a:endCxn id="635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4" name="Google Shape;6364;p114"/>
              <p:cNvCxnSpPr>
                <a:stCxn id="6356" idx="0"/>
                <a:endCxn id="635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5" name="Google Shape;6365;p114"/>
              <p:cNvCxnSpPr>
                <a:stCxn id="6356" idx="5"/>
                <a:endCxn id="635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6" name="Google Shape;6366;p114"/>
              <p:cNvCxnSpPr>
                <a:stCxn id="6352" idx="0"/>
                <a:endCxn id="635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7" name="Google Shape;6367;p114"/>
              <p:cNvCxnSpPr>
                <a:stCxn id="6352" idx="7"/>
                <a:endCxn id="635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8" name="Google Shape;6368;p114"/>
              <p:cNvCxnSpPr>
                <a:stCxn id="6353" idx="6"/>
                <a:endCxn id="635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9" name="Google Shape;6369;p114"/>
              <p:cNvCxnSpPr>
                <a:stCxn id="6357" idx="0"/>
                <a:endCxn id="635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0" name="Google Shape;6370;p114"/>
              <p:cNvCxnSpPr>
                <a:stCxn id="6355" idx="5"/>
                <a:endCxn id="635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1" name="Google Shape;6371;p114"/>
              <p:cNvCxnSpPr>
                <a:stCxn id="6354" idx="6"/>
                <a:endCxn id="635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2" name="Google Shape;6372;p114"/>
              <p:cNvCxnSpPr>
                <a:stCxn id="6354" idx="5"/>
                <a:endCxn id="635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3" name="Google Shape;6373;p114"/>
              <p:cNvCxnSpPr>
                <a:stCxn id="6351" idx="4"/>
                <a:endCxn id="635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74" name="Google Shape;6374;p11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75" name="Google Shape;6375;p114"/>
              <p:cNvCxnSpPr>
                <a:stCxn id="6357" idx="4"/>
                <a:endCxn id="637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6" name="Google Shape;6376;p114"/>
              <p:cNvCxnSpPr>
                <a:stCxn id="6374" idx="1"/>
                <a:endCxn id="635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77" name="Google Shape;6377;p11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78" name="Google Shape;6378;p114"/>
              <p:cNvCxnSpPr>
                <a:stCxn id="6374" idx="2"/>
                <a:endCxn id="637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9" name="Google Shape;6379;p114"/>
              <p:cNvCxnSpPr>
                <a:stCxn id="6377" idx="1"/>
                <a:endCxn id="635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0" name="Google Shape;6380;p114"/>
              <p:cNvCxnSpPr>
                <a:stCxn id="6377" idx="7"/>
                <a:endCxn id="635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81" name="Shape 6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2" name="Google Shape;6382;p115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83" name="Google Shape;6383;p115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84" name="Shape 6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5" name="Google Shape;6385;p116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86" name="Google Shape;6386;p116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387" name="Google Shape;6387;p116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6388" name="Google Shape;6388;p116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6389" name="Google Shape;6389;p116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0" name="Google Shape;6390;p116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1" name="Google Shape;6391;p116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2" name="Google Shape;6392;p116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3" name="Google Shape;6393;p116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4" name="Google Shape;6394;p116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5" name="Google Shape;6395;p116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6" name="Google Shape;6396;p116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397" name="Google Shape;6397;p116"/>
              <p:cNvCxnSpPr>
                <a:stCxn id="6393" idx="5"/>
                <a:endCxn id="639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8" name="Google Shape;6398;p116"/>
              <p:cNvCxnSpPr>
                <a:stCxn id="6394" idx="4"/>
                <a:endCxn id="639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9" name="Google Shape;6399;p116"/>
              <p:cNvCxnSpPr>
                <a:stCxn id="6389" idx="6"/>
                <a:endCxn id="639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0" name="Google Shape;6400;p116"/>
              <p:cNvCxnSpPr>
                <a:stCxn id="6393" idx="7"/>
                <a:endCxn id="639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1" name="Google Shape;6401;p116"/>
              <p:cNvCxnSpPr>
                <a:stCxn id="6394" idx="6"/>
                <a:endCxn id="639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2" name="Google Shape;6402;p116"/>
              <p:cNvCxnSpPr>
                <a:stCxn id="6392" idx="7"/>
                <a:endCxn id="639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3" name="Google Shape;6403;p116"/>
              <p:cNvCxnSpPr>
                <a:stCxn id="6389" idx="6"/>
                <a:endCxn id="639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4" name="Google Shape;6404;p116"/>
              <p:cNvCxnSpPr>
                <a:stCxn id="6395" idx="6"/>
                <a:endCxn id="639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5" name="Google Shape;6405;p116"/>
              <p:cNvCxnSpPr>
                <a:stCxn id="6395" idx="6"/>
                <a:endCxn id="639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6" name="Google Shape;6406;p116"/>
              <p:cNvCxnSpPr>
                <a:stCxn id="6391" idx="7"/>
                <a:endCxn id="639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7" name="Google Shape;6407;p116"/>
              <p:cNvCxnSpPr>
                <a:stCxn id="6392" idx="6"/>
                <a:endCxn id="639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8" name="Google Shape;6408;p116"/>
              <p:cNvCxnSpPr>
                <a:stCxn id="6396" idx="0"/>
                <a:endCxn id="639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9" name="Google Shape;6409;p116"/>
              <p:cNvCxnSpPr>
                <a:stCxn id="6394" idx="5"/>
                <a:endCxn id="639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0" name="Google Shape;6410;p116"/>
              <p:cNvCxnSpPr>
                <a:stCxn id="6393" idx="6"/>
                <a:endCxn id="639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1" name="Google Shape;6411;p116"/>
              <p:cNvCxnSpPr>
                <a:stCxn id="6393" idx="4"/>
                <a:endCxn id="639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12" name="Google Shape;6412;p116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13" name="Google Shape;6413;p116"/>
              <p:cNvCxnSpPr>
                <a:stCxn id="6396" idx="4"/>
                <a:endCxn id="641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4" name="Google Shape;6414;p116"/>
              <p:cNvCxnSpPr>
                <a:stCxn id="6412" idx="1"/>
                <a:endCxn id="639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5" name="Google Shape;6415;p116"/>
              <p:cNvCxnSpPr>
                <a:stCxn id="6412" idx="1"/>
                <a:endCxn id="639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16" name="Google Shape;6416;p116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17" name="Google Shape;6417;p116"/>
              <p:cNvCxnSpPr>
                <a:stCxn id="6394" idx="0"/>
                <a:endCxn id="641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8" name="Google Shape;6418;p116"/>
              <p:cNvCxnSpPr>
                <a:stCxn id="6390" idx="0"/>
                <a:endCxn id="641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419" name="Google Shape;6419;p116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6420" name="Google Shape;6420;p116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1" name="Google Shape;6421;p116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2" name="Google Shape;6422;p116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3" name="Google Shape;6423;p116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4" name="Google Shape;6424;p116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5" name="Google Shape;6425;p116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6" name="Google Shape;6426;p116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27" name="Google Shape;6427;p116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28" name="Google Shape;6428;p116"/>
              <p:cNvCxnSpPr>
                <a:stCxn id="6424" idx="5"/>
                <a:endCxn id="642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9" name="Google Shape;6429;p116"/>
              <p:cNvCxnSpPr>
                <a:stCxn id="6425" idx="4"/>
                <a:endCxn id="642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0" name="Google Shape;6430;p116"/>
              <p:cNvCxnSpPr>
                <a:stCxn id="6420" idx="6"/>
                <a:endCxn id="642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1" name="Google Shape;6431;p116"/>
              <p:cNvCxnSpPr>
                <a:stCxn id="6420" idx="0"/>
                <a:endCxn id="642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2" name="Google Shape;6432;p116"/>
              <p:cNvCxnSpPr>
                <a:stCxn id="6424" idx="7"/>
                <a:endCxn id="642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3" name="Google Shape;6433;p116"/>
              <p:cNvCxnSpPr>
                <a:stCxn id="6425" idx="6"/>
                <a:endCxn id="642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4" name="Google Shape;6434;p116"/>
              <p:cNvCxnSpPr>
                <a:stCxn id="6423" idx="7"/>
                <a:endCxn id="642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5" name="Google Shape;6435;p116"/>
              <p:cNvCxnSpPr>
                <a:stCxn id="6420" idx="5"/>
                <a:endCxn id="642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6" name="Google Shape;6436;p116"/>
              <p:cNvCxnSpPr>
                <a:stCxn id="6426" idx="7"/>
                <a:endCxn id="642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7" name="Google Shape;6437;p116"/>
              <p:cNvCxnSpPr>
                <a:stCxn id="6426" idx="7"/>
                <a:endCxn id="642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8" name="Google Shape;6438;p116"/>
              <p:cNvCxnSpPr>
                <a:stCxn id="6422" idx="0"/>
                <a:endCxn id="642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9" name="Google Shape;6439;p116"/>
              <p:cNvCxnSpPr>
                <a:stCxn id="6427" idx="1"/>
                <a:endCxn id="642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0" name="Google Shape;6440;p116"/>
              <p:cNvCxnSpPr>
                <a:stCxn id="6424" idx="6"/>
                <a:endCxn id="642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1" name="Google Shape;6441;p116"/>
              <p:cNvCxnSpPr>
                <a:stCxn id="6421" idx="4"/>
                <a:endCxn id="642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42" name="Google Shape;6442;p116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43" name="Google Shape;6443;p116"/>
              <p:cNvCxnSpPr>
                <a:stCxn id="6427" idx="2"/>
                <a:endCxn id="644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4" name="Google Shape;6444;p116"/>
              <p:cNvCxnSpPr>
                <a:stCxn id="6442" idx="2"/>
                <a:endCxn id="642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5" name="Google Shape;6445;p116"/>
              <p:cNvCxnSpPr>
                <a:stCxn id="6442" idx="0"/>
                <a:endCxn id="642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6" name="Google Shape;6446;p116"/>
              <p:cNvCxnSpPr>
                <a:stCxn id="6442" idx="1"/>
                <a:endCxn id="642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47" name="Google Shape;6447;p116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48" name="Google Shape;6448;p116"/>
              <p:cNvCxnSpPr>
                <a:stCxn id="6422" idx="3"/>
                <a:endCxn id="644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9" name="Google Shape;6449;p116"/>
              <p:cNvCxnSpPr>
                <a:stCxn id="6447" idx="0"/>
                <a:endCxn id="642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50" name="Google Shape;6450;p116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51" name="Google Shape;6451;p116"/>
              <p:cNvCxnSpPr>
                <a:stCxn id="6420" idx="6"/>
                <a:endCxn id="645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2" name="Google Shape;6452;p116"/>
              <p:cNvCxnSpPr>
                <a:stCxn id="6426" idx="0"/>
                <a:endCxn id="645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3" name="Google Shape;6453;p116"/>
              <p:cNvCxnSpPr>
                <a:stCxn id="6450" idx="6"/>
                <a:endCxn id="642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54" name="Google Shape;6454;p116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55" name="Google Shape;6455;p116"/>
              <p:cNvCxnSpPr>
                <a:stCxn id="6447" idx="5"/>
                <a:endCxn id="645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6" name="Google Shape;6456;p116"/>
              <p:cNvCxnSpPr>
                <a:stCxn id="6454" idx="7"/>
                <a:endCxn id="642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57" name="Google Shape;6457;p116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58" name="Google Shape;6458;p116"/>
              <p:cNvCxnSpPr>
                <a:stCxn id="6447" idx="0"/>
                <a:endCxn id="645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9" name="Google Shape;6459;p116"/>
              <p:cNvCxnSpPr>
                <a:stCxn id="6457" idx="1"/>
                <a:endCxn id="642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0" name="Google Shape;6460;p116"/>
              <p:cNvCxnSpPr>
                <a:stCxn id="6457" idx="6"/>
                <a:endCxn id="642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461" name="Shape 6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462" name="Shape 6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3" name="Google Shape;6463;p1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64" name="Google Shape;6464;p118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465" name="Google Shape;6465;p118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466" name="Google Shape;6466;p1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7" name="Google Shape;6467;p1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8" name="Google Shape;6468;p1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469" name="Google Shape;6469;p118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470" name="Google Shape;6470;p118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1" name="Google Shape;6471;p1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2" name="Google Shape;6472;p1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3" name="Google Shape;6473;p1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474" name="Google Shape;6474;p118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6475" name="Google Shape;6475;p118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476" name="Google Shape;6476;p118"/>
              <p:cNvCxnSpPr>
                <a:stCxn id="6477" idx="6"/>
                <a:endCxn id="647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78" name="Google Shape;6478;p118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9" name="Google Shape;6479;p118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0" name="Google Shape;6480;p118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1" name="Google Shape;6481;p118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2" name="Google Shape;6482;p118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83" name="Google Shape;6483;p118"/>
              <p:cNvCxnSpPr>
                <a:stCxn id="6482" idx="4"/>
                <a:endCxn id="648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4" name="Google Shape;6484;p118"/>
              <p:cNvCxnSpPr>
                <a:stCxn id="6481" idx="4"/>
                <a:endCxn id="648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5" name="Google Shape;6485;p118"/>
              <p:cNvCxnSpPr>
                <a:stCxn id="6481" idx="5"/>
                <a:endCxn id="648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6" name="Google Shape;6486;p118"/>
              <p:cNvCxnSpPr>
                <a:stCxn id="6481" idx="0"/>
                <a:endCxn id="647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7" name="Google Shape;6487;p118"/>
              <p:cNvCxnSpPr>
                <a:stCxn id="6481" idx="7"/>
                <a:endCxn id="647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8" name="Google Shape;6488;p118"/>
              <p:cNvCxnSpPr>
                <a:stCxn id="6479" idx="5"/>
                <a:endCxn id="647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9" name="Google Shape;6489;p118"/>
              <p:cNvCxnSpPr>
                <a:stCxn id="6479" idx="6"/>
                <a:endCxn id="647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0" name="Google Shape;6490;p118"/>
              <p:cNvCxnSpPr>
                <a:stCxn id="6491" idx="1"/>
                <a:endCxn id="647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2" name="Google Shape;6492;p118"/>
              <p:cNvCxnSpPr>
                <a:stCxn id="6482" idx="0"/>
                <a:endCxn id="647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3" name="Google Shape;6493;p118"/>
              <p:cNvCxnSpPr>
                <a:stCxn id="6482" idx="0"/>
                <a:endCxn id="649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94" name="Google Shape;6494;p118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95" name="Google Shape;6495;p118"/>
              <p:cNvCxnSpPr>
                <a:stCxn id="6479" idx="5"/>
                <a:endCxn id="649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6" name="Google Shape;6496;p118"/>
              <p:cNvCxnSpPr>
                <a:stCxn id="6491" idx="7"/>
                <a:endCxn id="649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7" name="Google Shape;6497;p118"/>
              <p:cNvCxnSpPr>
                <a:stCxn id="6494" idx="6"/>
                <a:endCxn id="647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98" name="Google Shape;6498;p118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99" name="Google Shape;6499;p118"/>
              <p:cNvCxnSpPr>
                <a:stCxn id="6498" idx="0"/>
                <a:endCxn id="647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0" name="Google Shape;6500;p118"/>
              <p:cNvCxnSpPr>
                <a:stCxn id="6498" idx="6"/>
                <a:endCxn id="647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1" name="Google Shape;6501;p118"/>
              <p:cNvCxnSpPr>
                <a:stCxn id="6498" idx="5"/>
                <a:endCxn id="648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2" name="Google Shape;6502;p118"/>
              <p:cNvCxnSpPr>
                <a:stCxn id="6498" idx="5"/>
                <a:endCxn id="648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91" name="Google Shape;6491;p118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7" name="Google Shape;6477;p118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503" name="Google Shape;6503;p118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6504" name="Google Shape;6504;p118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05" name="Google Shape;6505;p118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06" name="Google Shape;6506;p118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07" name="Google Shape;6507;p118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08" name="Google Shape;6508;p118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09" name="Google Shape;6509;p118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10" name="Google Shape;6510;p118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11" name="Google Shape;6511;p118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12" name="Google Shape;6512;p118"/>
              <p:cNvCxnSpPr>
                <a:stCxn id="6508" idx="5"/>
                <a:endCxn id="650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3" name="Google Shape;6513;p118"/>
              <p:cNvCxnSpPr>
                <a:stCxn id="6509" idx="4"/>
                <a:endCxn id="650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4" name="Google Shape;6514;p118"/>
              <p:cNvCxnSpPr>
                <a:stCxn id="6504" idx="0"/>
                <a:endCxn id="650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5" name="Google Shape;6515;p118"/>
              <p:cNvCxnSpPr>
                <a:stCxn id="6508" idx="7"/>
                <a:endCxn id="650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6" name="Google Shape;6516;p118"/>
              <p:cNvCxnSpPr>
                <a:stCxn id="6509" idx="6"/>
                <a:endCxn id="650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7" name="Google Shape;6517;p118"/>
              <p:cNvCxnSpPr>
                <a:stCxn id="6507" idx="5"/>
                <a:endCxn id="650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8" name="Google Shape;6518;p118"/>
              <p:cNvCxnSpPr>
                <a:stCxn id="6504" idx="6"/>
                <a:endCxn id="651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9" name="Google Shape;6519;p118"/>
              <p:cNvCxnSpPr>
                <a:stCxn id="6504" idx="7"/>
                <a:endCxn id="650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0" name="Google Shape;6520;p118"/>
              <p:cNvCxnSpPr>
                <a:stCxn id="6510" idx="7"/>
                <a:endCxn id="650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1" name="Google Shape;6521;p118"/>
              <p:cNvCxnSpPr>
                <a:stCxn id="6506" idx="0"/>
                <a:endCxn id="650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2" name="Google Shape;6522;p118"/>
              <p:cNvCxnSpPr>
                <a:stCxn id="6511" idx="2"/>
                <a:endCxn id="650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3" name="Google Shape;6523;p118"/>
              <p:cNvCxnSpPr>
                <a:stCxn id="6508" idx="6"/>
                <a:endCxn id="651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24" name="Google Shape;6524;p118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25" name="Google Shape;6525;p118"/>
              <p:cNvCxnSpPr>
                <a:stCxn id="6511" idx="3"/>
                <a:endCxn id="652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6" name="Google Shape;6526;p118"/>
              <p:cNvCxnSpPr>
                <a:stCxn id="6524" idx="2"/>
                <a:endCxn id="650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7" name="Google Shape;6527;p118"/>
              <p:cNvCxnSpPr>
                <a:stCxn id="6524" idx="0"/>
                <a:endCxn id="650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8" name="Google Shape;6528;p118"/>
              <p:cNvCxnSpPr>
                <a:stCxn id="6524" idx="1"/>
                <a:endCxn id="650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29" name="Google Shape;6529;p118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30" name="Google Shape;6530;p118"/>
              <p:cNvCxnSpPr>
                <a:stCxn id="6506" idx="2"/>
                <a:endCxn id="652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1" name="Google Shape;6531;p118"/>
              <p:cNvCxnSpPr>
                <a:stCxn id="6529" idx="3"/>
                <a:endCxn id="650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2" name="Google Shape;6532;p118"/>
              <p:cNvCxnSpPr>
                <a:stCxn id="6507" idx="4"/>
                <a:endCxn id="652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6533" name="Shape 6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4" name="Google Shape;6534;p1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535" name="Google Shape;6535;p11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6536" name="Google Shape;6536;p11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6537" name="Google Shape;6537;p1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38" name="Google Shape;6538;p1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39" name="Google Shape;6539;p1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540" name="Google Shape;6540;p11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6541" name="Google Shape;6541;p11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42" name="Google Shape;6542;p1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43" name="Google Shape;6543;p1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44" name="Google Shape;6544;p1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545" name="Google Shape;6545;p119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6546" name="Google Shape;6546;p11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6547" name="Google Shape;6547;p11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48" name="Google Shape;6548;p11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49" name="Google Shape;6549;p11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50" name="Google Shape;6550;p11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51" name="Google Shape;6551;p11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52" name="Google Shape;6552;p11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53" name="Google Shape;6553;p11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54" name="Google Shape;6554;p11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55" name="Google Shape;6555;p119"/>
              <p:cNvCxnSpPr>
                <a:stCxn id="6551" idx="5"/>
                <a:endCxn id="655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6" name="Google Shape;6556;p119"/>
              <p:cNvCxnSpPr>
                <a:stCxn id="6552" idx="4"/>
                <a:endCxn id="655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7" name="Google Shape;6557;p119"/>
              <p:cNvCxnSpPr>
                <a:stCxn id="6547" idx="0"/>
                <a:endCxn id="655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8" name="Google Shape;6558;p119"/>
              <p:cNvCxnSpPr>
                <a:stCxn id="6551" idx="6"/>
                <a:endCxn id="655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9" name="Google Shape;6559;p119"/>
              <p:cNvCxnSpPr>
                <a:stCxn id="6552" idx="6"/>
                <a:endCxn id="654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0" name="Google Shape;6560;p119"/>
              <p:cNvCxnSpPr>
                <a:stCxn id="6550" idx="6"/>
                <a:endCxn id="654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1" name="Google Shape;6561;p119"/>
              <p:cNvCxnSpPr>
                <a:stCxn id="6547" idx="6"/>
                <a:endCxn id="655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2" name="Google Shape;6562;p119"/>
              <p:cNvCxnSpPr>
                <a:stCxn id="6547" idx="7"/>
                <a:endCxn id="655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3" name="Google Shape;6563;p119"/>
              <p:cNvCxnSpPr>
                <a:stCxn id="6553" idx="7"/>
                <a:endCxn id="654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4" name="Google Shape;6564;p119"/>
              <p:cNvCxnSpPr>
                <a:stCxn id="6549" idx="0"/>
                <a:endCxn id="655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5" name="Google Shape;6565;p119"/>
              <p:cNvCxnSpPr>
                <a:stCxn id="6554" idx="2"/>
                <a:endCxn id="654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6" name="Google Shape;6566;p119"/>
              <p:cNvCxnSpPr>
                <a:stCxn id="6552" idx="7"/>
                <a:endCxn id="655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67" name="Google Shape;6567;p11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68" name="Google Shape;6568;p119"/>
              <p:cNvCxnSpPr>
                <a:stCxn id="6554" idx="3"/>
                <a:endCxn id="656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9" name="Google Shape;6569;p119"/>
              <p:cNvCxnSpPr>
                <a:stCxn id="6567" idx="2"/>
                <a:endCxn id="654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0" name="Google Shape;6570;p119"/>
              <p:cNvCxnSpPr>
                <a:stCxn id="6567" idx="0"/>
                <a:endCxn id="654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1" name="Google Shape;6571;p119"/>
              <p:cNvCxnSpPr>
                <a:stCxn id="6567" idx="1"/>
                <a:endCxn id="655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2" name="Google Shape;6572;p11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73" name="Google Shape;6573;p119"/>
              <p:cNvCxnSpPr>
                <a:stCxn id="6549" idx="2"/>
                <a:endCxn id="657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4" name="Google Shape;6574;p119"/>
              <p:cNvCxnSpPr>
                <a:stCxn id="6572" idx="3"/>
                <a:endCxn id="654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5" name="Google Shape;6575;p119"/>
              <p:cNvCxnSpPr>
                <a:stCxn id="6550" idx="4"/>
                <a:endCxn id="657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6" name="Google Shape;6576;p11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77" name="Google Shape;6577;p119"/>
              <p:cNvCxnSpPr>
                <a:stCxn id="6550" idx="0"/>
                <a:endCxn id="657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8" name="Google Shape;6578;p119"/>
              <p:cNvCxnSpPr>
                <a:stCxn id="6551" idx="7"/>
                <a:endCxn id="657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579" name="Google Shape;6579;p119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6580" name="Google Shape;6580;p11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1" name="Google Shape;6581;p11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2" name="Google Shape;6582;p11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3" name="Google Shape;6583;p11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4" name="Google Shape;6584;p11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5" name="Google Shape;6585;p11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6" name="Google Shape;6586;p11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7" name="Google Shape;6587;p11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88" name="Google Shape;6588;p119"/>
              <p:cNvCxnSpPr>
                <a:stCxn id="6585" idx="4"/>
                <a:endCxn id="658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9" name="Google Shape;6589;p119"/>
              <p:cNvCxnSpPr>
                <a:stCxn id="6580" idx="7"/>
                <a:endCxn id="658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0" name="Google Shape;6590;p119"/>
              <p:cNvCxnSpPr>
                <a:stCxn id="6584" idx="7"/>
                <a:endCxn id="658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1" name="Google Shape;6591;p119"/>
              <p:cNvCxnSpPr>
                <a:stCxn id="6585" idx="6"/>
                <a:endCxn id="658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2" name="Google Shape;6592;p119"/>
              <p:cNvCxnSpPr>
                <a:stCxn id="6583" idx="7"/>
                <a:endCxn id="658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3" name="Google Shape;6593;p119"/>
              <p:cNvCxnSpPr>
                <a:stCxn id="6580" idx="6"/>
                <a:endCxn id="658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4" name="Google Shape;6594;p119"/>
              <p:cNvCxnSpPr>
                <a:stCxn id="6586" idx="0"/>
                <a:endCxn id="658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5" name="Google Shape;6595;p119"/>
              <p:cNvCxnSpPr>
                <a:stCxn id="6586" idx="5"/>
                <a:endCxn id="658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6" name="Google Shape;6596;p119"/>
              <p:cNvCxnSpPr>
                <a:stCxn id="6582" idx="0"/>
                <a:endCxn id="658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7" name="Google Shape;6597;p119"/>
              <p:cNvCxnSpPr>
                <a:stCxn id="6582" idx="7"/>
                <a:endCxn id="658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8" name="Google Shape;6598;p119"/>
              <p:cNvCxnSpPr>
                <a:stCxn id="6583" idx="6"/>
                <a:endCxn id="658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9" name="Google Shape;6599;p119"/>
              <p:cNvCxnSpPr>
                <a:stCxn id="6587" idx="0"/>
                <a:endCxn id="658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0" name="Google Shape;6600;p119"/>
              <p:cNvCxnSpPr>
                <a:stCxn id="6585" idx="5"/>
                <a:endCxn id="658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1" name="Google Shape;6601;p119"/>
              <p:cNvCxnSpPr>
                <a:stCxn id="6584" idx="6"/>
                <a:endCxn id="658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2" name="Google Shape;6602;p119"/>
              <p:cNvCxnSpPr>
                <a:stCxn id="6584" idx="5"/>
                <a:endCxn id="658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3" name="Google Shape;6603;p119"/>
              <p:cNvCxnSpPr>
                <a:stCxn id="6581" idx="4"/>
                <a:endCxn id="658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04" name="Google Shape;6604;p11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05" name="Google Shape;6605;p119"/>
              <p:cNvCxnSpPr>
                <a:stCxn id="6587" idx="4"/>
                <a:endCxn id="660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6" name="Google Shape;6606;p119"/>
              <p:cNvCxnSpPr>
                <a:stCxn id="6604" idx="1"/>
                <a:endCxn id="658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07" name="Google Shape;6607;p11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08" name="Google Shape;6608;p119"/>
              <p:cNvCxnSpPr>
                <a:stCxn id="6604" idx="2"/>
                <a:endCxn id="660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9" name="Google Shape;6609;p119"/>
              <p:cNvCxnSpPr>
                <a:stCxn id="6607" idx="1"/>
                <a:endCxn id="658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10" name="Google Shape;6610;p119"/>
              <p:cNvCxnSpPr>
                <a:stCxn id="6607" idx="7"/>
                <a:endCxn id="658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6611" name="Shape 6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2" name="Google Shape;6612;p1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13" name="Google Shape;6613;p120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6614" name="Google Shape;6614;p120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6615" name="Google Shape;6615;p12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16" name="Google Shape;6616;p12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17" name="Google Shape;6617;p12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618" name="Google Shape;6618;p120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6619" name="Google Shape;6619;p12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0" name="Google Shape;6620;p120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1" name="Google Shape;6621;p120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2" name="Google Shape;6622;p120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623" name="Google Shape;6623;p120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6624" name="Google Shape;6624;p120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6625" name="Google Shape;6625;p120"/>
              <p:cNvCxnSpPr>
                <a:stCxn id="6626" idx="7"/>
                <a:endCxn id="662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27" name="Google Shape;6627;p120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8" name="Google Shape;6628;p120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9" name="Google Shape;6629;p120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30" name="Google Shape;6630;p120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31" name="Google Shape;6631;p120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32" name="Google Shape;6632;p120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33" name="Google Shape;6633;p120"/>
              <p:cNvCxnSpPr>
                <a:stCxn id="6632" idx="4"/>
                <a:endCxn id="662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4" name="Google Shape;6634;p120"/>
              <p:cNvCxnSpPr>
                <a:stCxn id="6631" idx="4"/>
                <a:endCxn id="662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5" name="Google Shape;6635;p120"/>
              <p:cNvCxnSpPr>
                <a:stCxn id="6631" idx="5"/>
                <a:endCxn id="663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6" name="Google Shape;6636;p120"/>
              <p:cNvCxnSpPr>
                <a:stCxn id="6631" idx="0"/>
                <a:endCxn id="662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7" name="Google Shape;6637;p120"/>
              <p:cNvCxnSpPr>
                <a:stCxn id="6631" idx="7"/>
                <a:endCxn id="662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8" name="Google Shape;6638;p120"/>
              <p:cNvCxnSpPr>
                <a:stCxn id="6628" idx="5"/>
                <a:endCxn id="662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9" name="Google Shape;6639;p120"/>
              <p:cNvCxnSpPr>
                <a:stCxn id="6628" idx="6"/>
                <a:endCxn id="662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0" name="Google Shape;6640;p120"/>
              <p:cNvCxnSpPr>
                <a:stCxn id="6630" idx="2"/>
                <a:endCxn id="662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1" name="Google Shape;6641;p120"/>
              <p:cNvCxnSpPr>
                <a:stCxn id="6632" idx="0"/>
                <a:endCxn id="662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2" name="Google Shape;6642;p120"/>
              <p:cNvCxnSpPr>
                <a:stCxn id="6632" idx="0"/>
                <a:endCxn id="663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26" name="Google Shape;6626;p120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643" name="Google Shape;6643;p120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6644" name="Google Shape;6644;p120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5" name="Google Shape;6645;p120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6" name="Google Shape;6646;p120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7" name="Google Shape;6647;p120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8" name="Google Shape;6648;p120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9" name="Google Shape;6649;p120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50" name="Google Shape;6650;p120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51" name="Google Shape;6651;p120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52" name="Google Shape;6652;p120"/>
              <p:cNvCxnSpPr>
                <a:stCxn id="6648" idx="5"/>
                <a:endCxn id="664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3" name="Google Shape;6653;p120"/>
              <p:cNvCxnSpPr>
                <a:stCxn id="6649" idx="4"/>
                <a:endCxn id="664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4" name="Google Shape;6654;p120"/>
              <p:cNvCxnSpPr>
                <a:stCxn id="6644" idx="6"/>
                <a:endCxn id="664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5" name="Google Shape;6655;p120"/>
              <p:cNvCxnSpPr>
                <a:stCxn id="6644" idx="0"/>
                <a:endCxn id="664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6" name="Google Shape;6656;p120"/>
              <p:cNvCxnSpPr>
                <a:stCxn id="6648" idx="7"/>
                <a:endCxn id="664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7" name="Google Shape;6657;p120"/>
              <p:cNvCxnSpPr>
                <a:stCxn id="6649" idx="6"/>
                <a:endCxn id="664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8" name="Google Shape;6658;p120"/>
              <p:cNvCxnSpPr>
                <a:stCxn id="6647" idx="7"/>
                <a:endCxn id="664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9" name="Google Shape;6659;p120"/>
              <p:cNvCxnSpPr>
                <a:stCxn id="6644" idx="5"/>
                <a:endCxn id="665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0" name="Google Shape;6660;p120"/>
              <p:cNvCxnSpPr>
                <a:stCxn id="6650" idx="7"/>
                <a:endCxn id="664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1" name="Google Shape;6661;p120"/>
              <p:cNvCxnSpPr>
                <a:stCxn id="6650" idx="5"/>
                <a:endCxn id="664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2" name="Google Shape;6662;p120"/>
              <p:cNvCxnSpPr>
                <a:stCxn id="6646" idx="0"/>
                <a:endCxn id="664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3" name="Google Shape;6663;p120"/>
              <p:cNvCxnSpPr>
                <a:stCxn id="6646" idx="7"/>
                <a:endCxn id="665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4" name="Google Shape;6664;p120"/>
              <p:cNvCxnSpPr>
                <a:stCxn id="6647" idx="6"/>
                <a:endCxn id="665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5" name="Google Shape;6665;p120"/>
              <p:cNvCxnSpPr>
                <a:stCxn id="6651" idx="0"/>
                <a:endCxn id="664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6" name="Google Shape;6666;p120"/>
              <p:cNvCxnSpPr>
                <a:stCxn id="6648" idx="4"/>
                <a:endCxn id="664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7" name="Google Shape;6667;p120"/>
              <p:cNvCxnSpPr>
                <a:stCxn id="6645" idx="4"/>
                <a:endCxn id="664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8" name="Google Shape;6668;p120"/>
              <p:cNvCxnSpPr>
                <a:stCxn id="6644" idx="5"/>
                <a:endCxn id="664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69" name="Google Shape;6669;p120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70" name="Google Shape;6670;p120"/>
              <p:cNvCxnSpPr>
                <a:stCxn id="6651" idx="4"/>
                <a:endCxn id="666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1" name="Google Shape;6671;p120"/>
              <p:cNvCxnSpPr>
                <a:stCxn id="6669" idx="2"/>
                <a:endCxn id="664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2" name="Google Shape;6672;p120"/>
              <p:cNvCxnSpPr>
                <a:stCxn id="6669" idx="0"/>
                <a:endCxn id="664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3" name="Google Shape;6673;p120"/>
              <p:cNvCxnSpPr>
                <a:stCxn id="6669" idx="1"/>
                <a:endCxn id="664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4" name="Google Shape;6674;p120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75" name="Google Shape;6675;p120"/>
              <p:cNvCxnSpPr>
                <a:stCxn id="6669" idx="2"/>
                <a:endCxn id="667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6" name="Google Shape;6676;p120"/>
              <p:cNvCxnSpPr>
                <a:stCxn id="6674" idx="1"/>
                <a:endCxn id="665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6677" name="Shape 6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8" name="Google Shape;6678;p1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79" name="Google Shape;6679;p121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6680" name="Google Shape;6680;p121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6681" name="Google Shape;6681;p121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82" name="Google Shape;6682;p12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83" name="Google Shape;6683;p12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84" name="Google Shape;6684;p12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685" name="Google Shape;6685;p121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6686" name="Google Shape;6686;p12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87" name="Google Shape;6687;p12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88" name="Google Shape;6688;p12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689" name="Google Shape;6689;p121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6690" name="Google Shape;6690;p121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6691" name="Google Shape;6691;p121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2" name="Google Shape;6692;p121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3" name="Google Shape;6693;p121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4" name="Google Shape;6694;p121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5" name="Google Shape;6695;p121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6" name="Google Shape;6696;p121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7" name="Google Shape;6697;p121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98" name="Google Shape;6698;p121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99" name="Google Shape;6699;p121"/>
              <p:cNvCxnSpPr>
                <a:stCxn id="6695" idx="5"/>
                <a:endCxn id="669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0" name="Google Shape;6700;p121"/>
              <p:cNvCxnSpPr>
                <a:stCxn id="6696" idx="4"/>
                <a:endCxn id="669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1" name="Google Shape;6701;p121"/>
              <p:cNvCxnSpPr>
                <a:stCxn id="6691" idx="6"/>
                <a:endCxn id="669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2" name="Google Shape;6702;p121"/>
              <p:cNvCxnSpPr>
                <a:stCxn id="6695" idx="7"/>
                <a:endCxn id="669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3" name="Google Shape;6703;p121"/>
              <p:cNvCxnSpPr>
                <a:stCxn id="6696" idx="6"/>
                <a:endCxn id="669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4" name="Google Shape;6704;p121"/>
              <p:cNvCxnSpPr>
                <a:stCxn id="6694" idx="7"/>
                <a:endCxn id="669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5" name="Google Shape;6705;p121"/>
              <p:cNvCxnSpPr>
                <a:stCxn id="6691" idx="6"/>
                <a:endCxn id="669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6" name="Google Shape;6706;p121"/>
              <p:cNvCxnSpPr>
                <a:stCxn id="6697" idx="6"/>
                <a:endCxn id="669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7" name="Google Shape;6707;p121"/>
              <p:cNvCxnSpPr>
                <a:stCxn id="6697" idx="5"/>
                <a:endCxn id="669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8" name="Google Shape;6708;p121"/>
              <p:cNvCxnSpPr>
                <a:stCxn id="6693" idx="0"/>
                <a:endCxn id="669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9" name="Google Shape;6709;p121"/>
              <p:cNvCxnSpPr>
                <a:stCxn id="6693" idx="7"/>
                <a:endCxn id="669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0" name="Google Shape;6710;p121"/>
              <p:cNvCxnSpPr>
                <a:stCxn id="6694" idx="6"/>
                <a:endCxn id="669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1" name="Google Shape;6711;p121"/>
              <p:cNvCxnSpPr>
                <a:stCxn id="6698" idx="0"/>
                <a:endCxn id="669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2" name="Google Shape;6712;p121"/>
              <p:cNvCxnSpPr>
                <a:stCxn id="6696" idx="5"/>
                <a:endCxn id="669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3" name="Google Shape;6713;p121"/>
              <p:cNvCxnSpPr>
                <a:stCxn id="6695" idx="6"/>
                <a:endCxn id="669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4" name="Google Shape;6714;p121"/>
              <p:cNvCxnSpPr>
                <a:stCxn id="6695" idx="4"/>
                <a:endCxn id="669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5" name="Google Shape;6715;p121"/>
              <p:cNvCxnSpPr>
                <a:stCxn id="6692" idx="4"/>
                <a:endCxn id="669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16" name="Google Shape;6716;p121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17" name="Google Shape;6717;p121"/>
              <p:cNvCxnSpPr>
                <a:stCxn id="6698" idx="4"/>
                <a:endCxn id="671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8" name="Google Shape;6718;p121"/>
              <p:cNvCxnSpPr>
                <a:stCxn id="6716" idx="1"/>
                <a:endCxn id="669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9" name="Google Shape;6719;p121"/>
              <p:cNvCxnSpPr>
                <a:stCxn id="6716" idx="0"/>
                <a:endCxn id="669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0" name="Google Shape;6720;p121"/>
              <p:cNvCxnSpPr>
                <a:stCxn id="6716" idx="1"/>
                <a:endCxn id="669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21" name="Google Shape;6721;p121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22" name="Google Shape;6722;p121"/>
              <p:cNvCxnSpPr>
                <a:stCxn id="6716" idx="2"/>
                <a:endCxn id="672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3" name="Google Shape;6723;p121"/>
              <p:cNvCxnSpPr>
                <a:stCxn id="6721" idx="1"/>
                <a:endCxn id="669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4" name="Google Shape;6724;p121"/>
              <p:cNvCxnSpPr>
                <a:stCxn id="6721" idx="7"/>
                <a:endCxn id="669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725" name="Google Shape;6725;p121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6726" name="Google Shape;6726;p121"/>
              <p:cNvCxnSpPr>
                <a:stCxn id="6727" idx="6"/>
                <a:endCxn id="672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28" name="Google Shape;6728;p121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9" name="Google Shape;6729;p121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0" name="Google Shape;6730;p121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1" name="Google Shape;6731;p121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2" name="Google Shape;6732;p121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33" name="Google Shape;6733;p121"/>
              <p:cNvCxnSpPr>
                <a:stCxn id="6732" idx="4"/>
                <a:endCxn id="673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4" name="Google Shape;6734;p121"/>
              <p:cNvCxnSpPr>
                <a:stCxn id="6731" idx="4"/>
                <a:endCxn id="673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5" name="Google Shape;6735;p121"/>
              <p:cNvCxnSpPr>
                <a:stCxn id="6731" idx="5"/>
                <a:endCxn id="673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6" name="Google Shape;6736;p121"/>
              <p:cNvCxnSpPr>
                <a:stCxn id="6731" idx="0"/>
                <a:endCxn id="672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7" name="Google Shape;6737;p121"/>
              <p:cNvCxnSpPr>
                <a:stCxn id="6731" idx="7"/>
                <a:endCxn id="672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8" name="Google Shape;6738;p121"/>
              <p:cNvCxnSpPr>
                <a:stCxn id="6729" idx="5"/>
                <a:endCxn id="672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9" name="Google Shape;6739;p121"/>
              <p:cNvCxnSpPr>
                <a:stCxn id="6729" idx="6"/>
                <a:endCxn id="672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0" name="Google Shape;6740;p121"/>
              <p:cNvCxnSpPr>
                <a:stCxn id="6741" idx="1"/>
                <a:endCxn id="672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2" name="Google Shape;6742;p121"/>
              <p:cNvCxnSpPr>
                <a:stCxn id="6732" idx="0"/>
                <a:endCxn id="672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3" name="Google Shape;6743;p121"/>
              <p:cNvCxnSpPr>
                <a:stCxn id="6732" idx="0"/>
                <a:endCxn id="674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44" name="Google Shape;6744;p121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45" name="Google Shape;6745;p121"/>
              <p:cNvCxnSpPr>
                <a:stCxn id="6729" idx="5"/>
                <a:endCxn id="674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6" name="Google Shape;6746;p121"/>
              <p:cNvCxnSpPr>
                <a:stCxn id="6741" idx="7"/>
                <a:endCxn id="674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7" name="Google Shape;6747;p121"/>
              <p:cNvCxnSpPr>
                <a:stCxn id="6744" idx="6"/>
                <a:endCxn id="672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48" name="Google Shape;6748;p121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49" name="Google Shape;6749;p121"/>
              <p:cNvCxnSpPr>
                <a:stCxn id="6748" idx="0"/>
                <a:endCxn id="672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0" name="Google Shape;6750;p121"/>
              <p:cNvCxnSpPr>
                <a:stCxn id="6748" idx="6"/>
                <a:endCxn id="672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1" name="Google Shape;6751;p121"/>
              <p:cNvCxnSpPr>
                <a:stCxn id="6748" idx="5"/>
                <a:endCxn id="673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2" name="Google Shape;6752;p121"/>
              <p:cNvCxnSpPr>
                <a:stCxn id="6748" idx="5"/>
                <a:endCxn id="673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41" name="Google Shape;6741;p121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7" name="Google Shape;6727;p121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6753" name="Shape 6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4" name="Google Shape;6754;p1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55" name="Google Shape;6755;p122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756" name="Google Shape;6756;p1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6757" name="Google Shape;6757;p1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6758" name="Google Shape;6758;p1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59" name="Google Shape;6759;p1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0" name="Google Shape;6760;p1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61" name="Google Shape;6761;p1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6762" name="Google Shape;6762;p1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3" name="Google Shape;6763;p1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4" name="Google Shape;6764;p1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5" name="Google Shape;6765;p1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766" name="Google Shape;6766;p1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6767" name="Google Shape;6767;p1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6768" name="Google Shape;6768;p122"/>
              <p:cNvCxnSpPr>
                <a:stCxn id="6769" idx="7"/>
                <a:endCxn id="677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0" name="Google Shape;6770;p1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1" name="Google Shape;6771;p1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2" name="Google Shape;6772;p1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3" name="Google Shape;6773;p1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4" name="Google Shape;6774;p1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5" name="Google Shape;6775;p1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76" name="Google Shape;6776;p122"/>
              <p:cNvCxnSpPr>
                <a:stCxn id="6775" idx="4"/>
                <a:endCxn id="677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7" name="Google Shape;6777;p122"/>
              <p:cNvCxnSpPr>
                <a:stCxn id="6774" idx="4"/>
                <a:endCxn id="677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8" name="Google Shape;6778;p122"/>
              <p:cNvCxnSpPr>
                <a:stCxn id="6774" idx="5"/>
                <a:endCxn id="677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9" name="Google Shape;6779;p122"/>
              <p:cNvCxnSpPr>
                <a:stCxn id="6774" idx="0"/>
                <a:endCxn id="677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0" name="Google Shape;6780;p122"/>
              <p:cNvCxnSpPr>
                <a:stCxn id="6774" idx="7"/>
                <a:endCxn id="676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1" name="Google Shape;6781;p122"/>
              <p:cNvCxnSpPr>
                <a:stCxn id="6771" idx="5"/>
                <a:endCxn id="676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2" name="Google Shape;6782;p122"/>
              <p:cNvCxnSpPr>
                <a:stCxn id="6771" idx="6"/>
                <a:endCxn id="677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3" name="Google Shape;6783;p122"/>
              <p:cNvCxnSpPr>
                <a:stCxn id="6773" idx="2"/>
                <a:endCxn id="677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4" name="Google Shape;6784;p122"/>
              <p:cNvCxnSpPr>
                <a:stCxn id="6775" idx="0"/>
                <a:endCxn id="676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5" name="Google Shape;6785;p122"/>
              <p:cNvCxnSpPr>
                <a:stCxn id="6775" idx="0"/>
                <a:endCxn id="677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69" name="Google Shape;6769;p1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86" name="Google Shape;6786;p1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6787" name="Google Shape;6787;p1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8" name="Google Shape;6788;p1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9" name="Google Shape;6789;p1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90" name="Google Shape;6790;p1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91" name="Google Shape;6791;p1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92" name="Google Shape;6792;p1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93" name="Google Shape;6793;p1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94" name="Google Shape;6794;p1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95" name="Google Shape;6795;p122"/>
              <p:cNvCxnSpPr>
                <a:stCxn id="6791" idx="5"/>
                <a:endCxn id="679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6" name="Google Shape;6796;p122"/>
              <p:cNvCxnSpPr>
                <a:stCxn id="6792" idx="4"/>
                <a:endCxn id="679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7" name="Google Shape;6797;p122"/>
              <p:cNvCxnSpPr>
                <a:stCxn id="6787" idx="6"/>
                <a:endCxn id="679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8" name="Google Shape;6798;p122"/>
              <p:cNvCxnSpPr>
                <a:stCxn id="6787" idx="0"/>
                <a:endCxn id="679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9" name="Google Shape;6799;p122"/>
              <p:cNvCxnSpPr>
                <a:stCxn id="6791" idx="7"/>
                <a:endCxn id="679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0" name="Google Shape;6800;p122"/>
              <p:cNvCxnSpPr>
                <a:stCxn id="6792" idx="6"/>
                <a:endCxn id="678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1" name="Google Shape;6801;p122"/>
              <p:cNvCxnSpPr>
                <a:stCxn id="6790" idx="7"/>
                <a:endCxn id="678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2" name="Google Shape;6802;p122"/>
              <p:cNvCxnSpPr>
                <a:stCxn id="6787" idx="5"/>
                <a:endCxn id="679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3" name="Google Shape;6803;p122"/>
              <p:cNvCxnSpPr>
                <a:stCxn id="6793" idx="7"/>
                <a:endCxn id="679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4" name="Google Shape;6804;p122"/>
              <p:cNvCxnSpPr>
                <a:stCxn id="6793" idx="5"/>
                <a:endCxn id="678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5" name="Google Shape;6805;p122"/>
              <p:cNvCxnSpPr>
                <a:stCxn id="6789" idx="0"/>
                <a:endCxn id="679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6" name="Google Shape;6806;p122"/>
              <p:cNvCxnSpPr>
                <a:stCxn id="6789" idx="7"/>
                <a:endCxn id="679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7" name="Google Shape;6807;p122"/>
              <p:cNvCxnSpPr>
                <a:stCxn id="6790" idx="6"/>
                <a:endCxn id="679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8" name="Google Shape;6808;p122"/>
              <p:cNvCxnSpPr>
                <a:stCxn id="6794" idx="0"/>
                <a:endCxn id="678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9" name="Google Shape;6809;p122"/>
              <p:cNvCxnSpPr>
                <a:stCxn id="6791" idx="4"/>
                <a:endCxn id="678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0" name="Google Shape;6810;p122"/>
              <p:cNvCxnSpPr>
                <a:stCxn id="6788" idx="4"/>
                <a:endCxn id="678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1" name="Google Shape;6811;p122"/>
              <p:cNvCxnSpPr>
                <a:stCxn id="6787" idx="5"/>
                <a:endCxn id="678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12" name="Google Shape;6812;p1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13" name="Google Shape;6813;p122"/>
              <p:cNvCxnSpPr>
                <a:stCxn id="6794" idx="4"/>
                <a:endCxn id="681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4" name="Google Shape;6814;p122"/>
              <p:cNvCxnSpPr>
                <a:stCxn id="6812" idx="2"/>
                <a:endCxn id="678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5" name="Google Shape;6815;p122"/>
              <p:cNvCxnSpPr>
                <a:stCxn id="6812" idx="0"/>
                <a:endCxn id="678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6" name="Google Shape;6816;p122"/>
              <p:cNvCxnSpPr>
                <a:stCxn id="6812" idx="1"/>
                <a:endCxn id="679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17" name="Google Shape;6817;p1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18" name="Google Shape;6818;p122"/>
              <p:cNvCxnSpPr>
                <a:stCxn id="6812" idx="2"/>
                <a:endCxn id="681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9" name="Google Shape;6819;p122"/>
              <p:cNvCxnSpPr>
                <a:stCxn id="6817" idx="1"/>
                <a:endCxn id="679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820" name="Shape 6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1" name="Google Shape;6821;p1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22" name="Google Shape;6822;p123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3" name="Google Shape;6823;p123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4" name="Google Shape;6824;p123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5" name="Google Shape;6825;p123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826" name="Google Shape;6826;p123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827" name="Google Shape;6827;p123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828" name="Google Shape;6828;p1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6829" name="Google Shape;6829;p1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6830" name="Google Shape;6830;p1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31" name="Google Shape;6831;p1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32" name="Google Shape;6832;p1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833" name="Google Shape;6833;p1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6834" name="Google Shape;6834;p1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35" name="Google Shape;6835;p1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36" name="Google Shape;6836;p1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37" name="Google Shape;6837;p1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838" name="Google Shape;6838;p1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6839" name="Google Shape;6839;p1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6840" name="Google Shape;6840;p1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1" name="Google Shape;6841;p1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2" name="Google Shape;6842;p1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3" name="Google Shape;6843;p1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4" name="Google Shape;6844;p1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5" name="Google Shape;6845;p1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6" name="Google Shape;6846;p1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7" name="Google Shape;6847;p1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48" name="Google Shape;6848;p123"/>
              <p:cNvCxnSpPr>
                <a:stCxn id="6844" idx="5"/>
                <a:endCxn id="684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9" name="Google Shape;6849;p123"/>
              <p:cNvCxnSpPr>
                <a:stCxn id="6845" idx="4"/>
                <a:endCxn id="684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0" name="Google Shape;6850;p123"/>
              <p:cNvCxnSpPr>
                <a:stCxn id="6840" idx="0"/>
                <a:endCxn id="684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1" name="Google Shape;6851;p123"/>
              <p:cNvCxnSpPr>
                <a:stCxn id="6844" idx="6"/>
                <a:endCxn id="684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2" name="Google Shape;6852;p123"/>
              <p:cNvCxnSpPr>
                <a:stCxn id="6845" idx="6"/>
                <a:endCxn id="684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3" name="Google Shape;6853;p123"/>
              <p:cNvCxnSpPr>
                <a:stCxn id="6843" idx="6"/>
                <a:endCxn id="684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4" name="Google Shape;6854;p123"/>
              <p:cNvCxnSpPr>
                <a:stCxn id="6840" idx="6"/>
                <a:endCxn id="684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5" name="Google Shape;6855;p123"/>
              <p:cNvCxnSpPr>
                <a:stCxn id="6840" idx="7"/>
                <a:endCxn id="684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6" name="Google Shape;6856;p123"/>
              <p:cNvCxnSpPr>
                <a:stCxn id="6846" idx="7"/>
                <a:endCxn id="684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7" name="Google Shape;6857;p123"/>
              <p:cNvCxnSpPr>
                <a:stCxn id="6842" idx="0"/>
                <a:endCxn id="684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8" name="Google Shape;6858;p123"/>
              <p:cNvCxnSpPr>
                <a:stCxn id="6847" idx="2"/>
                <a:endCxn id="684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9" name="Google Shape;6859;p123"/>
              <p:cNvCxnSpPr>
                <a:stCxn id="6845" idx="7"/>
                <a:endCxn id="684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0" name="Google Shape;6860;p1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61" name="Google Shape;6861;p123"/>
              <p:cNvCxnSpPr>
                <a:stCxn id="6847" idx="3"/>
                <a:endCxn id="686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2" name="Google Shape;6862;p123"/>
              <p:cNvCxnSpPr>
                <a:stCxn id="6860" idx="2"/>
                <a:endCxn id="684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3" name="Google Shape;6863;p123"/>
              <p:cNvCxnSpPr>
                <a:stCxn id="6860" idx="0"/>
                <a:endCxn id="684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4" name="Google Shape;6864;p123"/>
              <p:cNvCxnSpPr>
                <a:stCxn id="6860" idx="1"/>
                <a:endCxn id="684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5" name="Google Shape;6865;p1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66" name="Google Shape;6866;p123"/>
              <p:cNvCxnSpPr>
                <a:stCxn id="6842" idx="2"/>
                <a:endCxn id="686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7" name="Google Shape;6867;p123"/>
              <p:cNvCxnSpPr>
                <a:stCxn id="6865" idx="3"/>
                <a:endCxn id="684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8" name="Google Shape;6868;p123"/>
              <p:cNvCxnSpPr>
                <a:stCxn id="6843" idx="4"/>
                <a:endCxn id="686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9" name="Google Shape;6869;p1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70" name="Google Shape;6870;p123"/>
              <p:cNvCxnSpPr>
                <a:stCxn id="6843" idx="0"/>
                <a:endCxn id="686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1" name="Google Shape;6871;p123"/>
              <p:cNvCxnSpPr>
                <a:stCxn id="6844" idx="7"/>
                <a:endCxn id="686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872" name="Google Shape;6872;p1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6873" name="Google Shape;6873;p1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74" name="Google Shape;6874;p1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75" name="Google Shape;6875;p1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76" name="Google Shape;6876;p1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77" name="Google Shape;6877;p1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78" name="Google Shape;6878;p1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79" name="Google Shape;6879;p1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80" name="Google Shape;6880;p1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81" name="Google Shape;6881;p123"/>
              <p:cNvCxnSpPr>
                <a:stCxn id="6878" idx="4"/>
                <a:endCxn id="687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2" name="Google Shape;6882;p123"/>
              <p:cNvCxnSpPr>
                <a:stCxn id="6873" idx="7"/>
                <a:endCxn id="687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3" name="Google Shape;6883;p123"/>
              <p:cNvCxnSpPr>
                <a:stCxn id="6877" idx="7"/>
                <a:endCxn id="687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4" name="Google Shape;6884;p123"/>
              <p:cNvCxnSpPr>
                <a:stCxn id="6878" idx="6"/>
                <a:endCxn id="687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5" name="Google Shape;6885;p123"/>
              <p:cNvCxnSpPr>
                <a:stCxn id="6876" idx="7"/>
                <a:endCxn id="687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6" name="Google Shape;6886;p123"/>
              <p:cNvCxnSpPr>
                <a:stCxn id="6873" idx="6"/>
                <a:endCxn id="687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7" name="Google Shape;6887;p123"/>
              <p:cNvCxnSpPr>
                <a:stCxn id="6879" idx="0"/>
                <a:endCxn id="687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8" name="Google Shape;6888;p123"/>
              <p:cNvCxnSpPr>
                <a:stCxn id="6879" idx="5"/>
                <a:endCxn id="687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9" name="Google Shape;6889;p123"/>
              <p:cNvCxnSpPr>
                <a:stCxn id="6875" idx="0"/>
                <a:endCxn id="687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0" name="Google Shape;6890;p123"/>
              <p:cNvCxnSpPr>
                <a:stCxn id="6875" idx="7"/>
                <a:endCxn id="688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1" name="Google Shape;6891;p123"/>
              <p:cNvCxnSpPr>
                <a:stCxn id="6876" idx="6"/>
                <a:endCxn id="688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2" name="Google Shape;6892;p123"/>
              <p:cNvCxnSpPr>
                <a:stCxn id="6880" idx="0"/>
                <a:endCxn id="687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3" name="Google Shape;6893;p123"/>
              <p:cNvCxnSpPr>
                <a:stCxn id="6878" idx="5"/>
                <a:endCxn id="688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4" name="Google Shape;6894;p123"/>
              <p:cNvCxnSpPr>
                <a:stCxn id="6877" idx="6"/>
                <a:endCxn id="688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5" name="Google Shape;6895;p123"/>
              <p:cNvCxnSpPr>
                <a:stCxn id="6877" idx="5"/>
                <a:endCxn id="687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6" name="Google Shape;6896;p123"/>
              <p:cNvCxnSpPr>
                <a:stCxn id="6874" idx="4"/>
                <a:endCxn id="687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97" name="Google Shape;6897;p1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898" name="Google Shape;6898;p123"/>
              <p:cNvCxnSpPr>
                <a:stCxn id="6880" idx="4"/>
                <a:endCxn id="689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9" name="Google Shape;6899;p123"/>
              <p:cNvCxnSpPr>
                <a:stCxn id="6897" idx="1"/>
                <a:endCxn id="687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00" name="Google Shape;6900;p1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01" name="Google Shape;6901;p123"/>
              <p:cNvCxnSpPr>
                <a:stCxn id="6897" idx="2"/>
                <a:endCxn id="690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2" name="Google Shape;6902;p123"/>
              <p:cNvCxnSpPr>
                <a:stCxn id="6900" idx="1"/>
                <a:endCxn id="687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3" name="Google Shape;6903;p123"/>
              <p:cNvCxnSpPr>
                <a:stCxn id="6900" idx="7"/>
                <a:endCxn id="687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904" name="Shape 6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5" name="Google Shape;6905;p1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06" name="Google Shape;6906;p124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07" name="Google Shape;6907;p124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08" name="Google Shape;6908;p124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09" name="Google Shape;6909;p124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10" name="Google Shape;6910;p124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1" name="Google Shape;6911;p124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2" name="Google Shape;6912;p124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3" name="Google Shape;6913;p124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4" name="Google Shape;6914;p124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15" name="Google Shape;6915;p124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16" name="Google Shape;6916;p124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17" name="Google Shape;6917;p124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918" name="Google Shape;6918;p124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919" name="Google Shape;6919;p124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920" name="Google Shape;6920;p12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1" name="Google Shape;6921;p12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2" name="Google Shape;6922;p12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923" name="Google Shape;6923;p124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924" name="Google Shape;6924;p124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5" name="Google Shape;6925;p12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6" name="Google Shape;6926;p12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7" name="Google Shape;6927;p12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928" name="Google Shape;6928;p124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6929" name="Google Shape;6929;p124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930" name="Google Shape;6930;p124"/>
              <p:cNvCxnSpPr>
                <a:stCxn id="6931" idx="6"/>
                <a:endCxn id="693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32" name="Google Shape;6932;p12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33" name="Google Shape;6933;p12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34" name="Google Shape;6934;p12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35" name="Google Shape;6935;p12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36" name="Google Shape;6936;p124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37" name="Google Shape;6937;p124"/>
              <p:cNvCxnSpPr>
                <a:stCxn id="6936" idx="4"/>
                <a:endCxn id="693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8" name="Google Shape;6938;p124"/>
              <p:cNvCxnSpPr>
                <a:stCxn id="6935" idx="4"/>
                <a:endCxn id="693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9" name="Google Shape;6939;p124"/>
              <p:cNvCxnSpPr>
                <a:stCxn id="6935" idx="5"/>
                <a:endCxn id="693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0" name="Google Shape;6940;p124"/>
              <p:cNvCxnSpPr>
                <a:stCxn id="6935" idx="0"/>
                <a:endCxn id="693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1" name="Google Shape;6941;p124"/>
              <p:cNvCxnSpPr>
                <a:stCxn id="6935" idx="7"/>
                <a:endCxn id="693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2" name="Google Shape;6942;p124"/>
              <p:cNvCxnSpPr>
                <a:stCxn id="6933" idx="5"/>
                <a:endCxn id="693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3" name="Google Shape;6943;p124"/>
              <p:cNvCxnSpPr>
                <a:stCxn id="6933" idx="6"/>
                <a:endCxn id="693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4" name="Google Shape;6944;p124"/>
              <p:cNvCxnSpPr>
                <a:stCxn id="6945" idx="1"/>
                <a:endCxn id="693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6" name="Google Shape;6946;p124"/>
              <p:cNvCxnSpPr>
                <a:stCxn id="6936" idx="0"/>
                <a:endCxn id="693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7" name="Google Shape;6947;p124"/>
              <p:cNvCxnSpPr>
                <a:stCxn id="6936" idx="0"/>
                <a:endCxn id="694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48" name="Google Shape;6948;p12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49" name="Google Shape;6949;p124"/>
              <p:cNvCxnSpPr>
                <a:stCxn id="6933" idx="5"/>
                <a:endCxn id="694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0" name="Google Shape;6950;p124"/>
              <p:cNvCxnSpPr>
                <a:stCxn id="6945" idx="7"/>
                <a:endCxn id="694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1" name="Google Shape;6951;p124"/>
              <p:cNvCxnSpPr>
                <a:stCxn id="6948" idx="6"/>
                <a:endCxn id="693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52" name="Google Shape;6952;p12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53" name="Google Shape;6953;p124"/>
              <p:cNvCxnSpPr>
                <a:stCxn id="6952" idx="0"/>
                <a:endCxn id="693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4" name="Google Shape;6954;p124"/>
              <p:cNvCxnSpPr>
                <a:stCxn id="6952" idx="6"/>
                <a:endCxn id="693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5" name="Google Shape;6955;p124"/>
              <p:cNvCxnSpPr>
                <a:stCxn id="6952" idx="5"/>
                <a:endCxn id="693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6" name="Google Shape;6956;p124"/>
              <p:cNvCxnSpPr>
                <a:stCxn id="6952" idx="5"/>
                <a:endCxn id="693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45" name="Google Shape;6945;p12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31" name="Google Shape;6931;p12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957" name="Google Shape;6957;p124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6958" name="Google Shape;6958;p124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59" name="Google Shape;6959;p124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0" name="Google Shape;6960;p124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1" name="Google Shape;6961;p124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2" name="Google Shape;6962;p124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3" name="Google Shape;6963;p124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4" name="Google Shape;6964;p124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5" name="Google Shape;6965;p124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66" name="Google Shape;6966;p124"/>
              <p:cNvCxnSpPr>
                <a:stCxn id="6962" idx="5"/>
                <a:endCxn id="696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67" name="Google Shape;6967;p124"/>
              <p:cNvCxnSpPr>
                <a:stCxn id="6963" idx="4"/>
                <a:endCxn id="696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68" name="Google Shape;6968;p124"/>
              <p:cNvCxnSpPr>
                <a:stCxn id="6958" idx="0"/>
                <a:endCxn id="696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69" name="Google Shape;6969;p124"/>
              <p:cNvCxnSpPr>
                <a:stCxn id="6962" idx="7"/>
                <a:endCxn id="696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0" name="Google Shape;6970;p124"/>
              <p:cNvCxnSpPr>
                <a:stCxn id="6963" idx="6"/>
                <a:endCxn id="695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1" name="Google Shape;6971;p124"/>
              <p:cNvCxnSpPr>
                <a:stCxn id="6961" idx="5"/>
                <a:endCxn id="695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2" name="Google Shape;6972;p124"/>
              <p:cNvCxnSpPr>
                <a:stCxn id="6958" idx="6"/>
                <a:endCxn id="696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3" name="Google Shape;6973;p124"/>
              <p:cNvCxnSpPr>
                <a:stCxn id="6958" idx="7"/>
                <a:endCxn id="696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4" name="Google Shape;6974;p124"/>
              <p:cNvCxnSpPr>
                <a:stCxn id="6964" idx="7"/>
                <a:endCxn id="696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5" name="Google Shape;6975;p124"/>
              <p:cNvCxnSpPr>
                <a:stCxn id="6960" idx="0"/>
                <a:endCxn id="696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6" name="Google Shape;6976;p124"/>
              <p:cNvCxnSpPr>
                <a:stCxn id="6965" idx="2"/>
                <a:endCxn id="695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7" name="Google Shape;6977;p124"/>
              <p:cNvCxnSpPr>
                <a:stCxn id="6962" idx="6"/>
                <a:endCxn id="696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78" name="Google Shape;6978;p124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79" name="Google Shape;6979;p124"/>
              <p:cNvCxnSpPr>
                <a:stCxn id="6965" idx="3"/>
                <a:endCxn id="697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0" name="Google Shape;6980;p124"/>
              <p:cNvCxnSpPr>
                <a:stCxn id="6978" idx="2"/>
                <a:endCxn id="696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1" name="Google Shape;6981;p124"/>
              <p:cNvCxnSpPr>
                <a:stCxn id="6978" idx="0"/>
                <a:endCxn id="695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2" name="Google Shape;6982;p124"/>
              <p:cNvCxnSpPr>
                <a:stCxn id="6978" idx="1"/>
                <a:endCxn id="696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83" name="Google Shape;6983;p124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84" name="Google Shape;6984;p124"/>
              <p:cNvCxnSpPr>
                <a:stCxn id="6960" idx="2"/>
                <a:endCxn id="698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5" name="Google Shape;6985;p124"/>
              <p:cNvCxnSpPr>
                <a:stCxn id="6983" idx="3"/>
                <a:endCxn id="695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6" name="Google Shape;6986;p124"/>
              <p:cNvCxnSpPr>
                <a:stCxn id="6961" idx="4"/>
                <a:endCxn id="698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987" name="Shape 6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8" name="Google Shape;6988;p125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89" name="Google Shape;6989;p125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0" name="Google Shape;6990;p125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1" name="Google Shape;6991;p125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2" name="Google Shape;6992;p125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3" name="Google Shape;6993;p125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4" name="Google Shape;6994;p125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5" name="Google Shape;6995;p125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96" name="Google Shape;6996;p125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97" name="Google Shape;6997;p125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98" name="Google Shape;6998;p125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99" name="Google Shape;6999;p125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00" name="Google Shape;7000;p125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7001" name="Google Shape;7001;p125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7002" name="Google Shape;7002;p125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7003" name="Google Shape;7003;p125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4" name="Google Shape;7004;p125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5" name="Google Shape;7005;p125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6" name="Google Shape;7006;p125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7" name="Google Shape;7007;p125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8" name="Google Shape;7008;p125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9" name="Google Shape;7009;p125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10" name="Google Shape;7010;p125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11" name="Google Shape;7011;p125"/>
              <p:cNvCxnSpPr>
                <a:stCxn id="7007" idx="5"/>
                <a:endCxn id="700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2" name="Google Shape;7012;p125"/>
              <p:cNvCxnSpPr>
                <a:stCxn id="7008" idx="4"/>
                <a:endCxn id="700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3" name="Google Shape;7013;p125"/>
              <p:cNvCxnSpPr>
                <a:stCxn id="7003" idx="0"/>
                <a:endCxn id="700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4" name="Google Shape;7014;p125"/>
              <p:cNvCxnSpPr>
                <a:stCxn id="7007" idx="6"/>
                <a:endCxn id="700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5" name="Google Shape;7015;p125"/>
              <p:cNvCxnSpPr>
                <a:stCxn id="7008" idx="6"/>
                <a:endCxn id="700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6" name="Google Shape;7016;p125"/>
              <p:cNvCxnSpPr>
                <a:stCxn id="7006" idx="6"/>
                <a:endCxn id="700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7" name="Google Shape;7017;p125"/>
              <p:cNvCxnSpPr>
                <a:stCxn id="7003" idx="6"/>
                <a:endCxn id="700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8" name="Google Shape;7018;p125"/>
              <p:cNvCxnSpPr>
                <a:stCxn id="7003" idx="7"/>
                <a:endCxn id="700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9" name="Google Shape;7019;p125"/>
              <p:cNvCxnSpPr>
                <a:stCxn id="7009" idx="7"/>
                <a:endCxn id="700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0" name="Google Shape;7020;p125"/>
              <p:cNvCxnSpPr>
                <a:stCxn id="7005" idx="0"/>
                <a:endCxn id="700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1" name="Google Shape;7021;p125"/>
              <p:cNvCxnSpPr>
                <a:stCxn id="7010" idx="2"/>
                <a:endCxn id="700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2" name="Google Shape;7022;p125"/>
              <p:cNvCxnSpPr>
                <a:stCxn id="7008" idx="7"/>
                <a:endCxn id="701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23" name="Google Shape;7023;p125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24" name="Google Shape;7024;p125"/>
              <p:cNvCxnSpPr>
                <a:stCxn id="7010" idx="3"/>
                <a:endCxn id="702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5" name="Google Shape;7025;p125"/>
              <p:cNvCxnSpPr>
                <a:stCxn id="7023" idx="2"/>
                <a:endCxn id="700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6" name="Google Shape;7026;p125"/>
              <p:cNvCxnSpPr>
                <a:stCxn id="7023" idx="0"/>
                <a:endCxn id="700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7" name="Google Shape;7027;p125"/>
              <p:cNvCxnSpPr>
                <a:stCxn id="7023" idx="1"/>
                <a:endCxn id="700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28" name="Google Shape;7028;p125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29" name="Google Shape;7029;p125"/>
              <p:cNvCxnSpPr>
                <a:stCxn id="7005" idx="2"/>
                <a:endCxn id="702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0" name="Google Shape;7030;p125"/>
              <p:cNvCxnSpPr>
                <a:stCxn id="7028" idx="3"/>
                <a:endCxn id="700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1" name="Google Shape;7031;p125"/>
              <p:cNvCxnSpPr>
                <a:stCxn id="7006" idx="4"/>
                <a:endCxn id="702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32" name="Google Shape;7032;p125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33" name="Google Shape;7033;p125"/>
              <p:cNvCxnSpPr>
                <a:stCxn id="7006" idx="0"/>
                <a:endCxn id="703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4" name="Google Shape;7034;p125"/>
              <p:cNvCxnSpPr>
                <a:stCxn id="7032" idx="3"/>
                <a:endCxn id="700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035" name="Google Shape;7035;p125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7036" name="Google Shape;7036;p125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37" name="Google Shape;7037;p125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38" name="Google Shape;7038;p125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39" name="Google Shape;7039;p125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40" name="Google Shape;7040;p125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41" name="Google Shape;7041;p125"/>
              <p:cNvCxnSpPr>
                <a:stCxn id="7039" idx="5"/>
                <a:endCxn id="703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2" name="Google Shape;7042;p125"/>
              <p:cNvCxnSpPr>
                <a:stCxn id="7036" idx="6"/>
                <a:endCxn id="703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3" name="Google Shape;7043;p125"/>
              <p:cNvCxnSpPr>
                <a:stCxn id="7036" idx="6"/>
                <a:endCxn id="704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4" name="Google Shape;7044;p125"/>
              <p:cNvCxnSpPr>
                <a:stCxn id="7040" idx="6"/>
                <a:endCxn id="703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5" name="Google Shape;7045;p125"/>
              <p:cNvCxnSpPr>
                <a:stCxn id="7040" idx="6"/>
                <a:endCxn id="703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6" name="Google Shape;7046;p125"/>
              <p:cNvCxnSpPr>
                <a:stCxn id="7039" idx="4"/>
                <a:endCxn id="703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7" name="Google Shape;7047;p125"/>
              <p:cNvCxnSpPr>
                <a:stCxn id="7037" idx="7"/>
                <a:endCxn id="703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048" name="Google Shape;7048;p125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7049" name="Google Shape;7049;p125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7050" name="Google Shape;7050;p125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1" name="Google Shape;7051;p12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2" name="Google Shape;7052;p12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53" name="Google Shape;7053;p125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7054" name="Google Shape;7054;p125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5" name="Google Shape;7055;p125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6" name="Google Shape;7056;p125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7" name="Google Shape;7057;p125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058" name="Shape 7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9" name="Google Shape;7059;p126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60" name="Google Shape;7060;p126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1" name="Google Shape;7061;p126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7062" name="Google Shape;7062;p126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7063" name="Google Shape;7063;p126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7064" name="Google Shape;7064;p126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5" name="Google Shape;7065;p126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6" name="Google Shape;7066;p126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7" name="Google Shape;7067;p126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8" name="Google Shape;7068;p126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9" name="Google Shape;7069;p126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70" name="Google Shape;7070;p126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71" name="Google Shape;7071;p126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72" name="Google Shape;7072;p126"/>
              <p:cNvCxnSpPr>
                <a:stCxn id="7068" idx="5"/>
                <a:endCxn id="706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3" name="Google Shape;7073;p126"/>
              <p:cNvCxnSpPr>
                <a:stCxn id="7069" idx="4"/>
                <a:endCxn id="706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4" name="Google Shape;7074;p126"/>
              <p:cNvCxnSpPr>
                <a:stCxn id="7064" idx="6"/>
                <a:endCxn id="706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5" name="Google Shape;7075;p126"/>
              <p:cNvCxnSpPr>
                <a:stCxn id="7068" idx="7"/>
                <a:endCxn id="706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6" name="Google Shape;7076;p126"/>
              <p:cNvCxnSpPr>
                <a:stCxn id="7069" idx="6"/>
                <a:endCxn id="706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7" name="Google Shape;7077;p126"/>
              <p:cNvCxnSpPr>
                <a:stCxn id="7067" idx="7"/>
                <a:endCxn id="706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8" name="Google Shape;7078;p126"/>
              <p:cNvCxnSpPr>
                <a:stCxn id="7064" idx="6"/>
                <a:endCxn id="707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9" name="Google Shape;7079;p126"/>
              <p:cNvCxnSpPr>
                <a:stCxn id="7070" idx="6"/>
                <a:endCxn id="706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0" name="Google Shape;7080;p126"/>
              <p:cNvCxnSpPr>
                <a:stCxn id="7070" idx="6"/>
                <a:endCxn id="706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1" name="Google Shape;7081;p126"/>
              <p:cNvCxnSpPr>
                <a:stCxn id="7066" idx="7"/>
                <a:endCxn id="707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2" name="Google Shape;7082;p126"/>
              <p:cNvCxnSpPr>
                <a:stCxn id="7067" idx="6"/>
                <a:endCxn id="707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3" name="Google Shape;7083;p126"/>
              <p:cNvCxnSpPr>
                <a:stCxn id="7071" idx="0"/>
                <a:endCxn id="706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4" name="Google Shape;7084;p126"/>
              <p:cNvCxnSpPr>
                <a:stCxn id="7069" idx="5"/>
                <a:endCxn id="707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5" name="Google Shape;7085;p126"/>
              <p:cNvCxnSpPr>
                <a:stCxn id="7068" idx="6"/>
                <a:endCxn id="707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6" name="Google Shape;7086;p126"/>
              <p:cNvCxnSpPr>
                <a:stCxn id="7068" idx="4"/>
                <a:endCxn id="706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87" name="Google Shape;7087;p126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88" name="Google Shape;7088;p126"/>
              <p:cNvCxnSpPr>
                <a:stCxn id="7071" idx="4"/>
                <a:endCxn id="708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9" name="Google Shape;7089;p126"/>
              <p:cNvCxnSpPr>
                <a:stCxn id="7087" idx="1"/>
                <a:endCxn id="706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90" name="Google Shape;7090;p126"/>
              <p:cNvCxnSpPr>
                <a:stCxn id="7087" idx="1"/>
                <a:endCxn id="706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91" name="Google Shape;7091;p126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092" name="Google Shape;7092;p126"/>
              <p:cNvCxnSpPr>
                <a:stCxn id="7069" idx="0"/>
                <a:endCxn id="709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93" name="Google Shape;7093;p126"/>
              <p:cNvCxnSpPr>
                <a:stCxn id="7065" idx="0"/>
                <a:endCxn id="709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094" name="Google Shape;7094;p126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7095" name="Google Shape;7095;p126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6" name="Google Shape;7096;p126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7" name="Google Shape;7097;p126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8" name="Google Shape;7098;p126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9" name="Google Shape;7099;p126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0" name="Google Shape;7100;p126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1" name="Google Shape;7101;p126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2" name="Google Shape;7102;p126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03" name="Google Shape;7103;p126"/>
              <p:cNvCxnSpPr>
                <a:stCxn id="7099" idx="5"/>
                <a:endCxn id="709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4" name="Google Shape;7104;p126"/>
              <p:cNvCxnSpPr>
                <a:stCxn id="7100" idx="4"/>
                <a:endCxn id="709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5" name="Google Shape;7105;p126"/>
              <p:cNvCxnSpPr>
                <a:stCxn id="7095" idx="6"/>
                <a:endCxn id="709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6" name="Google Shape;7106;p126"/>
              <p:cNvCxnSpPr>
                <a:stCxn id="7095" idx="0"/>
                <a:endCxn id="709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7" name="Google Shape;7107;p126"/>
              <p:cNvCxnSpPr>
                <a:stCxn id="7099" idx="7"/>
                <a:endCxn id="710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8" name="Google Shape;7108;p126"/>
              <p:cNvCxnSpPr>
                <a:stCxn id="7100" idx="6"/>
                <a:endCxn id="709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9" name="Google Shape;7109;p126"/>
              <p:cNvCxnSpPr>
                <a:stCxn id="7098" idx="7"/>
                <a:endCxn id="709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0" name="Google Shape;7110;p126"/>
              <p:cNvCxnSpPr>
                <a:stCxn id="7095" idx="5"/>
                <a:endCxn id="710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1" name="Google Shape;7111;p126"/>
              <p:cNvCxnSpPr>
                <a:stCxn id="7101" idx="7"/>
                <a:endCxn id="709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2" name="Google Shape;7112;p126"/>
              <p:cNvCxnSpPr>
                <a:stCxn id="7101" idx="7"/>
                <a:endCxn id="709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3" name="Google Shape;7113;p126"/>
              <p:cNvCxnSpPr>
                <a:stCxn id="7097" idx="0"/>
                <a:endCxn id="709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4" name="Google Shape;7114;p126"/>
              <p:cNvCxnSpPr>
                <a:stCxn id="7102" idx="1"/>
                <a:endCxn id="709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5" name="Google Shape;7115;p126"/>
              <p:cNvCxnSpPr>
                <a:stCxn id="7099" idx="6"/>
                <a:endCxn id="710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6" name="Google Shape;7116;p126"/>
              <p:cNvCxnSpPr>
                <a:stCxn id="7096" idx="4"/>
                <a:endCxn id="709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17" name="Google Shape;7117;p126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18" name="Google Shape;7118;p126"/>
              <p:cNvCxnSpPr>
                <a:stCxn id="7102" idx="2"/>
                <a:endCxn id="711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9" name="Google Shape;7119;p126"/>
              <p:cNvCxnSpPr>
                <a:stCxn id="7117" idx="2"/>
                <a:endCxn id="709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0" name="Google Shape;7120;p126"/>
              <p:cNvCxnSpPr>
                <a:stCxn id="7117" idx="0"/>
                <a:endCxn id="709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1" name="Google Shape;7121;p126"/>
              <p:cNvCxnSpPr>
                <a:stCxn id="7117" idx="1"/>
                <a:endCxn id="709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22" name="Google Shape;7122;p126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23" name="Google Shape;7123;p126"/>
              <p:cNvCxnSpPr>
                <a:stCxn id="7097" idx="3"/>
                <a:endCxn id="712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4" name="Google Shape;7124;p126"/>
              <p:cNvCxnSpPr>
                <a:stCxn id="7122" idx="0"/>
                <a:endCxn id="710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25" name="Google Shape;7125;p126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26" name="Google Shape;7126;p126"/>
              <p:cNvCxnSpPr>
                <a:stCxn id="7095" idx="6"/>
                <a:endCxn id="712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7" name="Google Shape;7127;p126"/>
              <p:cNvCxnSpPr>
                <a:stCxn id="7101" idx="0"/>
                <a:endCxn id="712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8" name="Google Shape;7128;p126"/>
              <p:cNvCxnSpPr>
                <a:stCxn id="7125" idx="6"/>
                <a:endCxn id="709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29" name="Google Shape;7129;p126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30" name="Google Shape;7130;p126"/>
              <p:cNvCxnSpPr>
                <a:stCxn id="7122" idx="5"/>
                <a:endCxn id="712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1" name="Google Shape;7131;p126"/>
              <p:cNvCxnSpPr>
                <a:stCxn id="7129" idx="7"/>
                <a:endCxn id="709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32" name="Google Shape;7132;p126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33" name="Google Shape;7133;p126"/>
              <p:cNvCxnSpPr>
                <a:stCxn id="7122" idx="0"/>
                <a:endCxn id="713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4" name="Google Shape;7134;p126"/>
              <p:cNvCxnSpPr>
                <a:stCxn id="7132" idx="1"/>
                <a:endCxn id="710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5" name="Google Shape;7135;p126"/>
              <p:cNvCxnSpPr>
                <a:stCxn id="7132" idx="6"/>
                <a:endCxn id="709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36" name="Shape 7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7" name="Google Shape;7137;p127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7138" name="Google Shape;7138;p127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139" name="Google Shape;7139;p12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0" name="Google Shape;7140;p12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1" name="Google Shape;7141;p12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142" name="Google Shape;7142;p127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143" name="Google Shape;7143;p12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4" name="Google Shape;7144;p127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5" name="Google Shape;7145;p127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6" name="Google Shape;7146;p127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147" name="Google Shape;7147;p127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7148" name="Google Shape;7148;p127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149" name="Google Shape;7149;p127"/>
              <p:cNvCxnSpPr>
                <a:stCxn id="7150" idx="7"/>
                <a:endCxn id="715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51" name="Google Shape;7151;p127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2" name="Google Shape;7152;p127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3" name="Google Shape;7153;p127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4" name="Google Shape;7154;p127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5" name="Google Shape;7155;p127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6" name="Google Shape;7156;p127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57" name="Google Shape;7157;p127"/>
              <p:cNvCxnSpPr>
                <a:stCxn id="7156" idx="4"/>
                <a:endCxn id="715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8" name="Google Shape;7158;p127"/>
              <p:cNvCxnSpPr>
                <a:stCxn id="7155" idx="4"/>
                <a:endCxn id="715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9" name="Google Shape;7159;p127"/>
              <p:cNvCxnSpPr>
                <a:stCxn id="7155" idx="5"/>
                <a:endCxn id="715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0" name="Google Shape;7160;p127"/>
              <p:cNvCxnSpPr>
                <a:stCxn id="7155" idx="0"/>
                <a:endCxn id="715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1" name="Google Shape;7161;p127"/>
              <p:cNvCxnSpPr>
                <a:stCxn id="7155" idx="7"/>
                <a:endCxn id="715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2" name="Google Shape;7162;p127"/>
              <p:cNvCxnSpPr>
                <a:stCxn id="7152" idx="5"/>
                <a:endCxn id="715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3" name="Google Shape;7163;p127"/>
              <p:cNvCxnSpPr>
                <a:stCxn id="7152" idx="6"/>
                <a:endCxn id="715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4" name="Google Shape;7164;p127"/>
              <p:cNvCxnSpPr>
                <a:stCxn id="7154" idx="2"/>
                <a:endCxn id="715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5" name="Google Shape;7165;p127"/>
              <p:cNvCxnSpPr>
                <a:stCxn id="7156" idx="0"/>
                <a:endCxn id="715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6" name="Google Shape;7166;p127"/>
              <p:cNvCxnSpPr>
                <a:stCxn id="7156" idx="0"/>
                <a:endCxn id="715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50" name="Google Shape;7150;p127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167" name="Google Shape;7167;p127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7168" name="Google Shape;7168;p127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69" name="Google Shape;7169;p127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0" name="Google Shape;7170;p127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1" name="Google Shape;7171;p127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2" name="Google Shape;7172;p127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3" name="Google Shape;7173;p127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4" name="Google Shape;7174;p127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5" name="Google Shape;7175;p127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76" name="Google Shape;7176;p127"/>
              <p:cNvCxnSpPr>
                <a:stCxn id="7172" idx="5"/>
                <a:endCxn id="717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7" name="Google Shape;7177;p127"/>
              <p:cNvCxnSpPr>
                <a:stCxn id="7173" idx="4"/>
                <a:endCxn id="717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8" name="Google Shape;7178;p127"/>
              <p:cNvCxnSpPr>
                <a:stCxn id="7168" idx="6"/>
                <a:endCxn id="717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9" name="Google Shape;7179;p127"/>
              <p:cNvCxnSpPr>
                <a:stCxn id="7168" idx="0"/>
                <a:endCxn id="717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0" name="Google Shape;7180;p127"/>
              <p:cNvCxnSpPr>
                <a:stCxn id="7172" idx="7"/>
                <a:endCxn id="717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1" name="Google Shape;7181;p127"/>
              <p:cNvCxnSpPr>
                <a:stCxn id="7173" idx="6"/>
                <a:endCxn id="716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2" name="Google Shape;7182;p127"/>
              <p:cNvCxnSpPr>
                <a:stCxn id="7171" idx="7"/>
                <a:endCxn id="716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3" name="Google Shape;7183;p127"/>
              <p:cNvCxnSpPr>
                <a:stCxn id="7168" idx="5"/>
                <a:endCxn id="717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4" name="Google Shape;7184;p127"/>
              <p:cNvCxnSpPr>
                <a:stCxn id="7174" idx="7"/>
                <a:endCxn id="717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5" name="Google Shape;7185;p127"/>
              <p:cNvCxnSpPr>
                <a:stCxn id="7174" idx="5"/>
                <a:endCxn id="717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6" name="Google Shape;7186;p127"/>
              <p:cNvCxnSpPr>
                <a:stCxn id="7170" idx="0"/>
                <a:endCxn id="717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7" name="Google Shape;7187;p127"/>
              <p:cNvCxnSpPr>
                <a:stCxn id="7170" idx="7"/>
                <a:endCxn id="717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8" name="Google Shape;7188;p127"/>
              <p:cNvCxnSpPr>
                <a:stCxn id="7171" idx="6"/>
                <a:endCxn id="717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9" name="Google Shape;7189;p127"/>
              <p:cNvCxnSpPr>
                <a:stCxn id="7175" idx="0"/>
                <a:endCxn id="716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0" name="Google Shape;7190;p127"/>
              <p:cNvCxnSpPr>
                <a:stCxn id="7172" idx="4"/>
                <a:endCxn id="717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1" name="Google Shape;7191;p127"/>
              <p:cNvCxnSpPr>
                <a:stCxn id="7169" idx="4"/>
                <a:endCxn id="717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2" name="Google Shape;7192;p127"/>
              <p:cNvCxnSpPr>
                <a:stCxn id="7168" idx="5"/>
                <a:endCxn id="717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93" name="Google Shape;7193;p127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94" name="Google Shape;7194;p127"/>
              <p:cNvCxnSpPr>
                <a:stCxn id="7175" idx="4"/>
                <a:endCxn id="719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5" name="Google Shape;7195;p127"/>
              <p:cNvCxnSpPr>
                <a:stCxn id="7193" idx="2"/>
                <a:endCxn id="717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6" name="Google Shape;7196;p127"/>
              <p:cNvCxnSpPr>
                <a:stCxn id="7193" idx="0"/>
                <a:endCxn id="716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7" name="Google Shape;7197;p127"/>
              <p:cNvCxnSpPr>
                <a:stCxn id="7193" idx="1"/>
                <a:endCxn id="717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98" name="Google Shape;7198;p127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199" name="Google Shape;7199;p127"/>
              <p:cNvCxnSpPr>
                <a:stCxn id="7193" idx="2"/>
                <a:endCxn id="719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0" name="Google Shape;7200;p127"/>
              <p:cNvCxnSpPr>
                <a:stCxn id="7198" idx="1"/>
                <a:endCxn id="717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01" name="Shape 7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2" name="Google Shape;7202;p12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203" name="Google Shape;7203;p12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204" name="Google Shape;7204;p12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5" name="Google Shape;7205;p12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6" name="Google Shape;7206;p12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207" name="Google Shape;7207;p12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208" name="Google Shape;7208;p12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9" name="Google Shape;7209;p12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0" name="Google Shape;7210;p12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1" name="Google Shape;7211;p12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212" name="Google Shape;7212;p12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213" name="Google Shape;7213;p12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214" name="Google Shape;7214;p12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5" name="Google Shape;7215;p12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6" name="Google Shape;7216;p12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7" name="Google Shape;7217;p12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8" name="Google Shape;7218;p12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9" name="Google Shape;7219;p12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20" name="Google Shape;7220;p12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21" name="Google Shape;7221;p12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22" name="Google Shape;7222;p128"/>
              <p:cNvCxnSpPr>
                <a:stCxn id="7218" idx="5"/>
                <a:endCxn id="721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3" name="Google Shape;7223;p128"/>
              <p:cNvCxnSpPr>
                <a:stCxn id="7219" idx="4"/>
                <a:endCxn id="721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4" name="Google Shape;7224;p128"/>
              <p:cNvCxnSpPr>
                <a:stCxn id="7214" idx="0"/>
                <a:endCxn id="721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5" name="Google Shape;7225;p128"/>
              <p:cNvCxnSpPr>
                <a:stCxn id="7218" idx="6"/>
                <a:endCxn id="721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6" name="Google Shape;7226;p128"/>
              <p:cNvCxnSpPr>
                <a:stCxn id="7219" idx="6"/>
                <a:endCxn id="721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7" name="Google Shape;7227;p128"/>
              <p:cNvCxnSpPr>
                <a:stCxn id="7217" idx="6"/>
                <a:endCxn id="721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8" name="Google Shape;7228;p128"/>
              <p:cNvCxnSpPr>
                <a:stCxn id="7214" idx="6"/>
                <a:endCxn id="722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9" name="Google Shape;7229;p128"/>
              <p:cNvCxnSpPr>
                <a:stCxn id="7214" idx="7"/>
                <a:endCxn id="721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0" name="Google Shape;7230;p128"/>
              <p:cNvCxnSpPr>
                <a:stCxn id="7220" idx="7"/>
                <a:endCxn id="721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1" name="Google Shape;7231;p128"/>
              <p:cNvCxnSpPr>
                <a:stCxn id="7216" idx="0"/>
                <a:endCxn id="721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2" name="Google Shape;7232;p128"/>
              <p:cNvCxnSpPr>
                <a:stCxn id="7221" idx="2"/>
                <a:endCxn id="721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3" name="Google Shape;7233;p128"/>
              <p:cNvCxnSpPr>
                <a:stCxn id="7219" idx="7"/>
                <a:endCxn id="722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34" name="Google Shape;7234;p12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35" name="Google Shape;7235;p128"/>
              <p:cNvCxnSpPr>
                <a:stCxn id="7221" idx="3"/>
                <a:endCxn id="723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6" name="Google Shape;7236;p128"/>
              <p:cNvCxnSpPr>
                <a:stCxn id="7234" idx="2"/>
                <a:endCxn id="721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7" name="Google Shape;7237;p128"/>
              <p:cNvCxnSpPr>
                <a:stCxn id="7234" idx="0"/>
                <a:endCxn id="721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8" name="Google Shape;7238;p128"/>
              <p:cNvCxnSpPr>
                <a:stCxn id="7234" idx="1"/>
                <a:endCxn id="721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39" name="Google Shape;7239;p12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40" name="Google Shape;7240;p128"/>
              <p:cNvCxnSpPr>
                <a:stCxn id="7216" idx="2"/>
                <a:endCxn id="723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1" name="Google Shape;7241;p128"/>
              <p:cNvCxnSpPr>
                <a:stCxn id="7239" idx="3"/>
                <a:endCxn id="721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2" name="Google Shape;7242;p128"/>
              <p:cNvCxnSpPr>
                <a:stCxn id="7217" idx="4"/>
                <a:endCxn id="723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43" name="Google Shape;7243;p12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44" name="Google Shape;7244;p128"/>
              <p:cNvCxnSpPr>
                <a:stCxn id="7217" idx="0"/>
                <a:endCxn id="724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5" name="Google Shape;7245;p128"/>
              <p:cNvCxnSpPr>
                <a:stCxn id="7218" idx="7"/>
                <a:endCxn id="724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246" name="Google Shape;7246;p12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7247" name="Google Shape;7247;p12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48" name="Google Shape;7248;p12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49" name="Google Shape;7249;p12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50" name="Google Shape;7250;p12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51" name="Google Shape;7251;p12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52" name="Google Shape;7252;p12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53" name="Google Shape;7253;p12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54" name="Google Shape;7254;p12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55" name="Google Shape;7255;p128"/>
              <p:cNvCxnSpPr>
                <a:stCxn id="7252" idx="4"/>
                <a:endCxn id="725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6" name="Google Shape;7256;p128"/>
              <p:cNvCxnSpPr>
                <a:stCxn id="7247" idx="7"/>
                <a:endCxn id="725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7" name="Google Shape;7257;p128"/>
              <p:cNvCxnSpPr>
                <a:stCxn id="7251" idx="7"/>
                <a:endCxn id="725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8" name="Google Shape;7258;p128"/>
              <p:cNvCxnSpPr>
                <a:stCxn id="7252" idx="6"/>
                <a:endCxn id="724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9" name="Google Shape;7259;p128"/>
              <p:cNvCxnSpPr>
                <a:stCxn id="7250" idx="7"/>
                <a:endCxn id="724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0" name="Google Shape;7260;p128"/>
              <p:cNvCxnSpPr>
                <a:stCxn id="7247" idx="6"/>
                <a:endCxn id="725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1" name="Google Shape;7261;p128"/>
              <p:cNvCxnSpPr>
                <a:stCxn id="7253" idx="0"/>
                <a:endCxn id="725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2" name="Google Shape;7262;p128"/>
              <p:cNvCxnSpPr>
                <a:stCxn id="7253" idx="5"/>
                <a:endCxn id="724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3" name="Google Shape;7263;p128"/>
              <p:cNvCxnSpPr>
                <a:stCxn id="7249" idx="0"/>
                <a:endCxn id="725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4" name="Google Shape;7264;p128"/>
              <p:cNvCxnSpPr>
                <a:stCxn id="7249" idx="7"/>
                <a:endCxn id="725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5" name="Google Shape;7265;p128"/>
              <p:cNvCxnSpPr>
                <a:stCxn id="7250" idx="6"/>
                <a:endCxn id="725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6" name="Google Shape;7266;p128"/>
              <p:cNvCxnSpPr>
                <a:stCxn id="7254" idx="0"/>
                <a:endCxn id="724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7" name="Google Shape;7267;p128"/>
              <p:cNvCxnSpPr>
                <a:stCxn id="7252" idx="5"/>
                <a:endCxn id="725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8" name="Google Shape;7268;p128"/>
              <p:cNvCxnSpPr>
                <a:stCxn id="7251" idx="6"/>
                <a:endCxn id="725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9" name="Google Shape;7269;p128"/>
              <p:cNvCxnSpPr>
                <a:stCxn id="7251" idx="5"/>
                <a:endCxn id="725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0" name="Google Shape;7270;p128"/>
              <p:cNvCxnSpPr>
                <a:stCxn id="7248" idx="4"/>
                <a:endCxn id="724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71" name="Google Shape;7271;p12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72" name="Google Shape;7272;p128"/>
              <p:cNvCxnSpPr>
                <a:stCxn id="7254" idx="4"/>
                <a:endCxn id="727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3" name="Google Shape;7273;p128"/>
              <p:cNvCxnSpPr>
                <a:stCxn id="7271" idx="1"/>
                <a:endCxn id="724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74" name="Google Shape;7274;p12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75" name="Google Shape;7275;p128"/>
              <p:cNvCxnSpPr>
                <a:stCxn id="7271" idx="2"/>
                <a:endCxn id="727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6" name="Google Shape;7276;p128"/>
              <p:cNvCxnSpPr>
                <a:stCxn id="7274" idx="1"/>
                <a:endCxn id="725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7" name="Google Shape;7277;p128"/>
              <p:cNvCxnSpPr>
                <a:stCxn id="7274" idx="7"/>
                <a:endCxn id="724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81" name="Shape 7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2" name="Google Shape;7282;p130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283" name="Google Shape;7283;p130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7284" name="Google Shape;7284;p130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7285" name="Google Shape;7285;p130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7286" name="Google Shape;7286;p130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87" name="Google Shape;7287;p130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88" name="Google Shape;7288;p130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89" name="Google Shape;7289;p130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90" name="Google Shape;7290;p130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91" name="Google Shape;7291;p130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92" name="Google Shape;7292;p130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93" name="Google Shape;7293;p130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94" name="Google Shape;7294;p130"/>
              <p:cNvCxnSpPr>
                <a:stCxn id="7290" idx="5"/>
                <a:endCxn id="728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5" name="Google Shape;7295;p130"/>
              <p:cNvCxnSpPr>
                <a:stCxn id="7291" idx="4"/>
                <a:endCxn id="728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6" name="Google Shape;7296;p130"/>
              <p:cNvCxnSpPr>
                <a:stCxn id="7286" idx="6"/>
                <a:endCxn id="728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7" name="Google Shape;7297;p130"/>
              <p:cNvCxnSpPr>
                <a:stCxn id="7286" idx="0"/>
                <a:endCxn id="729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8" name="Google Shape;7298;p130"/>
              <p:cNvCxnSpPr>
                <a:stCxn id="7290" idx="7"/>
                <a:endCxn id="729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9" name="Google Shape;7299;p130"/>
              <p:cNvCxnSpPr>
                <a:stCxn id="7291" idx="6"/>
                <a:endCxn id="728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0" name="Google Shape;7300;p130"/>
              <p:cNvCxnSpPr>
                <a:stCxn id="7289" idx="7"/>
                <a:endCxn id="728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1" name="Google Shape;7301;p130"/>
              <p:cNvCxnSpPr>
                <a:stCxn id="7286" idx="5"/>
                <a:endCxn id="729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2" name="Google Shape;7302;p130"/>
              <p:cNvCxnSpPr>
                <a:stCxn id="7292" idx="7"/>
                <a:endCxn id="728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3" name="Google Shape;7303;p130"/>
              <p:cNvCxnSpPr>
                <a:stCxn id="7292" idx="7"/>
                <a:endCxn id="728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4" name="Google Shape;7304;p130"/>
              <p:cNvCxnSpPr>
                <a:stCxn id="7288" idx="0"/>
                <a:endCxn id="728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5" name="Google Shape;7305;p130"/>
              <p:cNvCxnSpPr>
                <a:stCxn id="7288" idx="7"/>
                <a:endCxn id="729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6" name="Google Shape;7306;p130"/>
              <p:cNvCxnSpPr>
                <a:stCxn id="7293" idx="1"/>
                <a:endCxn id="728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7" name="Google Shape;7307;p130"/>
              <p:cNvCxnSpPr>
                <a:stCxn id="7290" idx="6"/>
                <a:endCxn id="729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8" name="Google Shape;7308;p130"/>
              <p:cNvCxnSpPr>
                <a:stCxn id="7287" idx="4"/>
                <a:endCxn id="728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9" name="Google Shape;7309;p130"/>
              <p:cNvCxnSpPr>
                <a:stCxn id="7286" idx="5"/>
                <a:endCxn id="728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10" name="Google Shape;7310;p130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11" name="Google Shape;7311;p130"/>
              <p:cNvCxnSpPr>
                <a:stCxn id="7293" idx="2"/>
                <a:endCxn id="731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2" name="Google Shape;7312;p130"/>
              <p:cNvCxnSpPr>
                <a:stCxn id="7310" idx="2"/>
                <a:endCxn id="728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3" name="Google Shape;7313;p130"/>
              <p:cNvCxnSpPr>
                <a:stCxn id="7310" idx="0"/>
                <a:endCxn id="728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4" name="Google Shape;7314;p130"/>
              <p:cNvCxnSpPr>
                <a:stCxn id="7310" idx="1"/>
                <a:endCxn id="728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15" name="Google Shape;7315;p130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16" name="Google Shape;7316;p130"/>
              <p:cNvCxnSpPr>
                <a:stCxn id="7288" idx="2"/>
                <a:endCxn id="731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7" name="Google Shape;7317;p130"/>
              <p:cNvCxnSpPr>
                <a:stCxn id="7315" idx="1"/>
                <a:endCxn id="729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18" name="Google Shape;7318;p130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7319" name="Google Shape;7319;p130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0" name="Google Shape;7320;p130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1" name="Google Shape;7321;p130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2" name="Google Shape;7322;p130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3" name="Google Shape;7323;p130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4" name="Google Shape;7324;p130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5" name="Google Shape;7325;p130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6" name="Google Shape;7326;p130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27" name="Google Shape;7327;p130"/>
              <p:cNvCxnSpPr>
                <a:stCxn id="7323" idx="5"/>
                <a:endCxn id="732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8" name="Google Shape;7328;p130"/>
              <p:cNvCxnSpPr>
                <a:stCxn id="7324" idx="4"/>
                <a:endCxn id="732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9" name="Google Shape;7329;p130"/>
              <p:cNvCxnSpPr>
                <a:stCxn id="7319" idx="6"/>
                <a:endCxn id="732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0" name="Google Shape;7330;p130"/>
              <p:cNvCxnSpPr>
                <a:stCxn id="7323" idx="7"/>
                <a:endCxn id="732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1" name="Google Shape;7331;p130"/>
              <p:cNvCxnSpPr>
                <a:stCxn id="7324" idx="6"/>
                <a:endCxn id="732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2" name="Google Shape;7332;p130"/>
              <p:cNvCxnSpPr>
                <a:stCxn id="7322" idx="7"/>
                <a:endCxn id="732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3" name="Google Shape;7333;p130"/>
              <p:cNvCxnSpPr>
                <a:stCxn id="7319" idx="6"/>
                <a:endCxn id="732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4" name="Google Shape;7334;p130"/>
              <p:cNvCxnSpPr>
                <a:stCxn id="7325" idx="7"/>
                <a:endCxn id="732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5" name="Google Shape;7335;p130"/>
              <p:cNvCxnSpPr>
                <a:stCxn id="7325" idx="5"/>
                <a:endCxn id="732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6" name="Google Shape;7336;p130"/>
              <p:cNvCxnSpPr>
                <a:stCxn id="7321" idx="0"/>
                <a:endCxn id="732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7" name="Google Shape;7337;p130"/>
              <p:cNvCxnSpPr>
                <a:stCxn id="7321" idx="7"/>
                <a:endCxn id="732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8" name="Google Shape;7338;p130"/>
              <p:cNvCxnSpPr>
                <a:stCxn id="7322" idx="6"/>
                <a:endCxn id="732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9" name="Google Shape;7339;p130"/>
              <p:cNvCxnSpPr>
                <a:stCxn id="7326" idx="0"/>
                <a:endCxn id="732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0" name="Google Shape;7340;p130"/>
              <p:cNvCxnSpPr>
                <a:stCxn id="7324" idx="5"/>
                <a:endCxn id="732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1" name="Google Shape;7341;p130"/>
              <p:cNvCxnSpPr>
                <a:stCxn id="7323" idx="6"/>
                <a:endCxn id="732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2" name="Google Shape;7342;p130"/>
              <p:cNvCxnSpPr>
                <a:stCxn id="7323" idx="4"/>
                <a:endCxn id="732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3" name="Google Shape;7343;p130"/>
              <p:cNvCxnSpPr>
                <a:stCxn id="7320" idx="4"/>
                <a:endCxn id="732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4" name="Google Shape;7344;p130"/>
              <p:cNvCxnSpPr>
                <a:stCxn id="7319" idx="6"/>
                <a:endCxn id="732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45" name="Google Shape;7345;p130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46" name="Google Shape;7346;p130"/>
              <p:cNvCxnSpPr>
                <a:stCxn id="7326" idx="4"/>
                <a:endCxn id="734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7" name="Google Shape;7347;p130"/>
              <p:cNvCxnSpPr>
                <a:stCxn id="7345" idx="2"/>
                <a:endCxn id="732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8" name="Google Shape;7348;p130"/>
              <p:cNvCxnSpPr>
                <a:stCxn id="7345" idx="0"/>
                <a:endCxn id="732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9" name="Google Shape;7349;p130"/>
              <p:cNvCxnSpPr>
                <a:stCxn id="7345" idx="1"/>
                <a:endCxn id="732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50" name="Google Shape;7350;p130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51" name="Google Shape;7351;p130"/>
              <p:cNvCxnSpPr>
                <a:stCxn id="7345" idx="2"/>
                <a:endCxn id="735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2" name="Google Shape;7352;p130"/>
              <p:cNvCxnSpPr>
                <a:stCxn id="7350" idx="1"/>
                <a:endCxn id="732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53" name="Shape 7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4" name="Google Shape;7354;p131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55" name="Google Shape;7355;p131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56" name="Google Shape;7356;p131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57" name="Google Shape;7357;p13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7358" name="Google Shape;7358;p13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7359" name="Google Shape;7359;p13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0" name="Google Shape;7360;p13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1" name="Google Shape;7361;p13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2" name="Google Shape;7362;p13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3" name="Google Shape;7363;p13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4" name="Google Shape;7364;p13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5" name="Google Shape;7365;p13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6" name="Google Shape;7366;p13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67" name="Google Shape;7367;p131"/>
              <p:cNvCxnSpPr>
                <a:stCxn id="7363" idx="5"/>
                <a:endCxn id="736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8" name="Google Shape;7368;p131"/>
              <p:cNvCxnSpPr>
                <a:stCxn id="7364" idx="4"/>
                <a:endCxn id="736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9" name="Google Shape;7369;p131"/>
              <p:cNvCxnSpPr>
                <a:stCxn id="7359" idx="6"/>
                <a:endCxn id="736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0" name="Google Shape;7370;p131"/>
              <p:cNvCxnSpPr>
                <a:stCxn id="7363" idx="7"/>
                <a:endCxn id="736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1" name="Google Shape;7371;p131"/>
              <p:cNvCxnSpPr>
                <a:stCxn id="7364" idx="6"/>
                <a:endCxn id="736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2" name="Google Shape;7372;p131"/>
              <p:cNvCxnSpPr>
                <a:stCxn id="7362" idx="7"/>
                <a:endCxn id="736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3" name="Google Shape;7373;p131"/>
              <p:cNvCxnSpPr>
                <a:stCxn id="7359" idx="6"/>
                <a:endCxn id="736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4" name="Google Shape;7374;p131"/>
              <p:cNvCxnSpPr>
                <a:stCxn id="7365" idx="6"/>
                <a:endCxn id="736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5" name="Google Shape;7375;p131"/>
              <p:cNvCxnSpPr>
                <a:stCxn id="7365" idx="6"/>
                <a:endCxn id="736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6" name="Google Shape;7376;p131"/>
              <p:cNvCxnSpPr>
                <a:stCxn id="7361" idx="7"/>
                <a:endCxn id="736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7" name="Google Shape;7377;p131"/>
              <p:cNvCxnSpPr>
                <a:stCxn id="7362" idx="6"/>
                <a:endCxn id="736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8" name="Google Shape;7378;p131"/>
              <p:cNvCxnSpPr>
                <a:stCxn id="7366" idx="0"/>
                <a:endCxn id="736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9" name="Google Shape;7379;p131"/>
              <p:cNvCxnSpPr>
                <a:stCxn id="7364" idx="5"/>
                <a:endCxn id="736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0" name="Google Shape;7380;p131"/>
              <p:cNvCxnSpPr>
                <a:stCxn id="7363" idx="6"/>
                <a:endCxn id="736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1" name="Google Shape;7381;p131"/>
              <p:cNvCxnSpPr>
                <a:stCxn id="7363" idx="4"/>
                <a:endCxn id="736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82" name="Google Shape;7382;p13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83" name="Google Shape;7383;p131"/>
              <p:cNvCxnSpPr>
                <a:stCxn id="7366" idx="4"/>
                <a:endCxn id="738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4" name="Google Shape;7384;p131"/>
              <p:cNvCxnSpPr>
                <a:stCxn id="7382" idx="1"/>
                <a:endCxn id="736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5" name="Google Shape;7385;p131"/>
              <p:cNvCxnSpPr>
                <a:stCxn id="7382" idx="1"/>
                <a:endCxn id="736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86" name="Google Shape;7386;p13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87" name="Google Shape;7387;p131"/>
              <p:cNvCxnSpPr>
                <a:stCxn id="7364" idx="0"/>
                <a:endCxn id="738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8" name="Google Shape;7388;p131"/>
              <p:cNvCxnSpPr>
                <a:stCxn id="7360" idx="0"/>
                <a:endCxn id="738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89" name="Google Shape;7389;p13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7390" name="Google Shape;7390;p13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1" name="Google Shape;7391;p13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2" name="Google Shape;7392;p13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3" name="Google Shape;7393;p13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4" name="Google Shape;7394;p13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5" name="Google Shape;7395;p13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6" name="Google Shape;7396;p13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7" name="Google Shape;7397;p13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98" name="Google Shape;7398;p131"/>
              <p:cNvCxnSpPr>
                <a:stCxn id="7394" idx="5"/>
                <a:endCxn id="739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9" name="Google Shape;7399;p131"/>
              <p:cNvCxnSpPr>
                <a:stCxn id="7395" idx="4"/>
                <a:endCxn id="739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0" name="Google Shape;7400;p131"/>
              <p:cNvCxnSpPr>
                <a:stCxn id="7390" idx="6"/>
                <a:endCxn id="739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1" name="Google Shape;7401;p131"/>
              <p:cNvCxnSpPr>
                <a:stCxn id="7390" idx="0"/>
                <a:endCxn id="739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2" name="Google Shape;7402;p131"/>
              <p:cNvCxnSpPr>
                <a:stCxn id="7394" idx="7"/>
                <a:endCxn id="739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3" name="Google Shape;7403;p131"/>
              <p:cNvCxnSpPr>
                <a:stCxn id="7395" idx="6"/>
                <a:endCxn id="739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4" name="Google Shape;7404;p131"/>
              <p:cNvCxnSpPr>
                <a:stCxn id="7393" idx="7"/>
                <a:endCxn id="739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5" name="Google Shape;7405;p131"/>
              <p:cNvCxnSpPr>
                <a:stCxn id="7390" idx="5"/>
                <a:endCxn id="739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6" name="Google Shape;7406;p131"/>
              <p:cNvCxnSpPr>
                <a:stCxn id="7396" idx="7"/>
                <a:endCxn id="739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7" name="Google Shape;7407;p131"/>
              <p:cNvCxnSpPr>
                <a:stCxn id="7396" idx="7"/>
                <a:endCxn id="739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8" name="Google Shape;7408;p131"/>
              <p:cNvCxnSpPr>
                <a:stCxn id="7392" idx="0"/>
                <a:endCxn id="739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9" name="Google Shape;7409;p131"/>
              <p:cNvCxnSpPr>
                <a:stCxn id="7397" idx="1"/>
                <a:endCxn id="739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0" name="Google Shape;7410;p131"/>
              <p:cNvCxnSpPr>
                <a:stCxn id="7394" idx="6"/>
                <a:endCxn id="739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1" name="Google Shape;7411;p131"/>
              <p:cNvCxnSpPr>
                <a:stCxn id="7391" idx="4"/>
                <a:endCxn id="739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12" name="Google Shape;7412;p13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13" name="Google Shape;7413;p131"/>
              <p:cNvCxnSpPr>
                <a:stCxn id="7397" idx="2"/>
                <a:endCxn id="741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4" name="Google Shape;7414;p131"/>
              <p:cNvCxnSpPr>
                <a:stCxn id="7412" idx="2"/>
                <a:endCxn id="739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5" name="Google Shape;7415;p131"/>
              <p:cNvCxnSpPr>
                <a:stCxn id="7412" idx="0"/>
                <a:endCxn id="739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6" name="Google Shape;7416;p131"/>
              <p:cNvCxnSpPr>
                <a:stCxn id="7412" idx="1"/>
                <a:endCxn id="739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17" name="Google Shape;7417;p13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18" name="Google Shape;7418;p131"/>
              <p:cNvCxnSpPr>
                <a:stCxn id="7392" idx="3"/>
                <a:endCxn id="741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9" name="Google Shape;7419;p131"/>
              <p:cNvCxnSpPr>
                <a:stCxn id="7417" idx="0"/>
                <a:endCxn id="739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0" name="Google Shape;7420;p13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21" name="Google Shape;7421;p131"/>
              <p:cNvCxnSpPr>
                <a:stCxn id="7390" idx="6"/>
                <a:endCxn id="742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2" name="Google Shape;7422;p131"/>
              <p:cNvCxnSpPr>
                <a:stCxn id="7396" idx="0"/>
                <a:endCxn id="742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3" name="Google Shape;7423;p131"/>
              <p:cNvCxnSpPr>
                <a:stCxn id="7420" idx="6"/>
                <a:endCxn id="739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4" name="Google Shape;7424;p13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25" name="Google Shape;7425;p131"/>
              <p:cNvCxnSpPr>
                <a:stCxn id="7417" idx="5"/>
                <a:endCxn id="742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6" name="Google Shape;7426;p131"/>
              <p:cNvCxnSpPr>
                <a:stCxn id="7424" idx="7"/>
                <a:endCxn id="739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7" name="Google Shape;7427;p13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28" name="Google Shape;7428;p131"/>
              <p:cNvCxnSpPr>
                <a:stCxn id="7417" idx="0"/>
                <a:endCxn id="742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9" name="Google Shape;7429;p131"/>
              <p:cNvCxnSpPr>
                <a:stCxn id="7427" idx="1"/>
                <a:endCxn id="739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0" name="Google Shape;7430;p131"/>
              <p:cNvCxnSpPr>
                <a:stCxn id="7427" idx="6"/>
                <a:endCxn id="739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31" name="Shape 7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2" name="Google Shape;7432;p1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33" name="Google Shape;7433;p132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7434" name="Google Shape;7434;p132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7435" name="Google Shape;7435;p132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7436" name="Google Shape;7436;p132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37" name="Google Shape;7437;p132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38" name="Google Shape;7438;p132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39" name="Google Shape;7439;p132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40" name="Google Shape;7440;p132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41" name="Google Shape;7441;p132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42" name="Google Shape;7442;p132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43" name="Google Shape;7443;p132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44" name="Google Shape;7444;p132"/>
              <p:cNvCxnSpPr>
                <a:stCxn id="7440" idx="5"/>
                <a:endCxn id="743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5" name="Google Shape;7445;p132"/>
              <p:cNvCxnSpPr>
                <a:stCxn id="7441" idx="4"/>
                <a:endCxn id="743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6" name="Google Shape;7446;p132"/>
              <p:cNvCxnSpPr>
                <a:stCxn id="7436" idx="6"/>
                <a:endCxn id="744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7" name="Google Shape;7447;p132"/>
              <p:cNvCxnSpPr>
                <a:stCxn id="7440" idx="7"/>
                <a:endCxn id="744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8" name="Google Shape;7448;p132"/>
              <p:cNvCxnSpPr>
                <a:stCxn id="7441" idx="6"/>
                <a:endCxn id="743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9" name="Google Shape;7449;p132"/>
              <p:cNvCxnSpPr>
                <a:stCxn id="7439" idx="7"/>
                <a:endCxn id="743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0" name="Google Shape;7450;p132"/>
              <p:cNvCxnSpPr>
                <a:stCxn id="7436" idx="6"/>
                <a:endCxn id="744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1" name="Google Shape;7451;p132"/>
              <p:cNvCxnSpPr>
                <a:stCxn id="7442" idx="6"/>
                <a:endCxn id="743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2" name="Google Shape;7452;p132"/>
              <p:cNvCxnSpPr>
                <a:stCxn id="7442" idx="5"/>
                <a:endCxn id="743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3" name="Google Shape;7453;p132"/>
              <p:cNvCxnSpPr>
                <a:stCxn id="7438" idx="0"/>
                <a:endCxn id="743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4" name="Google Shape;7454;p132"/>
              <p:cNvCxnSpPr>
                <a:stCxn id="7438" idx="7"/>
                <a:endCxn id="744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5" name="Google Shape;7455;p132"/>
              <p:cNvCxnSpPr>
                <a:stCxn id="7439" idx="6"/>
                <a:endCxn id="744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6" name="Google Shape;7456;p132"/>
              <p:cNvCxnSpPr>
                <a:stCxn id="7443" idx="0"/>
                <a:endCxn id="743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7" name="Google Shape;7457;p132"/>
              <p:cNvCxnSpPr>
                <a:stCxn id="7441" idx="5"/>
                <a:endCxn id="744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8" name="Google Shape;7458;p132"/>
              <p:cNvCxnSpPr>
                <a:stCxn id="7440" idx="6"/>
                <a:endCxn id="744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9" name="Google Shape;7459;p132"/>
              <p:cNvCxnSpPr>
                <a:stCxn id="7440" idx="4"/>
                <a:endCxn id="743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0" name="Google Shape;7460;p132"/>
              <p:cNvCxnSpPr>
                <a:stCxn id="7437" idx="4"/>
                <a:endCxn id="743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61" name="Google Shape;7461;p132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62" name="Google Shape;7462;p132"/>
              <p:cNvCxnSpPr>
                <a:stCxn id="7443" idx="4"/>
                <a:endCxn id="746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3" name="Google Shape;7463;p132"/>
              <p:cNvCxnSpPr>
                <a:stCxn id="7461" idx="1"/>
                <a:endCxn id="743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4" name="Google Shape;7464;p132"/>
              <p:cNvCxnSpPr>
                <a:stCxn id="7461" idx="0"/>
                <a:endCxn id="743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5" name="Google Shape;7465;p132"/>
              <p:cNvCxnSpPr>
                <a:stCxn id="7461" idx="1"/>
                <a:endCxn id="743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66" name="Google Shape;7466;p132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67" name="Google Shape;7467;p132"/>
              <p:cNvCxnSpPr>
                <a:stCxn id="7461" idx="2"/>
                <a:endCxn id="746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8" name="Google Shape;7468;p132"/>
              <p:cNvCxnSpPr>
                <a:stCxn id="7466" idx="1"/>
                <a:endCxn id="744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9" name="Google Shape;7469;p132"/>
              <p:cNvCxnSpPr>
                <a:stCxn id="7466" idx="7"/>
                <a:endCxn id="743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70" name="Google Shape;7470;p132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7471" name="Google Shape;7471;p132"/>
              <p:cNvCxnSpPr>
                <a:stCxn id="7472" idx="6"/>
                <a:endCxn id="747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73" name="Google Shape;7473;p132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74" name="Google Shape;7474;p132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75" name="Google Shape;7475;p132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76" name="Google Shape;7476;p132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77" name="Google Shape;7477;p132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78" name="Google Shape;7478;p132"/>
              <p:cNvCxnSpPr>
                <a:stCxn id="7477" idx="4"/>
                <a:endCxn id="747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9" name="Google Shape;7479;p132"/>
              <p:cNvCxnSpPr>
                <a:stCxn id="7476" idx="4"/>
                <a:endCxn id="747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0" name="Google Shape;7480;p132"/>
              <p:cNvCxnSpPr>
                <a:stCxn id="7476" idx="5"/>
                <a:endCxn id="747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1" name="Google Shape;7481;p132"/>
              <p:cNvCxnSpPr>
                <a:stCxn id="7476" idx="0"/>
                <a:endCxn id="747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2" name="Google Shape;7482;p132"/>
              <p:cNvCxnSpPr>
                <a:stCxn id="7476" idx="7"/>
                <a:endCxn id="747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3" name="Google Shape;7483;p132"/>
              <p:cNvCxnSpPr>
                <a:stCxn id="7474" idx="5"/>
                <a:endCxn id="747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4" name="Google Shape;7484;p132"/>
              <p:cNvCxnSpPr>
                <a:stCxn id="7474" idx="6"/>
                <a:endCxn id="747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5" name="Google Shape;7485;p132"/>
              <p:cNvCxnSpPr>
                <a:stCxn id="7486" idx="1"/>
                <a:endCxn id="747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7" name="Google Shape;7487;p132"/>
              <p:cNvCxnSpPr>
                <a:stCxn id="7477" idx="0"/>
                <a:endCxn id="747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8" name="Google Shape;7488;p132"/>
              <p:cNvCxnSpPr>
                <a:stCxn id="7477" idx="0"/>
                <a:endCxn id="748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89" name="Google Shape;7489;p132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90" name="Google Shape;7490;p132"/>
              <p:cNvCxnSpPr>
                <a:stCxn id="7474" idx="5"/>
                <a:endCxn id="748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1" name="Google Shape;7491;p132"/>
              <p:cNvCxnSpPr>
                <a:stCxn id="7486" idx="7"/>
                <a:endCxn id="748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2" name="Google Shape;7492;p132"/>
              <p:cNvCxnSpPr>
                <a:stCxn id="7489" idx="6"/>
                <a:endCxn id="747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93" name="Google Shape;7493;p132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94" name="Google Shape;7494;p132"/>
              <p:cNvCxnSpPr>
                <a:stCxn id="7493" idx="0"/>
                <a:endCxn id="747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5" name="Google Shape;7495;p132"/>
              <p:cNvCxnSpPr>
                <a:stCxn id="7493" idx="6"/>
                <a:endCxn id="747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6" name="Google Shape;7496;p132"/>
              <p:cNvCxnSpPr>
                <a:stCxn id="7493" idx="5"/>
                <a:endCxn id="747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7" name="Google Shape;7497;p132"/>
              <p:cNvCxnSpPr>
                <a:stCxn id="7493" idx="5"/>
                <a:endCxn id="747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86" name="Google Shape;7486;p132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72" name="Google Shape;7472;p132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498" name="Google Shape;7498;p132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7499" name="Google Shape;7499;p132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500" name="Google Shape;7500;p132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501" name="Google Shape;7501;p132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502" name="Google Shape;7502;p132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03" name="Shape 7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4" name="Google Shape;7504;p1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05" name="Google Shape;7505;p133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6" name="Google Shape;7506;p133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7" name="Google Shape;7507;p133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508" name="Google Shape;7508;p133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7509" name="Google Shape;7509;p133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7510" name="Google Shape;7510;p133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7511" name="Google Shape;7511;p133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2" name="Google Shape;7512;p133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3" name="Google Shape;7513;p133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4" name="Google Shape;7514;p133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5" name="Google Shape;7515;p133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6" name="Google Shape;7516;p133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7" name="Google Shape;7517;p133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8" name="Google Shape;7518;p133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19" name="Google Shape;7519;p133"/>
              <p:cNvCxnSpPr>
                <a:stCxn id="7515" idx="5"/>
                <a:endCxn id="751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0" name="Google Shape;7520;p133"/>
              <p:cNvCxnSpPr>
                <a:stCxn id="7516" idx="4"/>
                <a:endCxn id="751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1" name="Google Shape;7521;p133"/>
              <p:cNvCxnSpPr>
                <a:stCxn id="7511" idx="6"/>
                <a:endCxn id="751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2" name="Google Shape;7522;p133"/>
              <p:cNvCxnSpPr>
                <a:stCxn id="7515" idx="7"/>
                <a:endCxn id="751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3" name="Google Shape;7523;p133"/>
              <p:cNvCxnSpPr>
                <a:stCxn id="7516" idx="6"/>
                <a:endCxn id="751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4" name="Google Shape;7524;p133"/>
              <p:cNvCxnSpPr>
                <a:stCxn id="7514" idx="7"/>
                <a:endCxn id="751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5" name="Google Shape;7525;p133"/>
              <p:cNvCxnSpPr>
                <a:stCxn id="7511" idx="6"/>
                <a:endCxn id="751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6" name="Google Shape;7526;p133"/>
              <p:cNvCxnSpPr>
                <a:stCxn id="7517" idx="6"/>
                <a:endCxn id="751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7" name="Google Shape;7527;p133"/>
              <p:cNvCxnSpPr>
                <a:stCxn id="7517" idx="5"/>
                <a:endCxn id="751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8" name="Google Shape;7528;p133"/>
              <p:cNvCxnSpPr>
                <a:stCxn id="7513" idx="0"/>
                <a:endCxn id="751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9" name="Google Shape;7529;p133"/>
              <p:cNvCxnSpPr>
                <a:stCxn id="7513" idx="7"/>
                <a:endCxn id="751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0" name="Google Shape;7530;p133"/>
              <p:cNvCxnSpPr>
                <a:stCxn id="7514" idx="6"/>
                <a:endCxn id="751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1" name="Google Shape;7531;p133"/>
              <p:cNvCxnSpPr>
                <a:stCxn id="7518" idx="0"/>
                <a:endCxn id="751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2" name="Google Shape;7532;p133"/>
              <p:cNvCxnSpPr>
                <a:stCxn id="7516" idx="5"/>
                <a:endCxn id="751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3" name="Google Shape;7533;p133"/>
              <p:cNvCxnSpPr>
                <a:stCxn id="7515" idx="6"/>
                <a:endCxn id="751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4" name="Google Shape;7534;p133"/>
              <p:cNvCxnSpPr>
                <a:stCxn id="7515" idx="4"/>
                <a:endCxn id="751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5" name="Google Shape;7535;p133"/>
              <p:cNvCxnSpPr>
                <a:stCxn id="7512" idx="4"/>
                <a:endCxn id="751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36" name="Google Shape;7536;p133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37" name="Google Shape;7537;p133"/>
              <p:cNvCxnSpPr>
                <a:stCxn id="7518" idx="4"/>
                <a:endCxn id="753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8" name="Google Shape;7538;p133"/>
              <p:cNvCxnSpPr>
                <a:stCxn id="7536" idx="1"/>
                <a:endCxn id="751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9" name="Google Shape;7539;p133"/>
              <p:cNvCxnSpPr>
                <a:stCxn id="7536" idx="0"/>
                <a:endCxn id="751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0" name="Google Shape;7540;p133"/>
              <p:cNvCxnSpPr>
                <a:stCxn id="7536" idx="1"/>
                <a:endCxn id="751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41" name="Google Shape;7541;p133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42" name="Google Shape;7542;p133"/>
              <p:cNvCxnSpPr>
                <a:stCxn id="7536" idx="2"/>
                <a:endCxn id="754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3" name="Google Shape;7543;p133"/>
              <p:cNvCxnSpPr>
                <a:stCxn id="7541" idx="1"/>
                <a:endCxn id="751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4" name="Google Shape;7544;p133"/>
              <p:cNvCxnSpPr>
                <a:stCxn id="7541" idx="7"/>
                <a:endCxn id="751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545" name="Google Shape;7545;p133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7546" name="Google Shape;7546;p133"/>
              <p:cNvCxnSpPr>
                <a:stCxn id="7547" idx="6"/>
                <a:endCxn id="754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48" name="Google Shape;7548;p13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49" name="Google Shape;7549;p13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50" name="Google Shape;7550;p13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51" name="Google Shape;7551;p13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52" name="Google Shape;7552;p133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53" name="Google Shape;7553;p133"/>
              <p:cNvCxnSpPr>
                <a:stCxn id="7552" idx="4"/>
                <a:endCxn id="755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4" name="Google Shape;7554;p133"/>
              <p:cNvCxnSpPr>
                <a:stCxn id="7551" idx="4"/>
                <a:endCxn id="755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5" name="Google Shape;7555;p133"/>
              <p:cNvCxnSpPr>
                <a:stCxn id="7551" idx="5"/>
                <a:endCxn id="755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6" name="Google Shape;7556;p133"/>
              <p:cNvCxnSpPr>
                <a:stCxn id="7551" idx="0"/>
                <a:endCxn id="754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7" name="Google Shape;7557;p133"/>
              <p:cNvCxnSpPr>
                <a:stCxn id="7551" idx="7"/>
                <a:endCxn id="754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8" name="Google Shape;7558;p133"/>
              <p:cNvCxnSpPr>
                <a:stCxn id="7549" idx="5"/>
                <a:endCxn id="754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9" name="Google Shape;7559;p133"/>
              <p:cNvCxnSpPr>
                <a:stCxn id="7549" idx="6"/>
                <a:endCxn id="754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0" name="Google Shape;7560;p133"/>
              <p:cNvCxnSpPr>
                <a:stCxn id="7561" idx="1"/>
                <a:endCxn id="754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2" name="Google Shape;7562;p133"/>
              <p:cNvCxnSpPr>
                <a:stCxn id="7552" idx="0"/>
                <a:endCxn id="754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3" name="Google Shape;7563;p133"/>
              <p:cNvCxnSpPr>
                <a:stCxn id="7552" idx="0"/>
                <a:endCxn id="756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64" name="Google Shape;7564;p13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65" name="Google Shape;7565;p133"/>
              <p:cNvCxnSpPr>
                <a:stCxn id="7549" idx="5"/>
                <a:endCxn id="756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6" name="Google Shape;7566;p133"/>
              <p:cNvCxnSpPr>
                <a:stCxn id="7561" idx="7"/>
                <a:endCxn id="756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7" name="Google Shape;7567;p133"/>
              <p:cNvCxnSpPr>
                <a:stCxn id="7564" idx="6"/>
                <a:endCxn id="754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68" name="Google Shape;7568;p13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69" name="Google Shape;7569;p133"/>
              <p:cNvCxnSpPr>
                <a:stCxn id="7568" idx="0"/>
                <a:endCxn id="754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0" name="Google Shape;7570;p133"/>
              <p:cNvCxnSpPr>
                <a:stCxn id="7568" idx="6"/>
                <a:endCxn id="754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1" name="Google Shape;7571;p133"/>
              <p:cNvCxnSpPr>
                <a:stCxn id="7568" idx="5"/>
                <a:endCxn id="755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2" name="Google Shape;7572;p133"/>
              <p:cNvCxnSpPr>
                <a:stCxn id="7568" idx="5"/>
                <a:endCxn id="755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61" name="Google Shape;7561;p13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47" name="Google Shape;7547;p13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573" name="Google Shape;7573;p133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7574" name="Google Shape;7574;p133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7575" name="Google Shape;7575;p13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76" name="Google Shape;7576;p13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77" name="Google Shape;7577;p13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78" name="Google Shape;7578;p13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579" name="Google Shape;7579;p133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7580" name="Google Shape;7580;p13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81" name="Google Shape;7581;p13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82" name="Google Shape;7582;p13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83" name="Shape 7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4" name="Google Shape;7584;p1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585" name="Google Shape;7585;p134"/>
          <p:cNvCxnSpPr>
            <a:stCxn id="7586" idx="6"/>
            <a:endCxn id="758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88" name="Google Shape;7588;p134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7589" name="Google Shape;7589;p134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7590" name="Google Shape;7590;p134"/>
              <p:cNvCxnSpPr>
                <a:stCxn id="7587" idx="7"/>
                <a:endCxn id="759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91" name="Google Shape;7591;p134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92" name="Google Shape;7592;p134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93" name="Google Shape;7593;p134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87" name="Google Shape;7587;p134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94" name="Google Shape;7594;p134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95" name="Google Shape;7595;p134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96" name="Google Shape;7596;p134"/>
              <p:cNvCxnSpPr>
                <a:stCxn id="7595" idx="4"/>
                <a:endCxn id="759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7" name="Google Shape;7597;p134"/>
              <p:cNvCxnSpPr>
                <a:stCxn id="7594" idx="4"/>
                <a:endCxn id="759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8" name="Google Shape;7598;p134"/>
              <p:cNvCxnSpPr>
                <a:stCxn id="7594" idx="5"/>
                <a:endCxn id="759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9" name="Google Shape;7599;p134"/>
              <p:cNvCxnSpPr>
                <a:stCxn id="7594" idx="0"/>
                <a:endCxn id="759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0" name="Google Shape;7600;p134"/>
              <p:cNvCxnSpPr>
                <a:stCxn id="7594" idx="0"/>
                <a:endCxn id="758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1" name="Google Shape;7601;p134"/>
              <p:cNvCxnSpPr>
                <a:stCxn id="7592" idx="5"/>
                <a:endCxn id="758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2" name="Google Shape;7602;p134"/>
              <p:cNvCxnSpPr>
                <a:stCxn id="7592" idx="6"/>
                <a:endCxn id="759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3" name="Google Shape;7603;p134"/>
              <p:cNvCxnSpPr>
                <a:stCxn id="7587" idx="1"/>
                <a:endCxn id="759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4" name="Google Shape;7604;p134"/>
              <p:cNvCxnSpPr>
                <a:stCxn id="7595" idx="0"/>
                <a:endCxn id="758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5" name="Google Shape;7605;p134"/>
              <p:cNvCxnSpPr>
                <a:stCxn id="7595" idx="0"/>
                <a:endCxn id="758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86" name="Google Shape;7586;p13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606" name="Google Shape;7606;p134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7607" name="Google Shape;7607;p134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08" name="Google Shape;7608;p134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09" name="Google Shape;7609;p134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10" name="Google Shape;7610;p134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11" name="Google Shape;7611;p134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12" name="Google Shape;7612;p134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13" name="Google Shape;7613;p134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614" name="Google Shape;7614;p134"/>
              <p:cNvCxnSpPr>
                <a:stCxn id="7613" idx="7"/>
                <a:endCxn id="760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5" name="Google Shape;7615;p134"/>
              <p:cNvCxnSpPr>
                <a:stCxn id="7608" idx="0"/>
                <a:endCxn id="761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6" name="Google Shape;7616;p134"/>
              <p:cNvCxnSpPr>
                <a:stCxn id="7613" idx="0"/>
                <a:endCxn id="761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7" name="Google Shape;7617;p134"/>
              <p:cNvCxnSpPr>
                <a:stCxn id="7609" idx="4"/>
                <a:endCxn id="761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8" name="Google Shape;7618;p134"/>
              <p:cNvCxnSpPr>
                <a:stCxn id="7611" idx="2"/>
                <a:endCxn id="760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9" name="Google Shape;7619;p134"/>
              <p:cNvCxnSpPr>
                <a:stCxn id="7610" idx="2"/>
                <a:endCxn id="760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0" name="Google Shape;7620;p134"/>
              <p:cNvCxnSpPr>
                <a:stCxn id="7607" idx="1"/>
                <a:endCxn id="761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1" name="Google Shape;7621;p134"/>
              <p:cNvCxnSpPr>
                <a:stCxn id="7607" idx="2"/>
                <a:endCxn id="761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2" name="Google Shape;7622;p134"/>
              <p:cNvCxnSpPr>
                <a:stCxn id="7610" idx="3"/>
                <a:endCxn id="761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3" name="Google Shape;7623;p134"/>
              <p:cNvCxnSpPr>
                <a:stCxn id="7611" idx="3"/>
                <a:endCxn id="760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24" name="Google Shape;7624;p134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625" name="Google Shape;7625;p134"/>
              <p:cNvCxnSpPr>
                <a:endCxn id="762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6" name="Google Shape;7626;p134"/>
              <p:cNvCxnSpPr>
                <a:stCxn id="7612" idx="3"/>
                <a:endCxn id="762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27" name="Google Shape;7627;p134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628" name="Google Shape;7628;p134"/>
              <p:cNvCxnSpPr>
                <a:stCxn id="7612" idx="1"/>
                <a:endCxn id="762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9" name="Google Shape;7629;p134"/>
              <p:cNvCxnSpPr>
                <a:stCxn id="7624" idx="0"/>
                <a:endCxn id="762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0" name="Google Shape;7630;p134"/>
              <p:cNvCxnSpPr>
                <a:stCxn id="7609" idx="2"/>
                <a:endCxn id="762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1" name="Google Shape;7631;p134"/>
              <p:cNvCxnSpPr>
                <a:stCxn id="7610" idx="2"/>
                <a:endCxn id="762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2" name="Google Shape;7632;p134"/>
              <p:cNvCxnSpPr>
                <a:stCxn id="7607" idx="2"/>
                <a:endCxn id="760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633" name="Google Shape;7633;p134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7634" name="Google Shape;7634;p134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7635" name="Google Shape;7635;p134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36" name="Google Shape;7636;p13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37" name="Google Shape;7637;p134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38" name="Google Shape;7638;p13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639" name="Google Shape;7639;p134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7640" name="Google Shape;7640;p13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41" name="Google Shape;7641;p13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42" name="Google Shape;7642;p13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43" name="Shape 7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4" name="Google Shape;7644;p135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45" name="Google Shape;7645;p135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646" name="Google Shape;7646;p135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7647" name="Google Shape;7647;p135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7648" name="Google Shape;7648;p135"/>
            <p:cNvCxnSpPr>
              <a:stCxn id="7649" idx="7"/>
              <a:endCxn id="765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50" name="Google Shape;7650;p135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51" name="Google Shape;7651;p135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52" name="Google Shape;7652;p135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53" name="Google Shape;7653;p135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54" name="Google Shape;7654;p135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55" name="Google Shape;7655;p135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7656" name="Google Shape;7656;p135"/>
            <p:cNvCxnSpPr>
              <a:stCxn id="7655" idx="4"/>
              <a:endCxn id="765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7" name="Google Shape;7657;p135"/>
            <p:cNvCxnSpPr>
              <a:stCxn id="7654" idx="4"/>
              <a:endCxn id="765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8" name="Google Shape;7658;p135"/>
            <p:cNvCxnSpPr>
              <a:stCxn id="7654" idx="5"/>
              <a:endCxn id="765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9" name="Google Shape;7659;p135"/>
            <p:cNvCxnSpPr>
              <a:stCxn id="7654" idx="0"/>
              <a:endCxn id="765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0" name="Google Shape;7660;p135"/>
            <p:cNvCxnSpPr>
              <a:stCxn id="7654" idx="7"/>
              <a:endCxn id="764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1" name="Google Shape;7661;p135"/>
            <p:cNvCxnSpPr>
              <a:stCxn id="7651" idx="5"/>
              <a:endCxn id="764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2" name="Google Shape;7662;p135"/>
            <p:cNvCxnSpPr>
              <a:stCxn id="7651" idx="6"/>
              <a:endCxn id="765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3" name="Google Shape;7663;p135"/>
            <p:cNvCxnSpPr>
              <a:stCxn id="7653" idx="2"/>
              <a:endCxn id="765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4" name="Google Shape;7664;p135"/>
            <p:cNvCxnSpPr>
              <a:stCxn id="7655" idx="0"/>
              <a:endCxn id="764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5" name="Google Shape;7665;p135"/>
            <p:cNvCxnSpPr>
              <a:stCxn id="7655" idx="0"/>
              <a:endCxn id="765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49" name="Google Shape;7649;p135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666" name="Google Shape;7666;p135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7667" name="Google Shape;7667;p13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68" name="Google Shape;7668;p13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69" name="Google Shape;7669;p13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70" name="Google Shape;7670;p13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71" name="Shape 7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2" name="Google Shape;7672;p136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673" name="Google Shape;7673;p136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7674" name="Google Shape;7674;p136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7675" name="Google Shape;7675;p136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76" name="Google Shape;7676;p136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77" name="Google Shape;7677;p136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78" name="Google Shape;7678;p136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79" name="Google Shape;7679;p136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80" name="Google Shape;7680;p136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81" name="Google Shape;7681;p136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82" name="Google Shape;7682;p136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683" name="Google Shape;7683;p136"/>
              <p:cNvCxnSpPr>
                <a:stCxn id="7679" idx="5"/>
                <a:endCxn id="767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4" name="Google Shape;7684;p136"/>
              <p:cNvCxnSpPr>
                <a:stCxn id="7680" idx="4"/>
                <a:endCxn id="767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5" name="Google Shape;7685;p136"/>
              <p:cNvCxnSpPr>
                <a:stCxn id="7675" idx="6"/>
                <a:endCxn id="767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6" name="Google Shape;7686;p136"/>
              <p:cNvCxnSpPr>
                <a:stCxn id="7675" idx="0"/>
                <a:endCxn id="767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7" name="Google Shape;7687;p136"/>
              <p:cNvCxnSpPr>
                <a:stCxn id="7679" idx="7"/>
                <a:endCxn id="768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8" name="Google Shape;7688;p136"/>
              <p:cNvCxnSpPr>
                <a:stCxn id="7680" idx="6"/>
                <a:endCxn id="767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9" name="Google Shape;7689;p136"/>
              <p:cNvCxnSpPr>
                <a:stCxn id="7678" idx="7"/>
                <a:endCxn id="767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0" name="Google Shape;7690;p136"/>
              <p:cNvCxnSpPr>
                <a:stCxn id="7675" idx="5"/>
                <a:endCxn id="768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1" name="Google Shape;7691;p136"/>
              <p:cNvCxnSpPr>
                <a:stCxn id="7681" idx="7"/>
                <a:endCxn id="767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2" name="Google Shape;7692;p136"/>
              <p:cNvCxnSpPr>
                <a:stCxn id="7681" idx="6"/>
                <a:endCxn id="767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3" name="Google Shape;7693;p136"/>
              <p:cNvCxnSpPr>
                <a:stCxn id="7677" idx="1"/>
                <a:endCxn id="767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4" name="Google Shape;7694;p136"/>
              <p:cNvCxnSpPr>
                <a:stCxn id="7682" idx="1"/>
                <a:endCxn id="767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5" name="Google Shape;7695;p136"/>
              <p:cNvCxnSpPr>
                <a:stCxn id="7679" idx="6"/>
                <a:endCxn id="768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6" name="Google Shape;7696;p136"/>
              <p:cNvCxnSpPr>
                <a:stCxn id="7676" idx="4"/>
                <a:endCxn id="767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7" name="Google Shape;7697;p136"/>
              <p:cNvCxnSpPr>
                <a:stCxn id="7675" idx="5"/>
                <a:endCxn id="767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98" name="Google Shape;7698;p136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699" name="Google Shape;7699;p136"/>
              <p:cNvCxnSpPr>
                <a:stCxn id="7682" idx="2"/>
                <a:endCxn id="769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0" name="Google Shape;7700;p136"/>
              <p:cNvCxnSpPr>
                <a:stCxn id="7698" idx="2"/>
                <a:endCxn id="767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1" name="Google Shape;7701;p136"/>
              <p:cNvCxnSpPr>
                <a:stCxn id="7698" idx="0"/>
                <a:endCxn id="767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2" name="Google Shape;7702;p136"/>
              <p:cNvCxnSpPr>
                <a:stCxn id="7698" idx="1"/>
                <a:endCxn id="767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03" name="Google Shape;7703;p136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04" name="Google Shape;7704;p136"/>
              <p:cNvCxnSpPr>
                <a:stCxn id="7677" idx="3"/>
                <a:endCxn id="770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5" name="Google Shape;7705;p136"/>
              <p:cNvCxnSpPr>
                <a:stCxn id="7703" idx="1"/>
                <a:endCxn id="768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706" name="Google Shape;7706;p136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7707" name="Google Shape;7707;p136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08" name="Google Shape;7708;p136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09" name="Google Shape;7709;p136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10" name="Google Shape;7710;p136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11" name="Google Shape;7711;p136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12" name="Google Shape;7712;p136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13" name="Google Shape;7713;p136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14" name="Google Shape;7714;p136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15" name="Google Shape;7715;p136"/>
              <p:cNvCxnSpPr>
                <a:stCxn id="7711" idx="5"/>
                <a:endCxn id="771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6" name="Google Shape;7716;p136"/>
              <p:cNvCxnSpPr>
                <a:stCxn id="7712" idx="4"/>
                <a:endCxn id="771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7" name="Google Shape;7717;p136"/>
              <p:cNvCxnSpPr>
                <a:stCxn id="7707" idx="6"/>
                <a:endCxn id="771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8" name="Google Shape;7718;p136"/>
              <p:cNvCxnSpPr>
                <a:stCxn id="7711" idx="7"/>
                <a:endCxn id="771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9" name="Google Shape;7719;p136"/>
              <p:cNvCxnSpPr>
                <a:stCxn id="7712" idx="6"/>
                <a:endCxn id="770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0" name="Google Shape;7720;p136"/>
              <p:cNvCxnSpPr>
                <a:stCxn id="7710" idx="7"/>
                <a:endCxn id="770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1" name="Google Shape;7721;p136"/>
              <p:cNvCxnSpPr>
                <a:stCxn id="7707" idx="6"/>
                <a:endCxn id="771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2" name="Google Shape;7722;p136"/>
              <p:cNvCxnSpPr>
                <a:stCxn id="7713" idx="7"/>
                <a:endCxn id="771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3" name="Google Shape;7723;p136"/>
              <p:cNvCxnSpPr>
                <a:stCxn id="7713" idx="5"/>
                <a:endCxn id="770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4" name="Google Shape;7724;p136"/>
              <p:cNvCxnSpPr>
                <a:stCxn id="7709" idx="0"/>
                <a:endCxn id="771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5" name="Google Shape;7725;p136"/>
              <p:cNvCxnSpPr>
                <a:stCxn id="7709" idx="7"/>
                <a:endCxn id="771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6" name="Google Shape;7726;p136"/>
              <p:cNvCxnSpPr>
                <a:stCxn id="7710" idx="6"/>
                <a:endCxn id="771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7" name="Google Shape;7727;p136"/>
              <p:cNvCxnSpPr>
                <a:stCxn id="7714" idx="0"/>
                <a:endCxn id="770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8" name="Google Shape;7728;p136"/>
              <p:cNvCxnSpPr>
                <a:stCxn id="7712" idx="5"/>
                <a:endCxn id="771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9" name="Google Shape;7729;p136"/>
              <p:cNvCxnSpPr>
                <a:stCxn id="7711" idx="6"/>
                <a:endCxn id="771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0" name="Google Shape;7730;p136"/>
              <p:cNvCxnSpPr>
                <a:stCxn id="7711" idx="4"/>
                <a:endCxn id="770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1" name="Google Shape;7731;p136"/>
              <p:cNvCxnSpPr>
                <a:stCxn id="7708" idx="4"/>
                <a:endCxn id="770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2" name="Google Shape;7732;p136"/>
              <p:cNvCxnSpPr>
                <a:stCxn id="7707" idx="6"/>
                <a:endCxn id="770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33" name="Google Shape;7733;p136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34" name="Google Shape;7734;p136"/>
              <p:cNvCxnSpPr>
                <a:stCxn id="7714" idx="4"/>
                <a:endCxn id="773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5" name="Google Shape;7735;p136"/>
              <p:cNvCxnSpPr>
                <a:stCxn id="7733" idx="2"/>
                <a:endCxn id="770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6" name="Google Shape;7736;p136"/>
              <p:cNvCxnSpPr>
                <a:stCxn id="7733" idx="0"/>
                <a:endCxn id="770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7" name="Google Shape;7737;p136"/>
              <p:cNvCxnSpPr>
                <a:stCxn id="7733" idx="1"/>
                <a:endCxn id="771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38" name="Google Shape;7738;p136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39" name="Google Shape;7739;p136"/>
              <p:cNvCxnSpPr>
                <a:stCxn id="7733" idx="2"/>
                <a:endCxn id="773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40" name="Google Shape;7740;p136"/>
              <p:cNvCxnSpPr>
                <a:stCxn id="7738" idx="1"/>
                <a:endCxn id="771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41" name="Shape 7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2" name="Google Shape;7742;p1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43" name="Google Shape;7743;p137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44" name="Google Shape;7744;p137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745" name="Google Shape;7745;p137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746" name="Google Shape;7746;p137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747" name="Google Shape;7747;p13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48" name="Google Shape;7748;p13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49" name="Google Shape;7749;p13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750" name="Google Shape;7750;p137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751" name="Google Shape;7751;p13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52" name="Google Shape;7752;p13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53" name="Google Shape;7753;p13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54" name="Google Shape;7754;p13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755" name="Google Shape;7755;p137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7756" name="Google Shape;7756;p137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757" name="Google Shape;7757;p137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58" name="Google Shape;7758;p137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59" name="Google Shape;7759;p137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60" name="Google Shape;7760;p137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61" name="Google Shape;7761;p137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62" name="Google Shape;7762;p137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63" name="Google Shape;7763;p137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64" name="Google Shape;7764;p137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65" name="Google Shape;7765;p137"/>
              <p:cNvCxnSpPr>
                <a:stCxn id="7761" idx="5"/>
                <a:endCxn id="776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6" name="Google Shape;7766;p137"/>
              <p:cNvCxnSpPr>
                <a:stCxn id="7762" idx="4"/>
                <a:endCxn id="776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7" name="Google Shape;7767;p137"/>
              <p:cNvCxnSpPr>
                <a:stCxn id="7757" idx="0"/>
                <a:endCxn id="776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8" name="Google Shape;7768;p137"/>
              <p:cNvCxnSpPr>
                <a:stCxn id="7761" idx="6"/>
                <a:endCxn id="776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9" name="Google Shape;7769;p137"/>
              <p:cNvCxnSpPr>
                <a:stCxn id="7762" idx="6"/>
                <a:endCxn id="775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0" name="Google Shape;7770;p137"/>
              <p:cNvCxnSpPr>
                <a:stCxn id="7760" idx="6"/>
                <a:endCxn id="775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1" name="Google Shape;7771;p137"/>
              <p:cNvCxnSpPr>
                <a:stCxn id="7757" idx="6"/>
                <a:endCxn id="776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2" name="Google Shape;7772;p137"/>
              <p:cNvCxnSpPr>
                <a:stCxn id="7757" idx="7"/>
                <a:endCxn id="776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3" name="Google Shape;7773;p137"/>
              <p:cNvCxnSpPr>
                <a:stCxn id="7763" idx="7"/>
                <a:endCxn id="775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4" name="Google Shape;7774;p137"/>
              <p:cNvCxnSpPr>
                <a:stCxn id="7759" idx="0"/>
                <a:endCxn id="776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5" name="Google Shape;7775;p137"/>
              <p:cNvCxnSpPr>
                <a:stCxn id="7764" idx="2"/>
                <a:endCxn id="775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6" name="Google Shape;7776;p137"/>
              <p:cNvCxnSpPr>
                <a:stCxn id="7762" idx="7"/>
                <a:endCxn id="776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77" name="Google Shape;7777;p137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78" name="Google Shape;7778;p137"/>
              <p:cNvCxnSpPr>
                <a:stCxn id="7764" idx="3"/>
                <a:endCxn id="777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9" name="Google Shape;7779;p137"/>
              <p:cNvCxnSpPr>
                <a:stCxn id="7777" idx="2"/>
                <a:endCxn id="775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0" name="Google Shape;7780;p137"/>
              <p:cNvCxnSpPr>
                <a:stCxn id="7777" idx="0"/>
                <a:endCxn id="775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1" name="Google Shape;7781;p137"/>
              <p:cNvCxnSpPr>
                <a:stCxn id="7777" idx="1"/>
                <a:endCxn id="776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82" name="Google Shape;7782;p137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83" name="Google Shape;7783;p137"/>
              <p:cNvCxnSpPr>
                <a:stCxn id="7759" idx="2"/>
                <a:endCxn id="778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4" name="Google Shape;7784;p137"/>
              <p:cNvCxnSpPr>
                <a:stCxn id="7782" idx="3"/>
                <a:endCxn id="775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5" name="Google Shape;7785;p137"/>
              <p:cNvCxnSpPr>
                <a:stCxn id="7760" idx="4"/>
                <a:endCxn id="778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86" name="Google Shape;7786;p137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87" name="Google Shape;7787;p137"/>
              <p:cNvCxnSpPr>
                <a:stCxn id="7760" idx="0"/>
                <a:endCxn id="778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8" name="Google Shape;7788;p137"/>
              <p:cNvCxnSpPr>
                <a:stCxn id="7761" idx="7"/>
                <a:endCxn id="778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789" name="Google Shape;7789;p137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7790" name="Google Shape;7790;p137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1" name="Google Shape;7791;p137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2" name="Google Shape;7792;p137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3" name="Google Shape;7793;p137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4" name="Google Shape;7794;p137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5" name="Google Shape;7795;p137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6" name="Google Shape;7796;p137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7" name="Google Shape;7797;p137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98" name="Google Shape;7798;p137"/>
              <p:cNvCxnSpPr>
                <a:stCxn id="7795" idx="4"/>
                <a:endCxn id="779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99" name="Google Shape;7799;p137"/>
              <p:cNvCxnSpPr>
                <a:stCxn id="7790" idx="7"/>
                <a:endCxn id="779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0" name="Google Shape;7800;p137"/>
              <p:cNvCxnSpPr>
                <a:stCxn id="7794" idx="7"/>
                <a:endCxn id="779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1" name="Google Shape;7801;p137"/>
              <p:cNvCxnSpPr>
                <a:stCxn id="7795" idx="6"/>
                <a:endCxn id="779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2" name="Google Shape;7802;p137"/>
              <p:cNvCxnSpPr>
                <a:stCxn id="7793" idx="7"/>
                <a:endCxn id="779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3" name="Google Shape;7803;p137"/>
              <p:cNvCxnSpPr>
                <a:stCxn id="7790" idx="6"/>
                <a:endCxn id="779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4" name="Google Shape;7804;p137"/>
              <p:cNvCxnSpPr>
                <a:stCxn id="7796" idx="0"/>
                <a:endCxn id="779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5" name="Google Shape;7805;p137"/>
              <p:cNvCxnSpPr>
                <a:stCxn id="7796" idx="5"/>
                <a:endCxn id="779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6" name="Google Shape;7806;p137"/>
              <p:cNvCxnSpPr>
                <a:stCxn id="7792" idx="0"/>
                <a:endCxn id="779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7" name="Google Shape;7807;p137"/>
              <p:cNvCxnSpPr>
                <a:stCxn id="7792" idx="7"/>
                <a:endCxn id="779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8" name="Google Shape;7808;p137"/>
              <p:cNvCxnSpPr>
                <a:stCxn id="7793" idx="6"/>
                <a:endCxn id="779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9" name="Google Shape;7809;p137"/>
              <p:cNvCxnSpPr>
                <a:stCxn id="7797" idx="0"/>
                <a:endCxn id="779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0" name="Google Shape;7810;p137"/>
              <p:cNvCxnSpPr>
                <a:stCxn id="7795" idx="5"/>
                <a:endCxn id="779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1" name="Google Shape;7811;p137"/>
              <p:cNvCxnSpPr>
                <a:stCxn id="7794" idx="6"/>
                <a:endCxn id="779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2" name="Google Shape;7812;p137"/>
              <p:cNvCxnSpPr>
                <a:stCxn id="7794" idx="5"/>
                <a:endCxn id="779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3" name="Google Shape;7813;p137"/>
              <p:cNvCxnSpPr>
                <a:stCxn id="7791" idx="4"/>
                <a:endCxn id="779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14" name="Google Shape;7814;p137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15" name="Google Shape;7815;p137"/>
              <p:cNvCxnSpPr>
                <a:stCxn id="7797" idx="4"/>
                <a:endCxn id="781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6" name="Google Shape;7816;p137"/>
              <p:cNvCxnSpPr>
                <a:stCxn id="7814" idx="1"/>
                <a:endCxn id="779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17" name="Google Shape;7817;p137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18" name="Google Shape;7818;p137"/>
              <p:cNvCxnSpPr>
                <a:stCxn id="7814" idx="2"/>
                <a:endCxn id="781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9" name="Google Shape;7819;p137"/>
              <p:cNvCxnSpPr>
                <a:stCxn id="7817" idx="1"/>
                <a:endCxn id="779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0" name="Google Shape;7820;p137"/>
              <p:cNvCxnSpPr>
                <a:stCxn id="7817" idx="7"/>
                <a:endCxn id="779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21" name="Shape 7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2" name="Google Shape;7822;p138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823" name="Google Shape;7823;p138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4" name="Shape 7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5" name="Google Shape;7825;p139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826" name="Google Shape;7826;p139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7827" name="Google Shape;7827;p139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7828" name="Google Shape;7828;p139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7829" name="Google Shape;7829;p139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0" name="Google Shape;7830;p139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1" name="Google Shape;7831;p139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2" name="Google Shape;7832;p139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3" name="Google Shape;7833;p139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4" name="Google Shape;7834;p139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5" name="Google Shape;7835;p139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6" name="Google Shape;7836;p139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37" name="Google Shape;7837;p139"/>
              <p:cNvCxnSpPr>
                <a:stCxn id="7833" idx="5"/>
                <a:endCxn id="783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8" name="Google Shape;7838;p139"/>
              <p:cNvCxnSpPr>
                <a:stCxn id="7834" idx="4"/>
                <a:endCxn id="783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9" name="Google Shape;7839;p139"/>
              <p:cNvCxnSpPr>
                <a:stCxn id="7829" idx="6"/>
                <a:endCxn id="783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0" name="Google Shape;7840;p139"/>
              <p:cNvCxnSpPr>
                <a:stCxn id="7833" idx="7"/>
                <a:endCxn id="783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1" name="Google Shape;7841;p139"/>
              <p:cNvCxnSpPr>
                <a:stCxn id="7834" idx="6"/>
                <a:endCxn id="783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2" name="Google Shape;7842;p139"/>
              <p:cNvCxnSpPr>
                <a:stCxn id="7832" idx="7"/>
                <a:endCxn id="783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3" name="Google Shape;7843;p139"/>
              <p:cNvCxnSpPr>
                <a:stCxn id="7829" idx="6"/>
                <a:endCxn id="783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4" name="Google Shape;7844;p139"/>
              <p:cNvCxnSpPr>
                <a:stCxn id="7835" idx="6"/>
                <a:endCxn id="783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5" name="Google Shape;7845;p139"/>
              <p:cNvCxnSpPr>
                <a:stCxn id="7835" idx="6"/>
                <a:endCxn id="783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6" name="Google Shape;7846;p139"/>
              <p:cNvCxnSpPr>
                <a:stCxn id="7831" idx="7"/>
                <a:endCxn id="783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7" name="Google Shape;7847;p139"/>
              <p:cNvCxnSpPr>
                <a:stCxn id="7832" idx="6"/>
                <a:endCxn id="783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8" name="Google Shape;7848;p139"/>
              <p:cNvCxnSpPr>
                <a:stCxn id="7836" idx="0"/>
                <a:endCxn id="783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9" name="Google Shape;7849;p139"/>
              <p:cNvCxnSpPr>
                <a:stCxn id="7834" idx="5"/>
                <a:endCxn id="783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0" name="Google Shape;7850;p139"/>
              <p:cNvCxnSpPr>
                <a:stCxn id="7833" idx="6"/>
                <a:endCxn id="783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1" name="Google Shape;7851;p139"/>
              <p:cNvCxnSpPr>
                <a:stCxn id="7833" idx="4"/>
                <a:endCxn id="783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52" name="Google Shape;7852;p139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53" name="Google Shape;7853;p139"/>
              <p:cNvCxnSpPr>
                <a:stCxn id="7836" idx="4"/>
                <a:endCxn id="785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4" name="Google Shape;7854;p139"/>
              <p:cNvCxnSpPr>
                <a:stCxn id="7852" idx="1"/>
                <a:endCxn id="783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5" name="Google Shape;7855;p139"/>
              <p:cNvCxnSpPr>
                <a:stCxn id="7852" idx="1"/>
                <a:endCxn id="783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56" name="Google Shape;7856;p139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57" name="Google Shape;7857;p139"/>
              <p:cNvCxnSpPr>
                <a:stCxn id="7834" idx="0"/>
                <a:endCxn id="785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8" name="Google Shape;7858;p139"/>
              <p:cNvCxnSpPr>
                <a:stCxn id="7830" idx="0"/>
                <a:endCxn id="785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859" name="Google Shape;7859;p139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7860" name="Google Shape;7860;p139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1" name="Google Shape;7861;p139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2" name="Google Shape;7862;p139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3" name="Google Shape;7863;p139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4" name="Google Shape;7864;p139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5" name="Google Shape;7865;p139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6" name="Google Shape;7866;p139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67" name="Google Shape;7867;p139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68" name="Google Shape;7868;p139"/>
              <p:cNvCxnSpPr>
                <a:stCxn id="7864" idx="5"/>
                <a:endCxn id="786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9" name="Google Shape;7869;p139"/>
              <p:cNvCxnSpPr>
                <a:stCxn id="7865" idx="4"/>
                <a:endCxn id="786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0" name="Google Shape;7870;p139"/>
              <p:cNvCxnSpPr>
                <a:stCxn id="7860" idx="6"/>
                <a:endCxn id="786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1" name="Google Shape;7871;p139"/>
              <p:cNvCxnSpPr>
                <a:stCxn id="7860" idx="0"/>
                <a:endCxn id="786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2" name="Google Shape;7872;p139"/>
              <p:cNvCxnSpPr>
                <a:stCxn id="7864" idx="7"/>
                <a:endCxn id="786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3" name="Google Shape;7873;p139"/>
              <p:cNvCxnSpPr>
                <a:stCxn id="7865" idx="6"/>
                <a:endCxn id="786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4" name="Google Shape;7874;p139"/>
              <p:cNvCxnSpPr>
                <a:stCxn id="7863" idx="7"/>
                <a:endCxn id="786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5" name="Google Shape;7875;p139"/>
              <p:cNvCxnSpPr>
                <a:stCxn id="7860" idx="5"/>
                <a:endCxn id="786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6" name="Google Shape;7876;p139"/>
              <p:cNvCxnSpPr>
                <a:stCxn id="7866" idx="7"/>
                <a:endCxn id="786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7" name="Google Shape;7877;p139"/>
              <p:cNvCxnSpPr>
                <a:stCxn id="7866" idx="7"/>
                <a:endCxn id="786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8" name="Google Shape;7878;p139"/>
              <p:cNvCxnSpPr>
                <a:stCxn id="7862" idx="0"/>
                <a:endCxn id="786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9" name="Google Shape;7879;p139"/>
              <p:cNvCxnSpPr>
                <a:stCxn id="7867" idx="1"/>
                <a:endCxn id="786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0" name="Google Shape;7880;p139"/>
              <p:cNvCxnSpPr>
                <a:stCxn id="7864" idx="6"/>
                <a:endCxn id="786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1" name="Google Shape;7881;p139"/>
              <p:cNvCxnSpPr>
                <a:stCxn id="7861" idx="4"/>
                <a:endCxn id="786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82" name="Google Shape;7882;p139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83" name="Google Shape;7883;p139"/>
              <p:cNvCxnSpPr>
                <a:stCxn id="7867" idx="2"/>
                <a:endCxn id="788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4" name="Google Shape;7884;p139"/>
              <p:cNvCxnSpPr>
                <a:stCxn id="7882" idx="2"/>
                <a:endCxn id="786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5" name="Google Shape;7885;p139"/>
              <p:cNvCxnSpPr>
                <a:stCxn id="7882" idx="0"/>
                <a:endCxn id="786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6" name="Google Shape;7886;p139"/>
              <p:cNvCxnSpPr>
                <a:stCxn id="7882" idx="1"/>
                <a:endCxn id="786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87" name="Google Shape;7887;p139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88" name="Google Shape;7888;p139"/>
              <p:cNvCxnSpPr>
                <a:stCxn id="7862" idx="3"/>
                <a:endCxn id="788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9" name="Google Shape;7889;p139"/>
              <p:cNvCxnSpPr>
                <a:stCxn id="7887" idx="0"/>
                <a:endCxn id="786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90" name="Google Shape;7890;p139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91" name="Google Shape;7891;p139"/>
              <p:cNvCxnSpPr>
                <a:stCxn id="7860" idx="6"/>
                <a:endCxn id="789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2" name="Google Shape;7892;p139"/>
              <p:cNvCxnSpPr>
                <a:stCxn id="7866" idx="0"/>
                <a:endCxn id="789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3" name="Google Shape;7893;p139"/>
              <p:cNvCxnSpPr>
                <a:stCxn id="7890" idx="6"/>
                <a:endCxn id="786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94" name="Google Shape;7894;p139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95" name="Google Shape;7895;p139"/>
              <p:cNvCxnSpPr>
                <a:stCxn id="7887" idx="5"/>
                <a:endCxn id="789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6" name="Google Shape;7896;p139"/>
              <p:cNvCxnSpPr>
                <a:stCxn id="7894" idx="7"/>
                <a:endCxn id="786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97" name="Google Shape;7897;p139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98" name="Google Shape;7898;p139"/>
              <p:cNvCxnSpPr>
                <a:stCxn id="7887" idx="0"/>
                <a:endCxn id="789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9" name="Google Shape;7899;p139"/>
              <p:cNvCxnSpPr>
                <a:stCxn id="7897" idx="1"/>
                <a:endCxn id="786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00" name="Google Shape;7900;p139"/>
              <p:cNvCxnSpPr>
                <a:stCxn id="7897" idx="6"/>
                <a:endCxn id="786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901" name="Shape 79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7902" name="Shape 7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3" name="Google Shape;7903;p1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04" name="Google Shape;7904;p141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7905" name="Google Shape;7905;p141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7906" name="Google Shape;7906;p14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07" name="Google Shape;7907;p14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08" name="Google Shape;7908;p14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909" name="Google Shape;7909;p141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7910" name="Google Shape;7910;p141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1" name="Google Shape;7911;p14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2" name="Google Shape;7912;p14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3" name="Google Shape;7913;p14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14" name="Google Shape;7914;p141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7915" name="Google Shape;7915;p141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7916" name="Google Shape;7916;p141"/>
              <p:cNvCxnSpPr>
                <a:stCxn id="7917" idx="6"/>
                <a:endCxn id="791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18" name="Google Shape;7918;p141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9" name="Google Shape;7919;p141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20" name="Google Shape;7920;p141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21" name="Google Shape;7921;p141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22" name="Google Shape;7922;p141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23" name="Google Shape;7923;p141"/>
              <p:cNvCxnSpPr>
                <a:stCxn id="7922" idx="4"/>
                <a:endCxn id="792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4" name="Google Shape;7924;p141"/>
              <p:cNvCxnSpPr>
                <a:stCxn id="7921" idx="4"/>
                <a:endCxn id="792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5" name="Google Shape;7925;p141"/>
              <p:cNvCxnSpPr>
                <a:stCxn id="7921" idx="5"/>
                <a:endCxn id="792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6" name="Google Shape;7926;p141"/>
              <p:cNvCxnSpPr>
                <a:stCxn id="7921" idx="0"/>
                <a:endCxn id="791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7" name="Google Shape;7927;p141"/>
              <p:cNvCxnSpPr>
                <a:stCxn id="7921" idx="7"/>
                <a:endCxn id="791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8" name="Google Shape;7928;p141"/>
              <p:cNvCxnSpPr>
                <a:stCxn id="7919" idx="5"/>
                <a:endCxn id="791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9" name="Google Shape;7929;p141"/>
              <p:cNvCxnSpPr>
                <a:stCxn id="7919" idx="6"/>
                <a:endCxn id="791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0" name="Google Shape;7930;p141"/>
              <p:cNvCxnSpPr>
                <a:stCxn id="7931" idx="1"/>
                <a:endCxn id="791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2" name="Google Shape;7932;p141"/>
              <p:cNvCxnSpPr>
                <a:stCxn id="7922" idx="0"/>
                <a:endCxn id="791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3" name="Google Shape;7933;p141"/>
              <p:cNvCxnSpPr>
                <a:stCxn id="7922" idx="0"/>
                <a:endCxn id="793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4" name="Google Shape;7934;p141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35" name="Google Shape;7935;p141"/>
              <p:cNvCxnSpPr>
                <a:stCxn id="7919" idx="5"/>
                <a:endCxn id="793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6" name="Google Shape;7936;p141"/>
              <p:cNvCxnSpPr>
                <a:stCxn id="7931" idx="7"/>
                <a:endCxn id="793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7" name="Google Shape;7937;p141"/>
              <p:cNvCxnSpPr>
                <a:stCxn id="7934" idx="6"/>
                <a:endCxn id="791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8" name="Google Shape;7938;p141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39" name="Google Shape;7939;p141"/>
              <p:cNvCxnSpPr>
                <a:stCxn id="7938" idx="0"/>
                <a:endCxn id="791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0" name="Google Shape;7940;p141"/>
              <p:cNvCxnSpPr>
                <a:stCxn id="7938" idx="6"/>
                <a:endCxn id="791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1" name="Google Shape;7941;p141"/>
              <p:cNvCxnSpPr>
                <a:stCxn id="7938" idx="5"/>
                <a:endCxn id="792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2" name="Google Shape;7942;p141"/>
              <p:cNvCxnSpPr>
                <a:stCxn id="7938" idx="5"/>
                <a:endCxn id="792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1" name="Google Shape;7931;p141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7" name="Google Shape;7917;p141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943" name="Google Shape;7943;p141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7944" name="Google Shape;7944;p141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5" name="Google Shape;7945;p141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6" name="Google Shape;7946;p141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7" name="Google Shape;7947;p141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8" name="Google Shape;7948;p141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9" name="Google Shape;7949;p141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0" name="Google Shape;7950;p141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1" name="Google Shape;7951;p141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52" name="Google Shape;7952;p141"/>
              <p:cNvCxnSpPr>
                <a:stCxn id="7948" idx="5"/>
                <a:endCxn id="794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3" name="Google Shape;7953;p141"/>
              <p:cNvCxnSpPr>
                <a:stCxn id="7949" idx="4"/>
                <a:endCxn id="794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4" name="Google Shape;7954;p141"/>
              <p:cNvCxnSpPr>
                <a:stCxn id="7944" idx="0"/>
                <a:endCxn id="794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5" name="Google Shape;7955;p141"/>
              <p:cNvCxnSpPr>
                <a:stCxn id="7948" idx="7"/>
                <a:endCxn id="794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6" name="Google Shape;7956;p141"/>
              <p:cNvCxnSpPr>
                <a:stCxn id="7949" idx="6"/>
                <a:endCxn id="794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7" name="Google Shape;7957;p141"/>
              <p:cNvCxnSpPr>
                <a:stCxn id="7947" idx="5"/>
                <a:endCxn id="794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8" name="Google Shape;7958;p141"/>
              <p:cNvCxnSpPr>
                <a:stCxn id="7944" idx="6"/>
                <a:endCxn id="795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9" name="Google Shape;7959;p141"/>
              <p:cNvCxnSpPr>
                <a:stCxn id="7944" idx="7"/>
                <a:endCxn id="794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0" name="Google Shape;7960;p141"/>
              <p:cNvCxnSpPr>
                <a:stCxn id="7950" idx="7"/>
                <a:endCxn id="794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1" name="Google Shape;7961;p141"/>
              <p:cNvCxnSpPr>
                <a:stCxn id="7946" idx="0"/>
                <a:endCxn id="794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2" name="Google Shape;7962;p141"/>
              <p:cNvCxnSpPr>
                <a:stCxn id="7951" idx="2"/>
                <a:endCxn id="794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3" name="Google Shape;7963;p141"/>
              <p:cNvCxnSpPr>
                <a:stCxn id="7948" idx="6"/>
                <a:endCxn id="795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64" name="Google Shape;7964;p141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65" name="Google Shape;7965;p141"/>
              <p:cNvCxnSpPr>
                <a:stCxn id="7951" idx="3"/>
                <a:endCxn id="796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6" name="Google Shape;7966;p141"/>
              <p:cNvCxnSpPr>
                <a:stCxn id="7964" idx="2"/>
                <a:endCxn id="794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7" name="Google Shape;7967;p141"/>
              <p:cNvCxnSpPr>
                <a:stCxn id="7964" idx="0"/>
                <a:endCxn id="794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8" name="Google Shape;7968;p141"/>
              <p:cNvCxnSpPr>
                <a:stCxn id="7964" idx="1"/>
                <a:endCxn id="794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69" name="Google Shape;7969;p141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70" name="Google Shape;7970;p141"/>
              <p:cNvCxnSpPr>
                <a:stCxn id="7946" idx="2"/>
                <a:endCxn id="796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1" name="Google Shape;7971;p141"/>
              <p:cNvCxnSpPr>
                <a:stCxn id="7969" idx="3"/>
                <a:endCxn id="794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2" name="Google Shape;7972;p141"/>
              <p:cNvCxnSpPr>
                <a:stCxn id="7947" idx="4"/>
                <a:endCxn id="796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7973" name="Shape 7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4" name="Google Shape;7974;p1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5" name="Google Shape;7975;p142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976" name="Google Shape;7976;p142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977" name="Google Shape;7977;p14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8" name="Google Shape;7978;p14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9" name="Google Shape;7979;p14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980" name="Google Shape;7980;p142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981" name="Google Shape;7981;p14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2" name="Google Shape;7982;p14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3" name="Google Shape;7983;p14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4" name="Google Shape;7984;p14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85" name="Google Shape;7985;p142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986" name="Google Shape;7986;p142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987" name="Google Shape;7987;p142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8" name="Google Shape;7988;p142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9" name="Google Shape;7989;p142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0" name="Google Shape;7990;p142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1" name="Google Shape;7991;p142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2" name="Google Shape;7992;p142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3" name="Google Shape;7993;p142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4" name="Google Shape;7994;p142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995" name="Google Shape;7995;p142"/>
              <p:cNvCxnSpPr>
                <a:stCxn id="7991" idx="5"/>
                <a:endCxn id="799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6" name="Google Shape;7996;p142"/>
              <p:cNvCxnSpPr>
                <a:stCxn id="7992" idx="4"/>
                <a:endCxn id="799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7" name="Google Shape;7997;p142"/>
              <p:cNvCxnSpPr>
                <a:stCxn id="7987" idx="0"/>
                <a:endCxn id="799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8" name="Google Shape;7998;p142"/>
              <p:cNvCxnSpPr>
                <a:stCxn id="7991" idx="6"/>
                <a:endCxn id="799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9" name="Google Shape;7999;p142"/>
              <p:cNvCxnSpPr>
                <a:stCxn id="7992" idx="6"/>
                <a:endCxn id="798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0" name="Google Shape;8000;p142"/>
              <p:cNvCxnSpPr>
                <a:stCxn id="7990" idx="6"/>
                <a:endCxn id="798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1" name="Google Shape;8001;p142"/>
              <p:cNvCxnSpPr>
                <a:stCxn id="7987" idx="6"/>
                <a:endCxn id="799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2" name="Google Shape;8002;p142"/>
              <p:cNvCxnSpPr>
                <a:stCxn id="7987" idx="7"/>
                <a:endCxn id="799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3" name="Google Shape;8003;p142"/>
              <p:cNvCxnSpPr>
                <a:stCxn id="7993" idx="7"/>
                <a:endCxn id="798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4" name="Google Shape;8004;p142"/>
              <p:cNvCxnSpPr>
                <a:stCxn id="7989" idx="0"/>
                <a:endCxn id="799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5" name="Google Shape;8005;p142"/>
              <p:cNvCxnSpPr>
                <a:stCxn id="7994" idx="2"/>
                <a:endCxn id="798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6" name="Google Shape;8006;p142"/>
              <p:cNvCxnSpPr>
                <a:stCxn id="7992" idx="7"/>
                <a:endCxn id="799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07" name="Google Shape;8007;p142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8" name="Google Shape;8008;p142"/>
              <p:cNvCxnSpPr>
                <a:stCxn id="7994" idx="3"/>
                <a:endCxn id="800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9" name="Google Shape;8009;p142"/>
              <p:cNvCxnSpPr>
                <a:stCxn id="8007" idx="2"/>
                <a:endCxn id="798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0" name="Google Shape;8010;p142"/>
              <p:cNvCxnSpPr>
                <a:stCxn id="8007" idx="0"/>
                <a:endCxn id="798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1" name="Google Shape;8011;p142"/>
              <p:cNvCxnSpPr>
                <a:stCxn id="8007" idx="1"/>
                <a:endCxn id="799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12" name="Google Shape;8012;p142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13" name="Google Shape;8013;p142"/>
              <p:cNvCxnSpPr>
                <a:stCxn id="7989" idx="2"/>
                <a:endCxn id="801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4" name="Google Shape;8014;p142"/>
              <p:cNvCxnSpPr>
                <a:stCxn id="8012" idx="3"/>
                <a:endCxn id="798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5" name="Google Shape;8015;p142"/>
              <p:cNvCxnSpPr>
                <a:stCxn id="7990" idx="4"/>
                <a:endCxn id="801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16" name="Google Shape;8016;p142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17" name="Google Shape;8017;p142"/>
              <p:cNvCxnSpPr>
                <a:stCxn id="7990" idx="0"/>
                <a:endCxn id="801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8" name="Google Shape;8018;p142"/>
              <p:cNvCxnSpPr>
                <a:stCxn id="7991" idx="7"/>
                <a:endCxn id="801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019" name="Google Shape;8019;p142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8020" name="Google Shape;8020;p142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1" name="Google Shape;8021;p142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2" name="Google Shape;8022;p142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3" name="Google Shape;8023;p142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4" name="Google Shape;8024;p142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5" name="Google Shape;8025;p142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6" name="Google Shape;8026;p142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7" name="Google Shape;8027;p142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28" name="Google Shape;8028;p142"/>
              <p:cNvCxnSpPr>
                <a:stCxn id="8025" idx="4"/>
                <a:endCxn id="802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9" name="Google Shape;8029;p142"/>
              <p:cNvCxnSpPr>
                <a:stCxn id="8020" idx="7"/>
                <a:endCxn id="802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0" name="Google Shape;8030;p142"/>
              <p:cNvCxnSpPr>
                <a:stCxn id="8024" idx="7"/>
                <a:endCxn id="802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1" name="Google Shape;8031;p142"/>
              <p:cNvCxnSpPr>
                <a:stCxn id="8025" idx="6"/>
                <a:endCxn id="802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2" name="Google Shape;8032;p142"/>
              <p:cNvCxnSpPr>
                <a:stCxn id="8023" idx="7"/>
                <a:endCxn id="802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3" name="Google Shape;8033;p142"/>
              <p:cNvCxnSpPr>
                <a:stCxn id="8020" idx="6"/>
                <a:endCxn id="802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4" name="Google Shape;8034;p142"/>
              <p:cNvCxnSpPr>
                <a:stCxn id="8026" idx="0"/>
                <a:endCxn id="802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5" name="Google Shape;8035;p142"/>
              <p:cNvCxnSpPr>
                <a:stCxn id="8026" idx="5"/>
                <a:endCxn id="802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6" name="Google Shape;8036;p142"/>
              <p:cNvCxnSpPr>
                <a:stCxn id="8022" idx="0"/>
                <a:endCxn id="802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7" name="Google Shape;8037;p142"/>
              <p:cNvCxnSpPr>
                <a:stCxn id="8022" idx="7"/>
                <a:endCxn id="802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8" name="Google Shape;8038;p142"/>
              <p:cNvCxnSpPr>
                <a:stCxn id="8023" idx="6"/>
                <a:endCxn id="802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9" name="Google Shape;8039;p142"/>
              <p:cNvCxnSpPr>
                <a:stCxn id="8027" idx="0"/>
                <a:endCxn id="802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0" name="Google Shape;8040;p142"/>
              <p:cNvCxnSpPr>
                <a:stCxn id="8025" idx="5"/>
                <a:endCxn id="802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1" name="Google Shape;8041;p142"/>
              <p:cNvCxnSpPr>
                <a:stCxn id="8024" idx="6"/>
                <a:endCxn id="802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2" name="Google Shape;8042;p142"/>
              <p:cNvCxnSpPr>
                <a:stCxn id="8024" idx="5"/>
                <a:endCxn id="802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3" name="Google Shape;8043;p142"/>
              <p:cNvCxnSpPr>
                <a:stCxn id="8021" idx="4"/>
                <a:endCxn id="802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44" name="Google Shape;8044;p142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45" name="Google Shape;8045;p142"/>
              <p:cNvCxnSpPr>
                <a:stCxn id="8027" idx="4"/>
                <a:endCxn id="804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6" name="Google Shape;8046;p142"/>
              <p:cNvCxnSpPr>
                <a:stCxn id="8044" idx="1"/>
                <a:endCxn id="802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47" name="Google Shape;8047;p142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48" name="Google Shape;8048;p142"/>
              <p:cNvCxnSpPr>
                <a:stCxn id="8044" idx="2"/>
                <a:endCxn id="804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9" name="Google Shape;8049;p142"/>
              <p:cNvCxnSpPr>
                <a:stCxn id="8047" idx="1"/>
                <a:endCxn id="802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0" name="Google Shape;8050;p142"/>
              <p:cNvCxnSpPr>
                <a:stCxn id="8047" idx="7"/>
                <a:endCxn id="802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8051" name="Shape 8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2" name="Google Shape;8052;p14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053" name="Google Shape;8053;p143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8054" name="Google Shape;8054;p143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8055" name="Google Shape;8055;p14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56" name="Google Shape;8056;p14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57" name="Google Shape;8057;p14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058" name="Google Shape;8058;p143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8059" name="Google Shape;8059;p14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60" name="Google Shape;8060;p143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61" name="Google Shape;8061;p143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62" name="Google Shape;8062;p143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063" name="Google Shape;8063;p143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8064" name="Google Shape;8064;p143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8065" name="Google Shape;8065;p143"/>
              <p:cNvCxnSpPr>
                <a:stCxn id="8066" idx="7"/>
                <a:endCxn id="806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67" name="Google Shape;8067;p143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68" name="Google Shape;8068;p143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69" name="Google Shape;8069;p143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70" name="Google Shape;8070;p143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71" name="Google Shape;8071;p143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72" name="Google Shape;8072;p143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73" name="Google Shape;8073;p143"/>
              <p:cNvCxnSpPr>
                <a:stCxn id="8072" idx="4"/>
                <a:endCxn id="806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4" name="Google Shape;8074;p143"/>
              <p:cNvCxnSpPr>
                <a:stCxn id="8071" idx="4"/>
                <a:endCxn id="806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5" name="Google Shape;8075;p143"/>
              <p:cNvCxnSpPr>
                <a:stCxn id="8071" idx="5"/>
                <a:endCxn id="807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6" name="Google Shape;8076;p143"/>
              <p:cNvCxnSpPr>
                <a:stCxn id="8071" idx="0"/>
                <a:endCxn id="806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7" name="Google Shape;8077;p143"/>
              <p:cNvCxnSpPr>
                <a:stCxn id="8071" idx="7"/>
                <a:endCxn id="806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8" name="Google Shape;8078;p143"/>
              <p:cNvCxnSpPr>
                <a:stCxn id="8068" idx="5"/>
                <a:endCxn id="806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9" name="Google Shape;8079;p143"/>
              <p:cNvCxnSpPr>
                <a:stCxn id="8068" idx="6"/>
                <a:endCxn id="806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0" name="Google Shape;8080;p143"/>
              <p:cNvCxnSpPr>
                <a:stCxn id="8070" idx="2"/>
                <a:endCxn id="806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1" name="Google Shape;8081;p143"/>
              <p:cNvCxnSpPr>
                <a:stCxn id="8072" idx="0"/>
                <a:endCxn id="806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2" name="Google Shape;8082;p143"/>
              <p:cNvCxnSpPr>
                <a:stCxn id="8072" idx="0"/>
                <a:endCxn id="807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66" name="Google Shape;8066;p143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083" name="Google Shape;8083;p143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084" name="Google Shape;8084;p143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5" name="Google Shape;8085;p143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6" name="Google Shape;8086;p143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7" name="Google Shape;8087;p143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8" name="Google Shape;8088;p143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9" name="Google Shape;8089;p143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90" name="Google Shape;8090;p143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91" name="Google Shape;8091;p143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92" name="Google Shape;8092;p143"/>
              <p:cNvCxnSpPr>
                <a:stCxn id="8088" idx="5"/>
                <a:endCxn id="808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3" name="Google Shape;8093;p143"/>
              <p:cNvCxnSpPr>
                <a:stCxn id="8089" idx="4"/>
                <a:endCxn id="808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4" name="Google Shape;8094;p143"/>
              <p:cNvCxnSpPr>
                <a:stCxn id="8084" idx="6"/>
                <a:endCxn id="808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5" name="Google Shape;8095;p143"/>
              <p:cNvCxnSpPr>
                <a:stCxn id="8084" idx="0"/>
                <a:endCxn id="808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6" name="Google Shape;8096;p143"/>
              <p:cNvCxnSpPr>
                <a:stCxn id="8088" idx="7"/>
                <a:endCxn id="808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7" name="Google Shape;8097;p143"/>
              <p:cNvCxnSpPr>
                <a:stCxn id="8089" idx="6"/>
                <a:endCxn id="808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8" name="Google Shape;8098;p143"/>
              <p:cNvCxnSpPr>
                <a:stCxn id="8087" idx="7"/>
                <a:endCxn id="808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9" name="Google Shape;8099;p143"/>
              <p:cNvCxnSpPr>
                <a:stCxn id="8084" idx="5"/>
                <a:endCxn id="809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0" name="Google Shape;8100;p143"/>
              <p:cNvCxnSpPr>
                <a:stCxn id="8090" idx="7"/>
                <a:endCxn id="808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1" name="Google Shape;8101;p143"/>
              <p:cNvCxnSpPr>
                <a:stCxn id="8090" idx="5"/>
                <a:endCxn id="808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2" name="Google Shape;8102;p143"/>
              <p:cNvCxnSpPr>
                <a:stCxn id="8086" idx="0"/>
                <a:endCxn id="808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3" name="Google Shape;8103;p143"/>
              <p:cNvCxnSpPr>
                <a:stCxn id="8086" idx="7"/>
                <a:endCxn id="809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4" name="Google Shape;8104;p143"/>
              <p:cNvCxnSpPr>
                <a:stCxn id="8087" idx="6"/>
                <a:endCxn id="809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5" name="Google Shape;8105;p143"/>
              <p:cNvCxnSpPr>
                <a:stCxn id="8091" idx="0"/>
                <a:endCxn id="808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6" name="Google Shape;8106;p143"/>
              <p:cNvCxnSpPr>
                <a:stCxn id="8088" idx="4"/>
                <a:endCxn id="808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7" name="Google Shape;8107;p143"/>
              <p:cNvCxnSpPr>
                <a:stCxn id="8085" idx="4"/>
                <a:endCxn id="808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8" name="Google Shape;8108;p143"/>
              <p:cNvCxnSpPr>
                <a:stCxn id="8084" idx="5"/>
                <a:endCxn id="808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09" name="Google Shape;8109;p143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10" name="Google Shape;8110;p143"/>
              <p:cNvCxnSpPr>
                <a:stCxn id="8091" idx="4"/>
                <a:endCxn id="810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1" name="Google Shape;8111;p143"/>
              <p:cNvCxnSpPr>
                <a:stCxn id="8109" idx="2"/>
                <a:endCxn id="808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2" name="Google Shape;8112;p143"/>
              <p:cNvCxnSpPr>
                <a:stCxn id="8109" idx="0"/>
                <a:endCxn id="808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3" name="Google Shape;8113;p143"/>
              <p:cNvCxnSpPr>
                <a:stCxn id="8109" idx="1"/>
                <a:endCxn id="808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14" name="Google Shape;8114;p143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15" name="Google Shape;8115;p143"/>
              <p:cNvCxnSpPr>
                <a:stCxn id="8109" idx="2"/>
                <a:endCxn id="811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6" name="Google Shape;8116;p143"/>
              <p:cNvCxnSpPr>
                <a:stCxn id="8114" idx="1"/>
                <a:endCxn id="809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8117" name="Shape 8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8" name="Google Shape;8118;p14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119" name="Google Shape;8119;p144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8120" name="Google Shape;8120;p144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8121" name="Google Shape;8121;p144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2" name="Google Shape;8122;p14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3" name="Google Shape;8123;p14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4" name="Google Shape;8124;p14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25" name="Google Shape;8125;p144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8126" name="Google Shape;8126;p14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7" name="Google Shape;8127;p14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8" name="Google Shape;8128;p14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129" name="Google Shape;8129;p144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8130" name="Google Shape;8130;p144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8131" name="Google Shape;8131;p144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2" name="Google Shape;8132;p144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3" name="Google Shape;8133;p144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4" name="Google Shape;8134;p144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5" name="Google Shape;8135;p144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6" name="Google Shape;8136;p144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7" name="Google Shape;8137;p144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8" name="Google Shape;8138;p144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39" name="Google Shape;8139;p144"/>
              <p:cNvCxnSpPr>
                <a:stCxn id="8135" idx="5"/>
                <a:endCxn id="813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0" name="Google Shape;8140;p144"/>
              <p:cNvCxnSpPr>
                <a:stCxn id="8136" idx="4"/>
                <a:endCxn id="813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1" name="Google Shape;8141;p144"/>
              <p:cNvCxnSpPr>
                <a:stCxn id="8131" idx="6"/>
                <a:endCxn id="813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2" name="Google Shape;8142;p144"/>
              <p:cNvCxnSpPr>
                <a:stCxn id="8135" idx="7"/>
                <a:endCxn id="813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3" name="Google Shape;8143;p144"/>
              <p:cNvCxnSpPr>
                <a:stCxn id="8136" idx="6"/>
                <a:endCxn id="813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4" name="Google Shape;8144;p144"/>
              <p:cNvCxnSpPr>
                <a:stCxn id="8134" idx="7"/>
                <a:endCxn id="813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5" name="Google Shape;8145;p144"/>
              <p:cNvCxnSpPr>
                <a:stCxn id="8131" idx="6"/>
                <a:endCxn id="813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6" name="Google Shape;8146;p144"/>
              <p:cNvCxnSpPr>
                <a:stCxn id="8137" idx="6"/>
                <a:endCxn id="813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7" name="Google Shape;8147;p144"/>
              <p:cNvCxnSpPr>
                <a:stCxn id="8137" idx="5"/>
                <a:endCxn id="813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8" name="Google Shape;8148;p144"/>
              <p:cNvCxnSpPr>
                <a:stCxn id="8133" idx="0"/>
                <a:endCxn id="813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49" name="Google Shape;8149;p144"/>
              <p:cNvCxnSpPr>
                <a:stCxn id="8133" idx="7"/>
                <a:endCxn id="813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0" name="Google Shape;8150;p144"/>
              <p:cNvCxnSpPr>
                <a:stCxn id="8134" idx="6"/>
                <a:endCxn id="813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1" name="Google Shape;8151;p144"/>
              <p:cNvCxnSpPr>
                <a:stCxn id="8138" idx="0"/>
                <a:endCxn id="813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2" name="Google Shape;8152;p144"/>
              <p:cNvCxnSpPr>
                <a:stCxn id="8136" idx="5"/>
                <a:endCxn id="813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3" name="Google Shape;8153;p144"/>
              <p:cNvCxnSpPr>
                <a:stCxn id="8135" idx="6"/>
                <a:endCxn id="813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4" name="Google Shape;8154;p144"/>
              <p:cNvCxnSpPr>
                <a:stCxn id="8135" idx="4"/>
                <a:endCxn id="813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5" name="Google Shape;8155;p144"/>
              <p:cNvCxnSpPr>
                <a:stCxn id="8132" idx="4"/>
                <a:endCxn id="813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56" name="Google Shape;8156;p144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57" name="Google Shape;8157;p144"/>
              <p:cNvCxnSpPr>
                <a:stCxn id="8138" idx="4"/>
                <a:endCxn id="815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8" name="Google Shape;8158;p144"/>
              <p:cNvCxnSpPr>
                <a:stCxn id="8156" idx="1"/>
                <a:endCxn id="813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9" name="Google Shape;8159;p144"/>
              <p:cNvCxnSpPr>
                <a:stCxn id="8156" idx="0"/>
                <a:endCxn id="813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60" name="Google Shape;8160;p144"/>
              <p:cNvCxnSpPr>
                <a:stCxn id="8156" idx="1"/>
                <a:endCxn id="813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61" name="Google Shape;8161;p144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62" name="Google Shape;8162;p144"/>
              <p:cNvCxnSpPr>
                <a:stCxn id="8156" idx="2"/>
                <a:endCxn id="816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63" name="Google Shape;8163;p144"/>
              <p:cNvCxnSpPr>
                <a:stCxn id="8161" idx="1"/>
                <a:endCxn id="813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64" name="Google Shape;8164;p144"/>
              <p:cNvCxnSpPr>
                <a:stCxn id="8161" idx="7"/>
                <a:endCxn id="813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165" name="Google Shape;8165;p144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8166" name="Google Shape;8166;p144"/>
              <p:cNvCxnSpPr>
                <a:stCxn id="8167" idx="6"/>
                <a:endCxn id="816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68" name="Google Shape;8168;p14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9" name="Google Shape;8169;p14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0" name="Google Shape;8170;p14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1" name="Google Shape;8171;p14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2" name="Google Shape;8172;p144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73" name="Google Shape;8173;p144"/>
              <p:cNvCxnSpPr>
                <a:stCxn id="8172" idx="4"/>
                <a:endCxn id="817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4" name="Google Shape;8174;p144"/>
              <p:cNvCxnSpPr>
                <a:stCxn id="8171" idx="4"/>
                <a:endCxn id="817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5" name="Google Shape;8175;p144"/>
              <p:cNvCxnSpPr>
                <a:stCxn id="8171" idx="5"/>
                <a:endCxn id="817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6" name="Google Shape;8176;p144"/>
              <p:cNvCxnSpPr>
                <a:stCxn id="8171" idx="0"/>
                <a:endCxn id="816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7" name="Google Shape;8177;p144"/>
              <p:cNvCxnSpPr>
                <a:stCxn id="8171" idx="7"/>
                <a:endCxn id="816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8" name="Google Shape;8178;p144"/>
              <p:cNvCxnSpPr>
                <a:stCxn id="8169" idx="5"/>
                <a:endCxn id="816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79" name="Google Shape;8179;p144"/>
              <p:cNvCxnSpPr>
                <a:stCxn id="8169" idx="6"/>
                <a:endCxn id="816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0" name="Google Shape;8180;p144"/>
              <p:cNvCxnSpPr>
                <a:stCxn id="8181" idx="1"/>
                <a:endCxn id="816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2" name="Google Shape;8182;p144"/>
              <p:cNvCxnSpPr>
                <a:stCxn id="8172" idx="0"/>
                <a:endCxn id="816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3" name="Google Shape;8183;p144"/>
              <p:cNvCxnSpPr>
                <a:stCxn id="8172" idx="0"/>
                <a:endCxn id="818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84" name="Google Shape;8184;p14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85" name="Google Shape;8185;p144"/>
              <p:cNvCxnSpPr>
                <a:stCxn id="8169" idx="5"/>
                <a:endCxn id="818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6" name="Google Shape;8186;p144"/>
              <p:cNvCxnSpPr>
                <a:stCxn id="8181" idx="7"/>
                <a:endCxn id="818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7" name="Google Shape;8187;p144"/>
              <p:cNvCxnSpPr>
                <a:stCxn id="8184" idx="6"/>
                <a:endCxn id="816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88" name="Google Shape;8188;p14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89" name="Google Shape;8189;p144"/>
              <p:cNvCxnSpPr>
                <a:stCxn id="8188" idx="0"/>
                <a:endCxn id="816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90" name="Google Shape;8190;p144"/>
              <p:cNvCxnSpPr>
                <a:stCxn id="8188" idx="6"/>
                <a:endCxn id="816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91" name="Google Shape;8191;p144"/>
              <p:cNvCxnSpPr>
                <a:stCxn id="8188" idx="5"/>
                <a:endCxn id="817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92" name="Google Shape;8192;p144"/>
              <p:cNvCxnSpPr>
                <a:stCxn id="8188" idx="5"/>
                <a:endCxn id="817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81" name="Google Shape;8181;p14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7" name="Google Shape;8167;p14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8193" name="Shape 8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8194;p1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95" name="Google Shape;8195;p145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196" name="Google Shape;8196;p14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8197" name="Google Shape;8197;p14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8198" name="Google Shape;8198;p14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99" name="Google Shape;8199;p14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00" name="Google Shape;8200;p14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01" name="Google Shape;8201;p14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8202" name="Google Shape;8202;p14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03" name="Google Shape;8203;p14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04" name="Google Shape;8204;p14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05" name="Google Shape;8205;p14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206" name="Google Shape;8206;p14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8207" name="Google Shape;8207;p14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8208" name="Google Shape;8208;p145"/>
              <p:cNvCxnSpPr>
                <a:stCxn id="8209" idx="7"/>
                <a:endCxn id="821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10" name="Google Shape;8210;p14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11" name="Google Shape;8211;p14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12" name="Google Shape;8212;p14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13" name="Google Shape;8213;p14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14" name="Google Shape;8214;p14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15" name="Google Shape;8215;p14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216" name="Google Shape;8216;p145"/>
              <p:cNvCxnSpPr>
                <a:stCxn id="8215" idx="4"/>
                <a:endCxn id="821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7" name="Google Shape;8217;p145"/>
              <p:cNvCxnSpPr>
                <a:stCxn id="8214" idx="4"/>
                <a:endCxn id="821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8" name="Google Shape;8218;p145"/>
              <p:cNvCxnSpPr>
                <a:stCxn id="8214" idx="5"/>
                <a:endCxn id="821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9" name="Google Shape;8219;p145"/>
              <p:cNvCxnSpPr>
                <a:stCxn id="8214" idx="0"/>
                <a:endCxn id="821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0" name="Google Shape;8220;p145"/>
              <p:cNvCxnSpPr>
                <a:stCxn id="8214" idx="7"/>
                <a:endCxn id="820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1" name="Google Shape;8221;p145"/>
              <p:cNvCxnSpPr>
                <a:stCxn id="8211" idx="5"/>
                <a:endCxn id="820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2" name="Google Shape;8222;p145"/>
              <p:cNvCxnSpPr>
                <a:stCxn id="8211" idx="6"/>
                <a:endCxn id="821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3" name="Google Shape;8223;p145"/>
              <p:cNvCxnSpPr>
                <a:stCxn id="8213" idx="2"/>
                <a:endCxn id="821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4" name="Google Shape;8224;p145"/>
              <p:cNvCxnSpPr>
                <a:stCxn id="8215" idx="0"/>
                <a:endCxn id="820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5" name="Google Shape;8225;p145"/>
              <p:cNvCxnSpPr>
                <a:stCxn id="8215" idx="0"/>
                <a:endCxn id="821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09" name="Google Shape;8209;p14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26" name="Google Shape;8226;p14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227" name="Google Shape;8227;p14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28" name="Google Shape;8228;p14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29" name="Google Shape;8229;p14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0" name="Google Shape;8230;p14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1" name="Google Shape;8231;p14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2" name="Google Shape;8232;p14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3" name="Google Shape;8233;p14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34" name="Google Shape;8234;p14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235" name="Google Shape;8235;p145"/>
              <p:cNvCxnSpPr>
                <a:stCxn id="8231" idx="5"/>
                <a:endCxn id="823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6" name="Google Shape;8236;p145"/>
              <p:cNvCxnSpPr>
                <a:stCxn id="8232" idx="4"/>
                <a:endCxn id="823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7" name="Google Shape;8237;p145"/>
              <p:cNvCxnSpPr>
                <a:stCxn id="8227" idx="6"/>
                <a:endCxn id="823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8" name="Google Shape;8238;p145"/>
              <p:cNvCxnSpPr>
                <a:stCxn id="8227" idx="0"/>
                <a:endCxn id="823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9" name="Google Shape;8239;p145"/>
              <p:cNvCxnSpPr>
                <a:stCxn id="8231" idx="7"/>
                <a:endCxn id="823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0" name="Google Shape;8240;p145"/>
              <p:cNvCxnSpPr>
                <a:stCxn id="8232" idx="6"/>
                <a:endCxn id="822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1" name="Google Shape;8241;p145"/>
              <p:cNvCxnSpPr>
                <a:stCxn id="8230" idx="7"/>
                <a:endCxn id="822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2" name="Google Shape;8242;p145"/>
              <p:cNvCxnSpPr>
                <a:stCxn id="8227" idx="5"/>
                <a:endCxn id="823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3" name="Google Shape;8243;p145"/>
              <p:cNvCxnSpPr>
                <a:stCxn id="8233" idx="7"/>
                <a:endCxn id="823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4" name="Google Shape;8244;p145"/>
              <p:cNvCxnSpPr>
                <a:stCxn id="8233" idx="5"/>
                <a:endCxn id="822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5" name="Google Shape;8245;p145"/>
              <p:cNvCxnSpPr>
                <a:stCxn id="8229" idx="0"/>
                <a:endCxn id="823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6" name="Google Shape;8246;p145"/>
              <p:cNvCxnSpPr>
                <a:stCxn id="8229" idx="7"/>
                <a:endCxn id="823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7" name="Google Shape;8247;p145"/>
              <p:cNvCxnSpPr>
                <a:stCxn id="8230" idx="6"/>
                <a:endCxn id="823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8" name="Google Shape;8248;p145"/>
              <p:cNvCxnSpPr>
                <a:stCxn id="8234" idx="0"/>
                <a:endCxn id="822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9" name="Google Shape;8249;p145"/>
              <p:cNvCxnSpPr>
                <a:stCxn id="8231" idx="4"/>
                <a:endCxn id="822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0" name="Google Shape;8250;p145"/>
              <p:cNvCxnSpPr>
                <a:stCxn id="8228" idx="4"/>
                <a:endCxn id="822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1" name="Google Shape;8251;p145"/>
              <p:cNvCxnSpPr>
                <a:stCxn id="8227" idx="5"/>
                <a:endCxn id="822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52" name="Google Shape;8252;p14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253" name="Google Shape;8253;p145"/>
              <p:cNvCxnSpPr>
                <a:stCxn id="8234" idx="4"/>
                <a:endCxn id="825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4" name="Google Shape;8254;p145"/>
              <p:cNvCxnSpPr>
                <a:stCxn id="8252" idx="2"/>
                <a:endCxn id="822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5" name="Google Shape;8255;p145"/>
              <p:cNvCxnSpPr>
                <a:stCxn id="8252" idx="0"/>
                <a:endCxn id="822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6" name="Google Shape;8256;p145"/>
              <p:cNvCxnSpPr>
                <a:stCxn id="8252" idx="1"/>
                <a:endCxn id="823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57" name="Google Shape;8257;p14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258" name="Google Shape;8258;p145"/>
              <p:cNvCxnSpPr>
                <a:stCxn id="8252" idx="2"/>
                <a:endCxn id="825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9" name="Google Shape;8259;p145"/>
              <p:cNvCxnSpPr>
                <a:stCxn id="8257" idx="1"/>
                <a:endCxn id="823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260" name="Shape 8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1" name="Google Shape;8261;p1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62" name="Google Shape;8262;p146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3" name="Google Shape;8263;p146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4" name="Google Shape;8264;p146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5" name="Google Shape;8265;p146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266" name="Google Shape;8266;p146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267" name="Google Shape;8267;p146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268" name="Google Shape;8268;p146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8269" name="Google Shape;8269;p146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8270" name="Google Shape;8270;p14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71" name="Google Shape;8271;p14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72" name="Google Shape;8272;p14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73" name="Google Shape;8273;p146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8274" name="Google Shape;8274;p14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75" name="Google Shape;8275;p14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76" name="Google Shape;8276;p14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77" name="Google Shape;8277;p14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278" name="Google Shape;8278;p146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8279" name="Google Shape;8279;p146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8280" name="Google Shape;8280;p146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1" name="Google Shape;8281;p146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2" name="Google Shape;8282;p146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3" name="Google Shape;8283;p146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4" name="Google Shape;8284;p146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5" name="Google Shape;8285;p146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6" name="Google Shape;8286;p146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87" name="Google Shape;8287;p146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288" name="Google Shape;8288;p146"/>
              <p:cNvCxnSpPr>
                <a:stCxn id="8284" idx="5"/>
                <a:endCxn id="828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9" name="Google Shape;8289;p146"/>
              <p:cNvCxnSpPr>
                <a:stCxn id="8285" idx="4"/>
                <a:endCxn id="828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0" name="Google Shape;8290;p146"/>
              <p:cNvCxnSpPr>
                <a:stCxn id="8280" idx="0"/>
                <a:endCxn id="828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1" name="Google Shape;8291;p146"/>
              <p:cNvCxnSpPr>
                <a:stCxn id="8284" idx="6"/>
                <a:endCxn id="828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2" name="Google Shape;8292;p146"/>
              <p:cNvCxnSpPr>
                <a:stCxn id="8285" idx="6"/>
                <a:endCxn id="828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3" name="Google Shape;8293;p146"/>
              <p:cNvCxnSpPr>
                <a:stCxn id="8283" idx="6"/>
                <a:endCxn id="828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4" name="Google Shape;8294;p146"/>
              <p:cNvCxnSpPr>
                <a:stCxn id="8280" idx="6"/>
                <a:endCxn id="828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5" name="Google Shape;8295;p146"/>
              <p:cNvCxnSpPr>
                <a:stCxn id="8280" idx="7"/>
                <a:endCxn id="828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6" name="Google Shape;8296;p146"/>
              <p:cNvCxnSpPr>
                <a:stCxn id="8286" idx="7"/>
                <a:endCxn id="828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7" name="Google Shape;8297;p146"/>
              <p:cNvCxnSpPr>
                <a:stCxn id="8282" idx="0"/>
                <a:endCxn id="828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8" name="Google Shape;8298;p146"/>
              <p:cNvCxnSpPr>
                <a:stCxn id="8287" idx="2"/>
                <a:endCxn id="828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9" name="Google Shape;8299;p146"/>
              <p:cNvCxnSpPr>
                <a:stCxn id="8285" idx="7"/>
                <a:endCxn id="828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00" name="Google Shape;8300;p146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01" name="Google Shape;8301;p146"/>
              <p:cNvCxnSpPr>
                <a:stCxn id="8287" idx="3"/>
                <a:endCxn id="830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2" name="Google Shape;8302;p146"/>
              <p:cNvCxnSpPr>
                <a:stCxn id="8300" idx="2"/>
                <a:endCxn id="828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3" name="Google Shape;8303;p146"/>
              <p:cNvCxnSpPr>
                <a:stCxn id="8300" idx="0"/>
                <a:endCxn id="828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4" name="Google Shape;8304;p146"/>
              <p:cNvCxnSpPr>
                <a:stCxn id="8300" idx="1"/>
                <a:endCxn id="828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05" name="Google Shape;8305;p146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06" name="Google Shape;8306;p146"/>
              <p:cNvCxnSpPr>
                <a:stCxn id="8282" idx="2"/>
                <a:endCxn id="830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7" name="Google Shape;8307;p146"/>
              <p:cNvCxnSpPr>
                <a:stCxn id="8305" idx="3"/>
                <a:endCxn id="828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8" name="Google Shape;8308;p146"/>
              <p:cNvCxnSpPr>
                <a:stCxn id="8283" idx="4"/>
                <a:endCxn id="830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09" name="Google Shape;8309;p146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10" name="Google Shape;8310;p146"/>
              <p:cNvCxnSpPr>
                <a:stCxn id="8283" idx="0"/>
                <a:endCxn id="830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1" name="Google Shape;8311;p146"/>
              <p:cNvCxnSpPr>
                <a:stCxn id="8284" idx="7"/>
                <a:endCxn id="830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312" name="Google Shape;8312;p146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8313" name="Google Shape;8313;p146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4" name="Google Shape;8314;p146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5" name="Google Shape;8315;p146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6" name="Google Shape;8316;p146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7" name="Google Shape;8317;p146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8" name="Google Shape;8318;p146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9" name="Google Shape;8319;p146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20" name="Google Shape;8320;p146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21" name="Google Shape;8321;p146"/>
              <p:cNvCxnSpPr>
                <a:stCxn id="8318" idx="4"/>
                <a:endCxn id="831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2" name="Google Shape;8322;p146"/>
              <p:cNvCxnSpPr>
                <a:stCxn id="8313" idx="7"/>
                <a:endCxn id="831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3" name="Google Shape;8323;p146"/>
              <p:cNvCxnSpPr>
                <a:stCxn id="8317" idx="7"/>
                <a:endCxn id="831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4" name="Google Shape;8324;p146"/>
              <p:cNvCxnSpPr>
                <a:stCxn id="8318" idx="6"/>
                <a:endCxn id="831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5" name="Google Shape;8325;p146"/>
              <p:cNvCxnSpPr>
                <a:stCxn id="8316" idx="7"/>
                <a:endCxn id="831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6" name="Google Shape;8326;p146"/>
              <p:cNvCxnSpPr>
                <a:stCxn id="8313" idx="6"/>
                <a:endCxn id="831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7" name="Google Shape;8327;p146"/>
              <p:cNvCxnSpPr>
                <a:stCxn id="8319" idx="0"/>
                <a:endCxn id="831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8" name="Google Shape;8328;p146"/>
              <p:cNvCxnSpPr>
                <a:stCxn id="8319" idx="5"/>
                <a:endCxn id="831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9" name="Google Shape;8329;p146"/>
              <p:cNvCxnSpPr>
                <a:stCxn id="8315" idx="0"/>
                <a:endCxn id="831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0" name="Google Shape;8330;p146"/>
              <p:cNvCxnSpPr>
                <a:stCxn id="8315" idx="7"/>
                <a:endCxn id="832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1" name="Google Shape;8331;p146"/>
              <p:cNvCxnSpPr>
                <a:stCxn id="8316" idx="6"/>
                <a:endCxn id="832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2" name="Google Shape;8332;p146"/>
              <p:cNvCxnSpPr>
                <a:stCxn id="8320" idx="0"/>
                <a:endCxn id="831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3" name="Google Shape;8333;p146"/>
              <p:cNvCxnSpPr>
                <a:stCxn id="8318" idx="5"/>
                <a:endCxn id="832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4" name="Google Shape;8334;p146"/>
              <p:cNvCxnSpPr>
                <a:stCxn id="8317" idx="6"/>
                <a:endCxn id="832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5" name="Google Shape;8335;p146"/>
              <p:cNvCxnSpPr>
                <a:stCxn id="8317" idx="5"/>
                <a:endCxn id="831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6" name="Google Shape;8336;p146"/>
              <p:cNvCxnSpPr>
                <a:stCxn id="8314" idx="4"/>
                <a:endCxn id="831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37" name="Google Shape;8337;p146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38" name="Google Shape;8338;p146"/>
              <p:cNvCxnSpPr>
                <a:stCxn id="8320" idx="4"/>
                <a:endCxn id="833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9" name="Google Shape;8339;p146"/>
              <p:cNvCxnSpPr>
                <a:stCxn id="8337" idx="1"/>
                <a:endCxn id="831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40" name="Google Shape;8340;p146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41" name="Google Shape;8341;p146"/>
              <p:cNvCxnSpPr>
                <a:stCxn id="8337" idx="2"/>
                <a:endCxn id="834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2" name="Google Shape;8342;p146"/>
              <p:cNvCxnSpPr>
                <a:stCxn id="8340" idx="1"/>
                <a:endCxn id="831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3" name="Google Shape;8343;p146"/>
              <p:cNvCxnSpPr>
                <a:stCxn id="8340" idx="7"/>
                <a:endCxn id="831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344" name="Shape 8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" name="Google Shape;8345;p1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6" name="Google Shape;8346;p147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7" name="Google Shape;8347;p147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8" name="Google Shape;8348;p147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9" name="Google Shape;8349;p147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50" name="Google Shape;8350;p147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1" name="Google Shape;8351;p147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2" name="Google Shape;8352;p147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3" name="Google Shape;8353;p147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4" name="Google Shape;8354;p147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55" name="Google Shape;8355;p147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56" name="Google Shape;8356;p147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57" name="Google Shape;8357;p147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358" name="Google Shape;8358;p147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8359" name="Google Shape;8359;p147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8360" name="Google Shape;8360;p14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61" name="Google Shape;8361;p14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62" name="Google Shape;8362;p14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363" name="Google Shape;8363;p147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8364" name="Google Shape;8364;p147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65" name="Google Shape;8365;p14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66" name="Google Shape;8366;p14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67" name="Google Shape;8367;p14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368" name="Google Shape;8368;p147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8369" name="Google Shape;8369;p147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8370" name="Google Shape;8370;p147"/>
              <p:cNvCxnSpPr>
                <a:stCxn id="8371" idx="6"/>
                <a:endCxn id="837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72" name="Google Shape;8372;p147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73" name="Google Shape;8373;p147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74" name="Google Shape;8374;p147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75" name="Google Shape;8375;p147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76" name="Google Shape;8376;p147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7" name="Google Shape;8377;p147"/>
              <p:cNvCxnSpPr>
                <a:stCxn id="8376" idx="4"/>
                <a:endCxn id="837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78" name="Google Shape;8378;p147"/>
              <p:cNvCxnSpPr>
                <a:stCxn id="8375" idx="4"/>
                <a:endCxn id="837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79" name="Google Shape;8379;p147"/>
              <p:cNvCxnSpPr>
                <a:stCxn id="8375" idx="5"/>
                <a:endCxn id="837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0" name="Google Shape;8380;p147"/>
              <p:cNvCxnSpPr>
                <a:stCxn id="8375" idx="0"/>
                <a:endCxn id="837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1" name="Google Shape;8381;p147"/>
              <p:cNvCxnSpPr>
                <a:stCxn id="8375" idx="7"/>
                <a:endCxn id="837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2" name="Google Shape;8382;p147"/>
              <p:cNvCxnSpPr>
                <a:stCxn id="8373" idx="5"/>
                <a:endCxn id="837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3" name="Google Shape;8383;p147"/>
              <p:cNvCxnSpPr>
                <a:stCxn id="8373" idx="6"/>
                <a:endCxn id="837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4" name="Google Shape;8384;p147"/>
              <p:cNvCxnSpPr>
                <a:stCxn id="8385" idx="1"/>
                <a:endCxn id="837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6" name="Google Shape;8386;p147"/>
              <p:cNvCxnSpPr>
                <a:stCxn id="8376" idx="0"/>
                <a:endCxn id="837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7" name="Google Shape;8387;p147"/>
              <p:cNvCxnSpPr>
                <a:stCxn id="8376" idx="0"/>
                <a:endCxn id="838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88" name="Google Shape;8388;p147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89" name="Google Shape;8389;p147"/>
              <p:cNvCxnSpPr>
                <a:stCxn id="8373" idx="5"/>
                <a:endCxn id="838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0" name="Google Shape;8390;p147"/>
              <p:cNvCxnSpPr>
                <a:stCxn id="8385" idx="7"/>
                <a:endCxn id="838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1" name="Google Shape;8391;p147"/>
              <p:cNvCxnSpPr>
                <a:stCxn id="8388" idx="6"/>
                <a:endCxn id="837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92" name="Google Shape;8392;p147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93" name="Google Shape;8393;p147"/>
              <p:cNvCxnSpPr>
                <a:stCxn id="8392" idx="0"/>
                <a:endCxn id="837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4" name="Google Shape;8394;p147"/>
              <p:cNvCxnSpPr>
                <a:stCxn id="8392" idx="6"/>
                <a:endCxn id="837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5" name="Google Shape;8395;p147"/>
              <p:cNvCxnSpPr>
                <a:stCxn id="8392" idx="5"/>
                <a:endCxn id="837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6" name="Google Shape;8396;p147"/>
              <p:cNvCxnSpPr>
                <a:stCxn id="8392" idx="5"/>
                <a:endCxn id="837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85" name="Google Shape;8385;p147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71" name="Google Shape;8371;p147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397" name="Google Shape;8397;p147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8398" name="Google Shape;8398;p147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99" name="Google Shape;8399;p147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00" name="Google Shape;8400;p147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01" name="Google Shape;8401;p147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02" name="Google Shape;8402;p147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03" name="Google Shape;8403;p147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04" name="Google Shape;8404;p147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05" name="Google Shape;8405;p147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06" name="Google Shape;8406;p147"/>
              <p:cNvCxnSpPr>
                <a:stCxn id="8402" idx="5"/>
                <a:endCxn id="840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7" name="Google Shape;8407;p147"/>
              <p:cNvCxnSpPr>
                <a:stCxn id="8403" idx="4"/>
                <a:endCxn id="840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8" name="Google Shape;8408;p147"/>
              <p:cNvCxnSpPr>
                <a:stCxn id="8398" idx="0"/>
                <a:endCxn id="840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9" name="Google Shape;8409;p147"/>
              <p:cNvCxnSpPr>
                <a:stCxn id="8402" idx="7"/>
                <a:endCxn id="840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0" name="Google Shape;8410;p147"/>
              <p:cNvCxnSpPr>
                <a:stCxn id="8403" idx="6"/>
                <a:endCxn id="839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1" name="Google Shape;8411;p147"/>
              <p:cNvCxnSpPr>
                <a:stCxn id="8401" idx="5"/>
                <a:endCxn id="839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2" name="Google Shape;8412;p147"/>
              <p:cNvCxnSpPr>
                <a:stCxn id="8398" idx="6"/>
                <a:endCxn id="840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3" name="Google Shape;8413;p147"/>
              <p:cNvCxnSpPr>
                <a:stCxn id="8398" idx="7"/>
                <a:endCxn id="840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4" name="Google Shape;8414;p147"/>
              <p:cNvCxnSpPr>
                <a:stCxn id="8404" idx="7"/>
                <a:endCxn id="840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5" name="Google Shape;8415;p147"/>
              <p:cNvCxnSpPr>
                <a:stCxn id="8400" idx="0"/>
                <a:endCxn id="840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6" name="Google Shape;8416;p147"/>
              <p:cNvCxnSpPr>
                <a:stCxn id="8405" idx="2"/>
                <a:endCxn id="839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7" name="Google Shape;8417;p147"/>
              <p:cNvCxnSpPr>
                <a:stCxn id="8402" idx="6"/>
                <a:endCxn id="840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18" name="Google Shape;8418;p147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19" name="Google Shape;8419;p147"/>
              <p:cNvCxnSpPr>
                <a:stCxn id="8405" idx="3"/>
                <a:endCxn id="841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0" name="Google Shape;8420;p147"/>
              <p:cNvCxnSpPr>
                <a:stCxn id="8418" idx="2"/>
                <a:endCxn id="840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1" name="Google Shape;8421;p147"/>
              <p:cNvCxnSpPr>
                <a:stCxn id="8418" idx="0"/>
                <a:endCxn id="839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2" name="Google Shape;8422;p147"/>
              <p:cNvCxnSpPr>
                <a:stCxn id="8418" idx="1"/>
                <a:endCxn id="840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23" name="Google Shape;8423;p147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4" name="Google Shape;8424;p147"/>
              <p:cNvCxnSpPr>
                <a:stCxn id="8400" idx="2"/>
                <a:endCxn id="842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5" name="Google Shape;8425;p147"/>
              <p:cNvCxnSpPr>
                <a:stCxn id="8423" idx="3"/>
                <a:endCxn id="839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6" name="Google Shape;8426;p147"/>
              <p:cNvCxnSpPr>
                <a:stCxn id="8401" idx="4"/>
                <a:endCxn id="842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427" name="Shape 8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8" name="Google Shape;8428;p148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9" name="Google Shape;8429;p148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0" name="Google Shape;8430;p148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1" name="Google Shape;8431;p148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2" name="Google Shape;8432;p148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3" name="Google Shape;8433;p148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4" name="Google Shape;8434;p148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5" name="Google Shape;8435;p148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36" name="Google Shape;8436;p148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37" name="Google Shape;8437;p148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38" name="Google Shape;8438;p148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39" name="Google Shape;8439;p148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40" name="Google Shape;8440;p148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441" name="Google Shape;8441;p148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8442" name="Google Shape;8442;p148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8443" name="Google Shape;8443;p148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44" name="Google Shape;8444;p148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45" name="Google Shape;8445;p148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46" name="Google Shape;8446;p148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47" name="Google Shape;8447;p148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48" name="Google Shape;8448;p148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49" name="Google Shape;8449;p148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50" name="Google Shape;8450;p148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51" name="Google Shape;8451;p148"/>
              <p:cNvCxnSpPr>
                <a:stCxn id="8447" idx="5"/>
                <a:endCxn id="844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2" name="Google Shape;8452;p148"/>
              <p:cNvCxnSpPr>
                <a:stCxn id="8448" idx="4"/>
                <a:endCxn id="844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3" name="Google Shape;8453;p148"/>
              <p:cNvCxnSpPr>
                <a:stCxn id="8443" idx="0"/>
                <a:endCxn id="844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4" name="Google Shape;8454;p148"/>
              <p:cNvCxnSpPr>
                <a:stCxn id="8447" idx="6"/>
                <a:endCxn id="844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5" name="Google Shape;8455;p148"/>
              <p:cNvCxnSpPr>
                <a:stCxn id="8448" idx="6"/>
                <a:endCxn id="844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6" name="Google Shape;8456;p148"/>
              <p:cNvCxnSpPr>
                <a:stCxn id="8446" idx="6"/>
                <a:endCxn id="844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7" name="Google Shape;8457;p148"/>
              <p:cNvCxnSpPr>
                <a:stCxn id="8443" idx="6"/>
                <a:endCxn id="844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8" name="Google Shape;8458;p148"/>
              <p:cNvCxnSpPr>
                <a:stCxn id="8443" idx="7"/>
                <a:endCxn id="844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9" name="Google Shape;8459;p148"/>
              <p:cNvCxnSpPr>
                <a:stCxn id="8449" idx="7"/>
                <a:endCxn id="844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0" name="Google Shape;8460;p148"/>
              <p:cNvCxnSpPr>
                <a:stCxn id="8445" idx="0"/>
                <a:endCxn id="844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1" name="Google Shape;8461;p148"/>
              <p:cNvCxnSpPr>
                <a:stCxn id="8450" idx="2"/>
                <a:endCxn id="844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2" name="Google Shape;8462;p148"/>
              <p:cNvCxnSpPr>
                <a:stCxn id="8448" idx="7"/>
                <a:endCxn id="845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63" name="Google Shape;8463;p148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64" name="Google Shape;8464;p148"/>
              <p:cNvCxnSpPr>
                <a:stCxn id="8450" idx="3"/>
                <a:endCxn id="846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5" name="Google Shape;8465;p148"/>
              <p:cNvCxnSpPr>
                <a:stCxn id="8463" idx="2"/>
                <a:endCxn id="844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6" name="Google Shape;8466;p148"/>
              <p:cNvCxnSpPr>
                <a:stCxn id="8463" idx="0"/>
                <a:endCxn id="844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7" name="Google Shape;8467;p148"/>
              <p:cNvCxnSpPr>
                <a:stCxn id="8463" idx="1"/>
                <a:endCxn id="844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68" name="Google Shape;8468;p148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69" name="Google Shape;8469;p148"/>
              <p:cNvCxnSpPr>
                <a:stCxn id="8445" idx="2"/>
                <a:endCxn id="846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70" name="Google Shape;8470;p148"/>
              <p:cNvCxnSpPr>
                <a:stCxn id="8468" idx="3"/>
                <a:endCxn id="844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71" name="Google Shape;8471;p148"/>
              <p:cNvCxnSpPr>
                <a:stCxn id="8446" idx="4"/>
                <a:endCxn id="846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72" name="Google Shape;8472;p148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73" name="Google Shape;8473;p148"/>
              <p:cNvCxnSpPr>
                <a:stCxn id="8446" idx="0"/>
                <a:endCxn id="847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74" name="Google Shape;8474;p148"/>
              <p:cNvCxnSpPr>
                <a:stCxn id="8472" idx="3"/>
                <a:endCxn id="844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475" name="Google Shape;8475;p148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8476" name="Google Shape;8476;p148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77" name="Google Shape;8477;p148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78" name="Google Shape;8478;p148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79" name="Google Shape;8479;p148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80" name="Google Shape;8480;p148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81" name="Google Shape;8481;p148"/>
              <p:cNvCxnSpPr>
                <a:stCxn id="8479" idx="5"/>
                <a:endCxn id="847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2" name="Google Shape;8482;p148"/>
              <p:cNvCxnSpPr>
                <a:stCxn id="8476" idx="6"/>
                <a:endCxn id="847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3" name="Google Shape;8483;p148"/>
              <p:cNvCxnSpPr>
                <a:stCxn id="8476" idx="6"/>
                <a:endCxn id="848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4" name="Google Shape;8484;p148"/>
              <p:cNvCxnSpPr>
                <a:stCxn id="8480" idx="6"/>
                <a:endCxn id="847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5" name="Google Shape;8485;p148"/>
              <p:cNvCxnSpPr>
                <a:stCxn id="8480" idx="6"/>
                <a:endCxn id="847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6" name="Google Shape;8486;p148"/>
              <p:cNvCxnSpPr>
                <a:stCxn id="8479" idx="4"/>
                <a:endCxn id="847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7" name="Google Shape;8487;p148"/>
              <p:cNvCxnSpPr>
                <a:stCxn id="8477" idx="7"/>
                <a:endCxn id="847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488" name="Google Shape;8488;p148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8489" name="Google Shape;8489;p148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8490" name="Google Shape;8490;p148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1" name="Google Shape;8491;p14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2" name="Google Shape;8492;p14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493" name="Google Shape;8493;p148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8494" name="Google Shape;8494;p148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5" name="Google Shape;8495;p148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6" name="Google Shape;8496;p148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7" name="Google Shape;8497;p148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498" name="Shape 8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" name="Google Shape;8499;p149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00" name="Google Shape;8500;p149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01" name="Google Shape;8501;p149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8502" name="Google Shape;8502;p149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03" name="Google Shape;8503;p149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504" name="Google Shape;8504;p149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5" name="Google Shape;8505;p149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6" name="Google Shape;8506;p149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7" name="Google Shape;8507;p149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8" name="Google Shape;8508;p149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9" name="Google Shape;8509;p149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10" name="Google Shape;8510;p149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11" name="Google Shape;8511;p149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12" name="Google Shape;8512;p149"/>
              <p:cNvCxnSpPr>
                <a:stCxn id="8508" idx="5"/>
                <a:endCxn id="850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3" name="Google Shape;8513;p149"/>
              <p:cNvCxnSpPr>
                <a:stCxn id="8509" idx="4"/>
                <a:endCxn id="850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4" name="Google Shape;8514;p149"/>
              <p:cNvCxnSpPr>
                <a:stCxn id="8504" idx="6"/>
                <a:endCxn id="850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5" name="Google Shape;8515;p149"/>
              <p:cNvCxnSpPr>
                <a:stCxn id="8508" idx="7"/>
                <a:endCxn id="850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6" name="Google Shape;8516;p149"/>
              <p:cNvCxnSpPr>
                <a:stCxn id="8509" idx="6"/>
                <a:endCxn id="850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7" name="Google Shape;8517;p149"/>
              <p:cNvCxnSpPr>
                <a:stCxn id="8507" idx="7"/>
                <a:endCxn id="850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8" name="Google Shape;8518;p149"/>
              <p:cNvCxnSpPr>
                <a:stCxn id="8504" idx="6"/>
                <a:endCxn id="851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9" name="Google Shape;8519;p149"/>
              <p:cNvCxnSpPr>
                <a:stCxn id="8510" idx="6"/>
                <a:endCxn id="850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0" name="Google Shape;8520;p149"/>
              <p:cNvCxnSpPr>
                <a:stCxn id="8510" idx="6"/>
                <a:endCxn id="850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1" name="Google Shape;8521;p149"/>
              <p:cNvCxnSpPr>
                <a:stCxn id="8506" idx="7"/>
                <a:endCxn id="851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2" name="Google Shape;8522;p149"/>
              <p:cNvCxnSpPr>
                <a:stCxn id="8507" idx="6"/>
                <a:endCxn id="851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3" name="Google Shape;8523;p149"/>
              <p:cNvCxnSpPr>
                <a:stCxn id="8511" idx="0"/>
                <a:endCxn id="850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4" name="Google Shape;8524;p149"/>
              <p:cNvCxnSpPr>
                <a:stCxn id="8509" idx="5"/>
                <a:endCxn id="851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5" name="Google Shape;8525;p149"/>
              <p:cNvCxnSpPr>
                <a:stCxn id="8508" idx="6"/>
                <a:endCxn id="851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6" name="Google Shape;8526;p149"/>
              <p:cNvCxnSpPr>
                <a:stCxn id="8508" idx="4"/>
                <a:endCxn id="850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27" name="Google Shape;8527;p149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28" name="Google Shape;8528;p149"/>
              <p:cNvCxnSpPr>
                <a:stCxn id="8511" idx="4"/>
                <a:endCxn id="852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9" name="Google Shape;8529;p149"/>
              <p:cNvCxnSpPr>
                <a:stCxn id="8527" idx="1"/>
                <a:endCxn id="850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0" name="Google Shape;8530;p149"/>
              <p:cNvCxnSpPr>
                <a:stCxn id="8527" idx="1"/>
                <a:endCxn id="850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31" name="Google Shape;8531;p149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32" name="Google Shape;8532;p149"/>
              <p:cNvCxnSpPr>
                <a:stCxn id="8509" idx="0"/>
                <a:endCxn id="853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3" name="Google Shape;8533;p149"/>
              <p:cNvCxnSpPr>
                <a:stCxn id="8505" idx="0"/>
                <a:endCxn id="853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534" name="Google Shape;8534;p149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8535" name="Google Shape;8535;p149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36" name="Google Shape;8536;p149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37" name="Google Shape;8537;p149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38" name="Google Shape;8538;p149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39" name="Google Shape;8539;p149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40" name="Google Shape;8540;p149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41" name="Google Shape;8541;p149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42" name="Google Shape;8542;p149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43" name="Google Shape;8543;p149"/>
              <p:cNvCxnSpPr>
                <a:stCxn id="8539" idx="5"/>
                <a:endCxn id="853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4" name="Google Shape;8544;p149"/>
              <p:cNvCxnSpPr>
                <a:stCxn id="8540" idx="4"/>
                <a:endCxn id="853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5" name="Google Shape;8545;p149"/>
              <p:cNvCxnSpPr>
                <a:stCxn id="8535" idx="6"/>
                <a:endCxn id="853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6" name="Google Shape;8546;p149"/>
              <p:cNvCxnSpPr>
                <a:stCxn id="8535" idx="0"/>
                <a:endCxn id="853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7" name="Google Shape;8547;p149"/>
              <p:cNvCxnSpPr>
                <a:stCxn id="8539" idx="7"/>
                <a:endCxn id="854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8" name="Google Shape;8548;p149"/>
              <p:cNvCxnSpPr>
                <a:stCxn id="8540" idx="6"/>
                <a:endCxn id="853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9" name="Google Shape;8549;p149"/>
              <p:cNvCxnSpPr>
                <a:stCxn id="8538" idx="7"/>
                <a:endCxn id="853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0" name="Google Shape;8550;p149"/>
              <p:cNvCxnSpPr>
                <a:stCxn id="8535" idx="5"/>
                <a:endCxn id="854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1" name="Google Shape;8551;p149"/>
              <p:cNvCxnSpPr>
                <a:stCxn id="8541" idx="7"/>
                <a:endCxn id="853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2" name="Google Shape;8552;p149"/>
              <p:cNvCxnSpPr>
                <a:stCxn id="8541" idx="7"/>
                <a:endCxn id="853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3" name="Google Shape;8553;p149"/>
              <p:cNvCxnSpPr>
                <a:stCxn id="8537" idx="0"/>
                <a:endCxn id="853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4" name="Google Shape;8554;p149"/>
              <p:cNvCxnSpPr>
                <a:stCxn id="8542" idx="1"/>
                <a:endCxn id="853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5" name="Google Shape;8555;p149"/>
              <p:cNvCxnSpPr>
                <a:stCxn id="8539" idx="6"/>
                <a:endCxn id="854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6" name="Google Shape;8556;p149"/>
              <p:cNvCxnSpPr>
                <a:stCxn id="8536" idx="4"/>
                <a:endCxn id="853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57" name="Google Shape;8557;p149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58" name="Google Shape;8558;p149"/>
              <p:cNvCxnSpPr>
                <a:stCxn id="8542" idx="2"/>
                <a:endCxn id="855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9" name="Google Shape;8559;p149"/>
              <p:cNvCxnSpPr>
                <a:stCxn id="8557" idx="2"/>
                <a:endCxn id="853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0" name="Google Shape;8560;p149"/>
              <p:cNvCxnSpPr>
                <a:stCxn id="8557" idx="0"/>
                <a:endCxn id="853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1" name="Google Shape;8561;p149"/>
              <p:cNvCxnSpPr>
                <a:stCxn id="8557" idx="1"/>
                <a:endCxn id="853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62" name="Google Shape;8562;p149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63" name="Google Shape;8563;p149"/>
              <p:cNvCxnSpPr>
                <a:stCxn id="8537" idx="3"/>
                <a:endCxn id="856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4" name="Google Shape;8564;p149"/>
              <p:cNvCxnSpPr>
                <a:stCxn id="8562" idx="0"/>
                <a:endCxn id="854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65" name="Google Shape;8565;p149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66" name="Google Shape;8566;p149"/>
              <p:cNvCxnSpPr>
                <a:stCxn id="8535" idx="6"/>
                <a:endCxn id="856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7" name="Google Shape;8567;p149"/>
              <p:cNvCxnSpPr>
                <a:stCxn id="8541" idx="0"/>
                <a:endCxn id="856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8" name="Google Shape;8568;p149"/>
              <p:cNvCxnSpPr>
                <a:stCxn id="8565" idx="6"/>
                <a:endCxn id="853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69" name="Google Shape;8569;p149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70" name="Google Shape;8570;p149"/>
              <p:cNvCxnSpPr>
                <a:stCxn id="8562" idx="5"/>
                <a:endCxn id="856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71" name="Google Shape;8571;p149"/>
              <p:cNvCxnSpPr>
                <a:stCxn id="8569" idx="7"/>
                <a:endCxn id="853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72" name="Google Shape;8572;p149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73" name="Google Shape;8573;p149"/>
              <p:cNvCxnSpPr>
                <a:stCxn id="8562" idx="0"/>
                <a:endCxn id="857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74" name="Google Shape;8574;p149"/>
              <p:cNvCxnSpPr>
                <a:stCxn id="8572" idx="1"/>
                <a:endCxn id="854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75" name="Google Shape;8575;p149"/>
              <p:cNvCxnSpPr>
                <a:stCxn id="8572" idx="6"/>
                <a:endCxn id="853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576" name="Shape 8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7" name="Google Shape;8577;p150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8578" name="Google Shape;8578;p150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8579" name="Google Shape;8579;p15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80" name="Google Shape;8580;p15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81" name="Google Shape;8581;p15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582" name="Google Shape;8582;p150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8583" name="Google Shape;8583;p15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84" name="Google Shape;8584;p150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85" name="Google Shape;8585;p150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86" name="Google Shape;8586;p150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587" name="Google Shape;8587;p150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8588" name="Google Shape;8588;p150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8589" name="Google Shape;8589;p150"/>
              <p:cNvCxnSpPr>
                <a:stCxn id="8590" idx="7"/>
                <a:endCxn id="859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91" name="Google Shape;8591;p150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2" name="Google Shape;8592;p150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3" name="Google Shape;8593;p150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4" name="Google Shape;8594;p150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5" name="Google Shape;8595;p150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6" name="Google Shape;8596;p150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597" name="Google Shape;8597;p150"/>
              <p:cNvCxnSpPr>
                <a:stCxn id="8596" idx="4"/>
                <a:endCxn id="859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8" name="Google Shape;8598;p150"/>
              <p:cNvCxnSpPr>
                <a:stCxn id="8595" idx="4"/>
                <a:endCxn id="859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9" name="Google Shape;8599;p150"/>
              <p:cNvCxnSpPr>
                <a:stCxn id="8595" idx="5"/>
                <a:endCxn id="859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0" name="Google Shape;8600;p150"/>
              <p:cNvCxnSpPr>
                <a:stCxn id="8595" idx="0"/>
                <a:endCxn id="859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1" name="Google Shape;8601;p150"/>
              <p:cNvCxnSpPr>
                <a:stCxn id="8595" idx="7"/>
                <a:endCxn id="859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2" name="Google Shape;8602;p150"/>
              <p:cNvCxnSpPr>
                <a:stCxn id="8592" idx="5"/>
                <a:endCxn id="859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3" name="Google Shape;8603;p150"/>
              <p:cNvCxnSpPr>
                <a:stCxn id="8592" idx="6"/>
                <a:endCxn id="859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4" name="Google Shape;8604;p150"/>
              <p:cNvCxnSpPr>
                <a:stCxn id="8594" idx="2"/>
                <a:endCxn id="859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5" name="Google Shape;8605;p150"/>
              <p:cNvCxnSpPr>
                <a:stCxn id="8596" idx="0"/>
                <a:endCxn id="859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6" name="Google Shape;8606;p150"/>
              <p:cNvCxnSpPr>
                <a:stCxn id="8596" idx="0"/>
                <a:endCxn id="859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90" name="Google Shape;8590;p150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07" name="Google Shape;8607;p150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608" name="Google Shape;8608;p150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09" name="Google Shape;8609;p150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0" name="Google Shape;8610;p150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1" name="Google Shape;8611;p150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2" name="Google Shape;8612;p150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3" name="Google Shape;8613;p150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4" name="Google Shape;8614;p150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5" name="Google Shape;8615;p150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16" name="Google Shape;8616;p150"/>
              <p:cNvCxnSpPr>
                <a:stCxn id="8612" idx="5"/>
                <a:endCxn id="861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7" name="Google Shape;8617;p150"/>
              <p:cNvCxnSpPr>
                <a:stCxn id="8613" idx="4"/>
                <a:endCxn id="861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8" name="Google Shape;8618;p150"/>
              <p:cNvCxnSpPr>
                <a:stCxn id="8608" idx="6"/>
                <a:endCxn id="861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9" name="Google Shape;8619;p150"/>
              <p:cNvCxnSpPr>
                <a:stCxn id="8608" idx="0"/>
                <a:endCxn id="861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0" name="Google Shape;8620;p150"/>
              <p:cNvCxnSpPr>
                <a:stCxn id="8612" idx="7"/>
                <a:endCxn id="861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1" name="Google Shape;8621;p150"/>
              <p:cNvCxnSpPr>
                <a:stCxn id="8613" idx="6"/>
                <a:endCxn id="860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2" name="Google Shape;8622;p150"/>
              <p:cNvCxnSpPr>
                <a:stCxn id="8611" idx="7"/>
                <a:endCxn id="860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3" name="Google Shape;8623;p150"/>
              <p:cNvCxnSpPr>
                <a:stCxn id="8608" idx="5"/>
                <a:endCxn id="861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4" name="Google Shape;8624;p150"/>
              <p:cNvCxnSpPr>
                <a:stCxn id="8614" idx="7"/>
                <a:endCxn id="861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5" name="Google Shape;8625;p150"/>
              <p:cNvCxnSpPr>
                <a:stCxn id="8614" idx="5"/>
                <a:endCxn id="861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6" name="Google Shape;8626;p150"/>
              <p:cNvCxnSpPr>
                <a:stCxn id="8610" idx="0"/>
                <a:endCxn id="861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7" name="Google Shape;8627;p150"/>
              <p:cNvCxnSpPr>
                <a:stCxn id="8610" idx="7"/>
                <a:endCxn id="861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8" name="Google Shape;8628;p150"/>
              <p:cNvCxnSpPr>
                <a:stCxn id="8611" idx="6"/>
                <a:endCxn id="861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9" name="Google Shape;8629;p150"/>
              <p:cNvCxnSpPr>
                <a:stCxn id="8615" idx="0"/>
                <a:endCxn id="860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0" name="Google Shape;8630;p150"/>
              <p:cNvCxnSpPr>
                <a:stCxn id="8612" idx="4"/>
                <a:endCxn id="861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1" name="Google Shape;8631;p150"/>
              <p:cNvCxnSpPr>
                <a:stCxn id="8609" idx="4"/>
                <a:endCxn id="861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2" name="Google Shape;8632;p150"/>
              <p:cNvCxnSpPr>
                <a:stCxn id="8608" idx="5"/>
                <a:endCxn id="861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33" name="Google Shape;8633;p150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34" name="Google Shape;8634;p150"/>
              <p:cNvCxnSpPr>
                <a:stCxn id="8615" idx="4"/>
                <a:endCxn id="863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5" name="Google Shape;8635;p150"/>
              <p:cNvCxnSpPr>
                <a:stCxn id="8633" idx="2"/>
                <a:endCxn id="861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6" name="Google Shape;8636;p150"/>
              <p:cNvCxnSpPr>
                <a:stCxn id="8633" idx="0"/>
                <a:endCxn id="860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7" name="Google Shape;8637;p150"/>
              <p:cNvCxnSpPr>
                <a:stCxn id="8633" idx="1"/>
                <a:endCxn id="861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38" name="Google Shape;8638;p150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39" name="Google Shape;8639;p150"/>
              <p:cNvCxnSpPr>
                <a:stCxn id="8633" idx="2"/>
                <a:endCxn id="863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0" name="Google Shape;8640;p150"/>
              <p:cNvCxnSpPr>
                <a:stCxn id="8638" idx="1"/>
                <a:endCxn id="861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641" name="Shape 8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2" name="Google Shape;8642;p151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8643" name="Google Shape;8643;p151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8644" name="Google Shape;8644;p15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45" name="Google Shape;8645;p15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46" name="Google Shape;8646;p15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47" name="Google Shape;8647;p151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8648" name="Google Shape;8648;p15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49" name="Google Shape;8649;p15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0" name="Google Shape;8650;p15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1" name="Google Shape;8651;p15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652" name="Google Shape;8652;p151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8653" name="Google Shape;8653;p151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8654" name="Google Shape;8654;p151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5" name="Google Shape;8655;p151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6" name="Google Shape;8656;p151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7" name="Google Shape;8657;p151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8" name="Google Shape;8658;p151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9" name="Google Shape;8659;p151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60" name="Google Shape;8660;p151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61" name="Google Shape;8661;p151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2" name="Google Shape;8662;p151"/>
              <p:cNvCxnSpPr>
                <a:stCxn id="8658" idx="5"/>
                <a:endCxn id="865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3" name="Google Shape;8663;p151"/>
              <p:cNvCxnSpPr>
                <a:stCxn id="8659" idx="4"/>
                <a:endCxn id="865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4" name="Google Shape;8664;p151"/>
              <p:cNvCxnSpPr>
                <a:stCxn id="8654" idx="0"/>
                <a:endCxn id="865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5" name="Google Shape;8665;p151"/>
              <p:cNvCxnSpPr>
                <a:stCxn id="8658" idx="6"/>
                <a:endCxn id="865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6" name="Google Shape;8666;p151"/>
              <p:cNvCxnSpPr>
                <a:stCxn id="8659" idx="6"/>
                <a:endCxn id="865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7" name="Google Shape;8667;p151"/>
              <p:cNvCxnSpPr>
                <a:stCxn id="8657" idx="6"/>
                <a:endCxn id="865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8" name="Google Shape;8668;p151"/>
              <p:cNvCxnSpPr>
                <a:stCxn id="8654" idx="6"/>
                <a:endCxn id="866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9" name="Google Shape;8669;p151"/>
              <p:cNvCxnSpPr>
                <a:stCxn id="8654" idx="7"/>
                <a:endCxn id="865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0" name="Google Shape;8670;p151"/>
              <p:cNvCxnSpPr>
                <a:stCxn id="8660" idx="7"/>
                <a:endCxn id="865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1" name="Google Shape;8671;p151"/>
              <p:cNvCxnSpPr>
                <a:stCxn id="8656" idx="0"/>
                <a:endCxn id="865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2" name="Google Shape;8672;p151"/>
              <p:cNvCxnSpPr>
                <a:stCxn id="8661" idx="2"/>
                <a:endCxn id="865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3" name="Google Shape;8673;p151"/>
              <p:cNvCxnSpPr>
                <a:stCxn id="8659" idx="7"/>
                <a:endCxn id="866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74" name="Google Shape;8674;p151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75" name="Google Shape;8675;p151"/>
              <p:cNvCxnSpPr>
                <a:stCxn id="8661" idx="3"/>
                <a:endCxn id="867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6" name="Google Shape;8676;p151"/>
              <p:cNvCxnSpPr>
                <a:stCxn id="8674" idx="2"/>
                <a:endCxn id="865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7" name="Google Shape;8677;p151"/>
              <p:cNvCxnSpPr>
                <a:stCxn id="8674" idx="0"/>
                <a:endCxn id="865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8" name="Google Shape;8678;p151"/>
              <p:cNvCxnSpPr>
                <a:stCxn id="8674" idx="1"/>
                <a:endCxn id="865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79" name="Google Shape;8679;p151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80" name="Google Shape;8680;p151"/>
              <p:cNvCxnSpPr>
                <a:stCxn id="8656" idx="2"/>
                <a:endCxn id="867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1" name="Google Shape;8681;p151"/>
              <p:cNvCxnSpPr>
                <a:stCxn id="8679" idx="3"/>
                <a:endCxn id="865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2" name="Google Shape;8682;p151"/>
              <p:cNvCxnSpPr>
                <a:stCxn id="8657" idx="4"/>
                <a:endCxn id="867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83" name="Google Shape;8683;p151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84" name="Google Shape;8684;p151"/>
              <p:cNvCxnSpPr>
                <a:stCxn id="8657" idx="0"/>
                <a:endCxn id="868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5" name="Google Shape;8685;p151"/>
              <p:cNvCxnSpPr>
                <a:stCxn id="8658" idx="7"/>
                <a:endCxn id="868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686" name="Google Shape;8686;p151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8687" name="Google Shape;8687;p151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88" name="Google Shape;8688;p151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89" name="Google Shape;8689;p151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90" name="Google Shape;8690;p151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91" name="Google Shape;8691;p151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92" name="Google Shape;8692;p151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93" name="Google Shape;8693;p151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94" name="Google Shape;8694;p151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95" name="Google Shape;8695;p151"/>
              <p:cNvCxnSpPr>
                <a:stCxn id="8692" idx="4"/>
                <a:endCxn id="869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6" name="Google Shape;8696;p151"/>
              <p:cNvCxnSpPr>
                <a:stCxn id="8687" idx="7"/>
                <a:endCxn id="869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7" name="Google Shape;8697;p151"/>
              <p:cNvCxnSpPr>
                <a:stCxn id="8691" idx="7"/>
                <a:endCxn id="869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8" name="Google Shape;8698;p151"/>
              <p:cNvCxnSpPr>
                <a:stCxn id="8692" idx="6"/>
                <a:endCxn id="868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9" name="Google Shape;8699;p151"/>
              <p:cNvCxnSpPr>
                <a:stCxn id="8690" idx="7"/>
                <a:endCxn id="868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0" name="Google Shape;8700;p151"/>
              <p:cNvCxnSpPr>
                <a:stCxn id="8687" idx="6"/>
                <a:endCxn id="869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1" name="Google Shape;8701;p151"/>
              <p:cNvCxnSpPr>
                <a:stCxn id="8693" idx="0"/>
                <a:endCxn id="869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2" name="Google Shape;8702;p151"/>
              <p:cNvCxnSpPr>
                <a:stCxn id="8693" idx="5"/>
                <a:endCxn id="868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3" name="Google Shape;8703;p151"/>
              <p:cNvCxnSpPr>
                <a:stCxn id="8689" idx="0"/>
                <a:endCxn id="869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4" name="Google Shape;8704;p151"/>
              <p:cNvCxnSpPr>
                <a:stCxn id="8689" idx="7"/>
                <a:endCxn id="869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5" name="Google Shape;8705;p151"/>
              <p:cNvCxnSpPr>
                <a:stCxn id="8690" idx="6"/>
                <a:endCxn id="869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6" name="Google Shape;8706;p151"/>
              <p:cNvCxnSpPr>
                <a:stCxn id="8694" idx="0"/>
                <a:endCxn id="868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7" name="Google Shape;8707;p151"/>
              <p:cNvCxnSpPr>
                <a:stCxn id="8692" idx="5"/>
                <a:endCxn id="869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8" name="Google Shape;8708;p151"/>
              <p:cNvCxnSpPr>
                <a:stCxn id="8691" idx="6"/>
                <a:endCxn id="869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9" name="Google Shape;8709;p151"/>
              <p:cNvCxnSpPr>
                <a:stCxn id="8691" idx="5"/>
                <a:endCxn id="869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0" name="Google Shape;8710;p151"/>
              <p:cNvCxnSpPr>
                <a:stCxn id="8688" idx="4"/>
                <a:endCxn id="868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11" name="Google Shape;8711;p151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12" name="Google Shape;8712;p151"/>
              <p:cNvCxnSpPr>
                <a:stCxn id="8694" idx="4"/>
                <a:endCxn id="871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3" name="Google Shape;8713;p151"/>
              <p:cNvCxnSpPr>
                <a:stCxn id="8711" idx="1"/>
                <a:endCxn id="868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14" name="Google Shape;8714;p151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15" name="Google Shape;8715;p151"/>
              <p:cNvCxnSpPr>
                <a:stCxn id="8711" idx="2"/>
                <a:endCxn id="871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6" name="Google Shape;8716;p151"/>
              <p:cNvCxnSpPr>
                <a:stCxn id="8714" idx="1"/>
                <a:endCxn id="869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7" name="Google Shape;8717;p151"/>
              <p:cNvCxnSpPr>
                <a:stCxn id="8714" idx="7"/>
                <a:endCxn id="868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21" name="Shape 8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2" name="Google Shape;8722;p153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723" name="Google Shape;8723;p153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8724" name="Google Shape;8724;p153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8725" name="Google Shape;8725;p153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8726" name="Google Shape;8726;p153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27" name="Google Shape;8727;p153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28" name="Google Shape;8728;p153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29" name="Google Shape;8729;p153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30" name="Google Shape;8730;p153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31" name="Google Shape;8731;p153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32" name="Google Shape;8732;p153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33" name="Google Shape;8733;p153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34" name="Google Shape;8734;p153"/>
              <p:cNvCxnSpPr>
                <a:stCxn id="8730" idx="5"/>
                <a:endCxn id="872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5" name="Google Shape;8735;p153"/>
              <p:cNvCxnSpPr>
                <a:stCxn id="8731" idx="4"/>
                <a:endCxn id="872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6" name="Google Shape;8736;p153"/>
              <p:cNvCxnSpPr>
                <a:stCxn id="8726" idx="6"/>
                <a:endCxn id="872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7" name="Google Shape;8737;p153"/>
              <p:cNvCxnSpPr>
                <a:stCxn id="8726" idx="0"/>
                <a:endCxn id="873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8" name="Google Shape;8738;p153"/>
              <p:cNvCxnSpPr>
                <a:stCxn id="8730" idx="7"/>
                <a:endCxn id="873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9" name="Google Shape;8739;p153"/>
              <p:cNvCxnSpPr>
                <a:stCxn id="8731" idx="6"/>
                <a:endCxn id="872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0" name="Google Shape;8740;p153"/>
              <p:cNvCxnSpPr>
                <a:stCxn id="8729" idx="7"/>
                <a:endCxn id="872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1" name="Google Shape;8741;p153"/>
              <p:cNvCxnSpPr>
                <a:stCxn id="8726" idx="5"/>
                <a:endCxn id="873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2" name="Google Shape;8742;p153"/>
              <p:cNvCxnSpPr>
                <a:stCxn id="8732" idx="7"/>
                <a:endCxn id="872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3" name="Google Shape;8743;p153"/>
              <p:cNvCxnSpPr>
                <a:stCxn id="8732" idx="7"/>
                <a:endCxn id="872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4" name="Google Shape;8744;p153"/>
              <p:cNvCxnSpPr>
                <a:stCxn id="8728" idx="0"/>
                <a:endCxn id="872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5" name="Google Shape;8745;p153"/>
              <p:cNvCxnSpPr>
                <a:stCxn id="8728" idx="7"/>
                <a:endCxn id="873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6" name="Google Shape;8746;p153"/>
              <p:cNvCxnSpPr>
                <a:stCxn id="8733" idx="1"/>
                <a:endCxn id="872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7" name="Google Shape;8747;p153"/>
              <p:cNvCxnSpPr>
                <a:stCxn id="8730" idx="6"/>
                <a:endCxn id="873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8" name="Google Shape;8748;p153"/>
              <p:cNvCxnSpPr>
                <a:stCxn id="8727" idx="4"/>
                <a:endCxn id="872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9" name="Google Shape;8749;p153"/>
              <p:cNvCxnSpPr>
                <a:stCxn id="8726" idx="5"/>
                <a:endCxn id="872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50" name="Google Shape;8750;p153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51" name="Google Shape;8751;p153"/>
              <p:cNvCxnSpPr>
                <a:stCxn id="8733" idx="2"/>
                <a:endCxn id="875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2" name="Google Shape;8752;p153"/>
              <p:cNvCxnSpPr>
                <a:stCxn id="8750" idx="2"/>
                <a:endCxn id="872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3" name="Google Shape;8753;p153"/>
              <p:cNvCxnSpPr>
                <a:stCxn id="8750" idx="0"/>
                <a:endCxn id="872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4" name="Google Shape;8754;p153"/>
              <p:cNvCxnSpPr>
                <a:stCxn id="8750" idx="1"/>
                <a:endCxn id="872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55" name="Google Shape;8755;p153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56" name="Google Shape;8756;p153"/>
              <p:cNvCxnSpPr>
                <a:stCxn id="8728" idx="2"/>
                <a:endCxn id="875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7" name="Google Shape;8757;p153"/>
              <p:cNvCxnSpPr>
                <a:stCxn id="8755" idx="1"/>
                <a:endCxn id="873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758" name="Google Shape;8758;p153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8759" name="Google Shape;8759;p153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0" name="Google Shape;8760;p153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1" name="Google Shape;8761;p153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2" name="Google Shape;8762;p153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3" name="Google Shape;8763;p153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4" name="Google Shape;8764;p153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5" name="Google Shape;8765;p153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66" name="Google Shape;8766;p153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67" name="Google Shape;8767;p153"/>
              <p:cNvCxnSpPr>
                <a:stCxn id="8763" idx="5"/>
                <a:endCxn id="876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8" name="Google Shape;8768;p153"/>
              <p:cNvCxnSpPr>
                <a:stCxn id="8764" idx="4"/>
                <a:endCxn id="876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9" name="Google Shape;8769;p153"/>
              <p:cNvCxnSpPr>
                <a:stCxn id="8759" idx="6"/>
                <a:endCxn id="876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0" name="Google Shape;8770;p153"/>
              <p:cNvCxnSpPr>
                <a:stCxn id="8763" idx="7"/>
                <a:endCxn id="876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1" name="Google Shape;8771;p153"/>
              <p:cNvCxnSpPr>
                <a:stCxn id="8764" idx="6"/>
                <a:endCxn id="876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2" name="Google Shape;8772;p153"/>
              <p:cNvCxnSpPr>
                <a:stCxn id="8762" idx="7"/>
                <a:endCxn id="876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3" name="Google Shape;8773;p153"/>
              <p:cNvCxnSpPr>
                <a:stCxn id="8759" idx="6"/>
                <a:endCxn id="876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4" name="Google Shape;8774;p153"/>
              <p:cNvCxnSpPr>
                <a:stCxn id="8765" idx="7"/>
                <a:endCxn id="876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5" name="Google Shape;8775;p153"/>
              <p:cNvCxnSpPr>
                <a:stCxn id="8765" idx="5"/>
                <a:endCxn id="876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6" name="Google Shape;8776;p153"/>
              <p:cNvCxnSpPr>
                <a:stCxn id="8761" idx="0"/>
                <a:endCxn id="876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7" name="Google Shape;8777;p153"/>
              <p:cNvCxnSpPr>
                <a:stCxn id="8761" idx="7"/>
                <a:endCxn id="876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8" name="Google Shape;8778;p153"/>
              <p:cNvCxnSpPr>
                <a:stCxn id="8762" idx="6"/>
                <a:endCxn id="876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9" name="Google Shape;8779;p153"/>
              <p:cNvCxnSpPr>
                <a:stCxn id="8766" idx="0"/>
                <a:endCxn id="876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0" name="Google Shape;8780;p153"/>
              <p:cNvCxnSpPr>
                <a:stCxn id="8764" idx="5"/>
                <a:endCxn id="876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1" name="Google Shape;8781;p153"/>
              <p:cNvCxnSpPr>
                <a:stCxn id="8763" idx="6"/>
                <a:endCxn id="876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2" name="Google Shape;8782;p153"/>
              <p:cNvCxnSpPr>
                <a:stCxn id="8763" idx="4"/>
                <a:endCxn id="876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3" name="Google Shape;8783;p153"/>
              <p:cNvCxnSpPr>
                <a:stCxn id="8760" idx="4"/>
                <a:endCxn id="876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4" name="Google Shape;8784;p153"/>
              <p:cNvCxnSpPr>
                <a:stCxn id="8759" idx="6"/>
                <a:endCxn id="876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85" name="Google Shape;8785;p153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86" name="Google Shape;8786;p153"/>
              <p:cNvCxnSpPr>
                <a:stCxn id="8766" idx="4"/>
                <a:endCxn id="878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7" name="Google Shape;8787;p153"/>
              <p:cNvCxnSpPr>
                <a:stCxn id="8785" idx="2"/>
                <a:endCxn id="876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8" name="Google Shape;8788;p153"/>
              <p:cNvCxnSpPr>
                <a:stCxn id="8785" idx="0"/>
                <a:endCxn id="876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9" name="Google Shape;8789;p153"/>
              <p:cNvCxnSpPr>
                <a:stCxn id="8785" idx="1"/>
                <a:endCxn id="876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90" name="Google Shape;8790;p153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791" name="Google Shape;8791;p153"/>
              <p:cNvCxnSpPr>
                <a:stCxn id="8785" idx="2"/>
                <a:endCxn id="879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2" name="Google Shape;8792;p153"/>
              <p:cNvCxnSpPr>
                <a:stCxn id="8790" idx="1"/>
                <a:endCxn id="876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93" name="Shape 8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4" name="Google Shape;8794;p154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95" name="Google Shape;8795;p154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96" name="Google Shape;8796;p154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97" name="Google Shape;8797;p154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798" name="Google Shape;8798;p154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799" name="Google Shape;8799;p154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0" name="Google Shape;8800;p154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1" name="Google Shape;8801;p154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2" name="Google Shape;8802;p154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3" name="Google Shape;8803;p154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4" name="Google Shape;8804;p154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5" name="Google Shape;8805;p154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06" name="Google Shape;8806;p154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07" name="Google Shape;8807;p154"/>
              <p:cNvCxnSpPr>
                <a:stCxn id="8803" idx="5"/>
                <a:endCxn id="880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8" name="Google Shape;8808;p154"/>
              <p:cNvCxnSpPr>
                <a:stCxn id="8804" idx="4"/>
                <a:endCxn id="880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9" name="Google Shape;8809;p154"/>
              <p:cNvCxnSpPr>
                <a:stCxn id="8799" idx="6"/>
                <a:endCxn id="880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0" name="Google Shape;8810;p154"/>
              <p:cNvCxnSpPr>
                <a:stCxn id="8803" idx="7"/>
                <a:endCxn id="880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1" name="Google Shape;8811;p154"/>
              <p:cNvCxnSpPr>
                <a:stCxn id="8804" idx="6"/>
                <a:endCxn id="880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2" name="Google Shape;8812;p154"/>
              <p:cNvCxnSpPr>
                <a:stCxn id="8802" idx="7"/>
                <a:endCxn id="880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3" name="Google Shape;8813;p154"/>
              <p:cNvCxnSpPr>
                <a:stCxn id="8799" idx="6"/>
                <a:endCxn id="880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4" name="Google Shape;8814;p154"/>
              <p:cNvCxnSpPr>
                <a:stCxn id="8805" idx="6"/>
                <a:endCxn id="880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5" name="Google Shape;8815;p154"/>
              <p:cNvCxnSpPr>
                <a:stCxn id="8805" idx="6"/>
                <a:endCxn id="880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6" name="Google Shape;8816;p154"/>
              <p:cNvCxnSpPr>
                <a:stCxn id="8801" idx="7"/>
                <a:endCxn id="880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7" name="Google Shape;8817;p154"/>
              <p:cNvCxnSpPr>
                <a:stCxn id="8802" idx="6"/>
                <a:endCxn id="880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8" name="Google Shape;8818;p154"/>
              <p:cNvCxnSpPr>
                <a:stCxn id="8806" idx="0"/>
                <a:endCxn id="880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9" name="Google Shape;8819;p154"/>
              <p:cNvCxnSpPr>
                <a:stCxn id="8804" idx="5"/>
                <a:endCxn id="880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0" name="Google Shape;8820;p154"/>
              <p:cNvCxnSpPr>
                <a:stCxn id="8803" idx="6"/>
                <a:endCxn id="880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1" name="Google Shape;8821;p154"/>
              <p:cNvCxnSpPr>
                <a:stCxn id="8803" idx="4"/>
                <a:endCxn id="880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22" name="Google Shape;8822;p154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23" name="Google Shape;8823;p154"/>
              <p:cNvCxnSpPr>
                <a:stCxn id="8806" idx="4"/>
                <a:endCxn id="882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4" name="Google Shape;8824;p154"/>
              <p:cNvCxnSpPr>
                <a:stCxn id="8822" idx="1"/>
                <a:endCxn id="880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5" name="Google Shape;8825;p154"/>
              <p:cNvCxnSpPr>
                <a:stCxn id="8822" idx="1"/>
                <a:endCxn id="880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26" name="Google Shape;8826;p154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27" name="Google Shape;8827;p154"/>
              <p:cNvCxnSpPr>
                <a:stCxn id="8804" idx="0"/>
                <a:endCxn id="882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8" name="Google Shape;8828;p154"/>
              <p:cNvCxnSpPr>
                <a:stCxn id="8800" idx="0"/>
                <a:endCxn id="882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829" name="Google Shape;8829;p154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8830" name="Google Shape;8830;p154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1" name="Google Shape;8831;p154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2" name="Google Shape;8832;p154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3" name="Google Shape;8833;p154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4" name="Google Shape;8834;p154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5" name="Google Shape;8835;p154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6" name="Google Shape;8836;p154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37" name="Google Shape;8837;p154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38" name="Google Shape;8838;p154"/>
              <p:cNvCxnSpPr>
                <a:stCxn id="8834" idx="5"/>
                <a:endCxn id="883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9" name="Google Shape;8839;p154"/>
              <p:cNvCxnSpPr>
                <a:stCxn id="8835" idx="4"/>
                <a:endCxn id="883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0" name="Google Shape;8840;p154"/>
              <p:cNvCxnSpPr>
                <a:stCxn id="8830" idx="6"/>
                <a:endCxn id="883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1" name="Google Shape;8841;p154"/>
              <p:cNvCxnSpPr>
                <a:stCxn id="8830" idx="0"/>
                <a:endCxn id="883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2" name="Google Shape;8842;p154"/>
              <p:cNvCxnSpPr>
                <a:stCxn id="8834" idx="7"/>
                <a:endCxn id="883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3" name="Google Shape;8843;p154"/>
              <p:cNvCxnSpPr>
                <a:stCxn id="8835" idx="6"/>
                <a:endCxn id="883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4" name="Google Shape;8844;p154"/>
              <p:cNvCxnSpPr>
                <a:stCxn id="8833" idx="7"/>
                <a:endCxn id="883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5" name="Google Shape;8845;p154"/>
              <p:cNvCxnSpPr>
                <a:stCxn id="8830" idx="5"/>
                <a:endCxn id="883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6" name="Google Shape;8846;p154"/>
              <p:cNvCxnSpPr>
                <a:stCxn id="8836" idx="7"/>
                <a:endCxn id="883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7" name="Google Shape;8847;p154"/>
              <p:cNvCxnSpPr>
                <a:stCxn id="8836" idx="7"/>
                <a:endCxn id="883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8" name="Google Shape;8848;p154"/>
              <p:cNvCxnSpPr>
                <a:stCxn id="8832" idx="0"/>
                <a:endCxn id="883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9" name="Google Shape;8849;p154"/>
              <p:cNvCxnSpPr>
                <a:stCxn id="8837" idx="1"/>
                <a:endCxn id="883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0" name="Google Shape;8850;p154"/>
              <p:cNvCxnSpPr>
                <a:stCxn id="8834" idx="6"/>
                <a:endCxn id="883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1" name="Google Shape;8851;p154"/>
              <p:cNvCxnSpPr>
                <a:stCxn id="8831" idx="4"/>
                <a:endCxn id="883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52" name="Google Shape;8852;p154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53" name="Google Shape;8853;p154"/>
              <p:cNvCxnSpPr>
                <a:stCxn id="8837" idx="2"/>
                <a:endCxn id="885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4" name="Google Shape;8854;p154"/>
              <p:cNvCxnSpPr>
                <a:stCxn id="8852" idx="2"/>
                <a:endCxn id="883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5" name="Google Shape;8855;p154"/>
              <p:cNvCxnSpPr>
                <a:stCxn id="8852" idx="0"/>
                <a:endCxn id="883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6" name="Google Shape;8856;p154"/>
              <p:cNvCxnSpPr>
                <a:stCxn id="8852" idx="1"/>
                <a:endCxn id="883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57" name="Google Shape;8857;p154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58" name="Google Shape;8858;p154"/>
              <p:cNvCxnSpPr>
                <a:stCxn id="8832" idx="3"/>
                <a:endCxn id="885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9" name="Google Shape;8859;p154"/>
              <p:cNvCxnSpPr>
                <a:stCxn id="8857" idx="0"/>
                <a:endCxn id="883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60" name="Google Shape;8860;p154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61" name="Google Shape;8861;p154"/>
              <p:cNvCxnSpPr>
                <a:stCxn id="8830" idx="6"/>
                <a:endCxn id="886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2" name="Google Shape;8862;p154"/>
              <p:cNvCxnSpPr>
                <a:stCxn id="8836" idx="0"/>
                <a:endCxn id="886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3" name="Google Shape;8863;p154"/>
              <p:cNvCxnSpPr>
                <a:stCxn id="8860" idx="6"/>
                <a:endCxn id="883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64" name="Google Shape;8864;p154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65" name="Google Shape;8865;p154"/>
              <p:cNvCxnSpPr>
                <a:stCxn id="8857" idx="5"/>
                <a:endCxn id="886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6" name="Google Shape;8866;p154"/>
              <p:cNvCxnSpPr>
                <a:stCxn id="8864" idx="7"/>
                <a:endCxn id="883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67" name="Google Shape;8867;p154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68" name="Google Shape;8868;p154"/>
              <p:cNvCxnSpPr>
                <a:stCxn id="8857" idx="0"/>
                <a:endCxn id="886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9" name="Google Shape;8869;p154"/>
              <p:cNvCxnSpPr>
                <a:stCxn id="8867" idx="1"/>
                <a:endCxn id="883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0" name="Google Shape;8870;p154"/>
              <p:cNvCxnSpPr>
                <a:stCxn id="8867" idx="6"/>
                <a:endCxn id="883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71" name="Shape 8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2" name="Google Shape;8872;p1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73" name="Google Shape;8873;p155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874" name="Google Shape;8874;p155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8875" name="Google Shape;8875;p15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8876" name="Google Shape;8876;p15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77" name="Google Shape;8877;p15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78" name="Google Shape;8878;p15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79" name="Google Shape;8879;p15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80" name="Google Shape;8880;p15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81" name="Google Shape;8881;p15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82" name="Google Shape;8882;p15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83" name="Google Shape;8883;p15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84" name="Google Shape;8884;p155"/>
              <p:cNvCxnSpPr>
                <a:stCxn id="8880" idx="5"/>
                <a:endCxn id="887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5" name="Google Shape;8885;p155"/>
              <p:cNvCxnSpPr>
                <a:stCxn id="8881" idx="4"/>
                <a:endCxn id="887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6" name="Google Shape;8886;p155"/>
              <p:cNvCxnSpPr>
                <a:stCxn id="8876" idx="6"/>
                <a:endCxn id="888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7" name="Google Shape;8887;p155"/>
              <p:cNvCxnSpPr>
                <a:stCxn id="8880" idx="7"/>
                <a:endCxn id="888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8" name="Google Shape;8888;p155"/>
              <p:cNvCxnSpPr>
                <a:stCxn id="8881" idx="6"/>
                <a:endCxn id="887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9" name="Google Shape;8889;p155"/>
              <p:cNvCxnSpPr>
                <a:stCxn id="8879" idx="7"/>
                <a:endCxn id="887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0" name="Google Shape;8890;p155"/>
              <p:cNvCxnSpPr>
                <a:stCxn id="8876" idx="6"/>
                <a:endCxn id="888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1" name="Google Shape;8891;p155"/>
              <p:cNvCxnSpPr>
                <a:stCxn id="8882" idx="6"/>
                <a:endCxn id="887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2" name="Google Shape;8892;p155"/>
              <p:cNvCxnSpPr>
                <a:stCxn id="8882" idx="5"/>
                <a:endCxn id="887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3" name="Google Shape;8893;p155"/>
              <p:cNvCxnSpPr>
                <a:stCxn id="8878" idx="0"/>
                <a:endCxn id="887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4" name="Google Shape;8894;p155"/>
              <p:cNvCxnSpPr>
                <a:stCxn id="8878" idx="7"/>
                <a:endCxn id="888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5" name="Google Shape;8895;p155"/>
              <p:cNvCxnSpPr>
                <a:stCxn id="8879" idx="6"/>
                <a:endCxn id="888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6" name="Google Shape;8896;p155"/>
              <p:cNvCxnSpPr>
                <a:stCxn id="8883" idx="0"/>
                <a:endCxn id="887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7" name="Google Shape;8897;p155"/>
              <p:cNvCxnSpPr>
                <a:stCxn id="8881" idx="5"/>
                <a:endCxn id="888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8" name="Google Shape;8898;p155"/>
              <p:cNvCxnSpPr>
                <a:stCxn id="8880" idx="6"/>
                <a:endCxn id="888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9" name="Google Shape;8899;p155"/>
              <p:cNvCxnSpPr>
                <a:stCxn id="8880" idx="4"/>
                <a:endCxn id="887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0" name="Google Shape;8900;p155"/>
              <p:cNvCxnSpPr>
                <a:stCxn id="8877" idx="4"/>
                <a:endCxn id="887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01" name="Google Shape;8901;p15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02" name="Google Shape;8902;p155"/>
              <p:cNvCxnSpPr>
                <a:stCxn id="8883" idx="4"/>
                <a:endCxn id="890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3" name="Google Shape;8903;p155"/>
              <p:cNvCxnSpPr>
                <a:stCxn id="8901" idx="1"/>
                <a:endCxn id="887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4" name="Google Shape;8904;p155"/>
              <p:cNvCxnSpPr>
                <a:stCxn id="8901" idx="0"/>
                <a:endCxn id="887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5" name="Google Shape;8905;p155"/>
              <p:cNvCxnSpPr>
                <a:stCxn id="8901" idx="1"/>
                <a:endCxn id="887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06" name="Google Shape;8906;p15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07" name="Google Shape;8907;p155"/>
              <p:cNvCxnSpPr>
                <a:stCxn id="8901" idx="2"/>
                <a:endCxn id="890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8" name="Google Shape;8908;p155"/>
              <p:cNvCxnSpPr>
                <a:stCxn id="8906" idx="1"/>
                <a:endCxn id="888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9" name="Google Shape;8909;p155"/>
              <p:cNvCxnSpPr>
                <a:stCxn id="8906" idx="7"/>
                <a:endCxn id="887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10" name="Google Shape;8910;p155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8911" name="Google Shape;8911;p155"/>
              <p:cNvCxnSpPr>
                <a:stCxn id="8912" idx="6"/>
                <a:endCxn id="891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13" name="Google Shape;8913;p15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14" name="Google Shape;8914;p15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15" name="Google Shape;8915;p15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16" name="Google Shape;8916;p15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17" name="Google Shape;8917;p155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18" name="Google Shape;8918;p155"/>
              <p:cNvCxnSpPr>
                <a:stCxn id="8917" idx="4"/>
                <a:endCxn id="891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19" name="Google Shape;8919;p155"/>
              <p:cNvCxnSpPr>
                <a:stCxn id="8916" idx="4"/>
                <a:endCxn id="891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0" name="Google Shape;8920;p155"/>
              <p:cNvCxnSpPr>
                <a:stCxn id="8916" idx="5"/>
                <a:endCxn id="891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1" name="Google Shape;8921;p155"/>
              <p:cNvCxnSpPr>
                <a:stCxn id="8916" idx="0"/>
                <a:endCxn id="891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2" name="Google Shape;8922;p155"/>
              <p:cNvCxnSpPr>
                <a:stCxn id="8916" idx="7"/>
                <a:endCxn id="891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3" name="Google Shape;8923;p155"/>
              <p:cNvCxnSpPr>
                <a:stCxn id="8914" idx="5"/>
                <a:endCxn id="891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4" name="Google Shape;8924;p155"/>
              <p:cNvCxnSpPr>
                <a:stCxn id="8914" idx="6"/>
                <a:endCxn id="891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5" name="Google Shape;8925;p155"/>
              <p:cNvCxnSpPr>
                <a:stCxn id="8926" idx="1"/>
                <a:endCxn id="891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7" name="Google Shape;8927;p155"/>
              <p:cNvCxnSpPr>
                <a:stCxn id="8917" idx="0"/>
                <a:endCxn id="891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8" name="Google Shape;8928;p155"/>
              <p:cNvCxnSpPr>
                <a:stCxn id="8917" idx="0"/>
                <a:endCxn id="892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29" name="Google Shape;8929;p15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30" name="Google Shape;8930;p155"/>
              <p:cNvCxnSpPr>
                <a:stCxn id="8914" idx="5"/>
                <a:endCxn id="892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1" name="Google Shape;8931;p155"/>
              <p:cNvCxnSpPr>
                <a:stCxn id="8926" idx="7"/>
                <a:endCxn id="892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2" name="Google Shape;8932;p155"/>
              <p:cNvCxnSpPr>
                <a:stCxn id="8929" idx="6"/>
                <a:endCxn id="891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33" name="Google Shape;8933;p15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34" name="Google Shape;8934;p155"/>
              <p:cNvCxnSpPr>
                <a:stCxn id="8933" idx="0"/>
                <a:endCxn id="891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5" name="Google Shape;8935;p155"/>
              <p:cNvCxnSpPr>
                <a:stCxn id="8933" idx="6"/>
                <a:endCxn id="891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6" name="Google Shape;8936;p155"/>
              <p:cNvCxnSpPr>
                <a:stCxn id="8933" idx="5"/>
                <a:endCxn id="891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7" name="Google Shape;8937;p155"/>
              <p:cNvCxnSpPr>
                <a:stCxn id="8933" idx="5"/>
                <a:endCxn id="891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26" name="Google Shape;8926;p15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12" name="Google Shape;8912;p15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938" name="Google Shape;8938;p155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8939" name="Google Shape;8939;p15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40" name="Google Shape;8940;p15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41" name="Google Shape;8941;p15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42" name="Google Shape;8942;p15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43" name="Shape 8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4" name="Google Shape;8944;p1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5" name="Google Shape;8945;p156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46" name="Google Shape;8946;p156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47" name="Google Shape;8947;p156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948" name="Google Shape;8948;p156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949" name="Google Shape;8949;p156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8950" name="Google Shape;8950;p156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8951" name="Google Shape;8951;p156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2" name="Google Shape;8952;p156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3" name="Google Shape;8953;p156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4" name="Google Shape;8954;p156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5" name="Google Shape;8955;p156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6" name="Google Shape;8956;p156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7" name="Google Shape;8957;p156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58" name="Google Shape;8958;p156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59" name="Google Shape;8959;p156"/>
              <p:cNvCxnSpPr>
                <a:stCxn id="8955" idx="5"/>
                <a:endCxn id="895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0" name="Google Shape;8960;p156"/>
              <p:cNvCxnSpPr>
                <a:stCxn id="8956" idx="4"/>
                <a:endCxn id="895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1" name="Google Shape;8961;p156"/>
              <p:cNvCxnSpPr>
                <a:stCxn id="8951" idx="6"/>
                <a:endCxn id="895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2" name="Google Shape;8962;p156"/>
              <p:cNvCxnSpPr>
                <a:stCxn id="8955" idx="7"/>
                <a:endCxn id="895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3" name="Google Shape;8963;p156"/>
              <p:cNvCxnSpPr>
                <a:stCxn id="8956" idx="6"/>
                <a:endCxn id="895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4" name="Google Shape;8964;p156"/>
              <p:cNvCxnSpPr>
                <a:stCxn id="8954" idx="7"/>
                <a:endCxn id="895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5" name="Google Shape;8965;p156"/>
              <p:cNvCxnSpPr>
                <a:stCxn id="8951" idx="6"/>
                <a:endCxn id="895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6" name="Google Shape;8966;p156"/>
              <p:cNvCxnSpPr>
                <a:stCxn id="8957" idx="6"/>
                <a:endCxn id="895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7" name="Google Shape;8967;p156"/>
              <p:cNvCxnSpPr>
                <a:stCxn id="8957" idx="5"/>
                <a:endCxn id="895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8" name="Google Shape;8968;p156"/>
              <p:cNvCxnSpPr>
                <a:stCxn id="8953" idx="0"/>
                <a:endCxn id="895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9" name="Google Shape;8969;p156"/>
              <p:cNvCxnSpPr>
                <a:stCxn id="8953" idx="7"/>
                <a:endCxn id="895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0" name="Google Shape;8970;p156"/>
              <p:cNvCxnSpPr>
                <a:stCxn id="8954" idx="6"/>
                <a:endCxn id="895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1" name="Google Shape;8971;p156"/>
              <p:cNvCxnSpPr>
                <a:stCxn id="8958" idx="0"/>
                <a:endCxn id="895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2" name="Google Shape;8972;p156"/>
              <p:cNvCxnSpPr>
                <a:stCxn id="8956" idx="5"/>
                <a:endCxn id="895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3" name="Google Shape;8973;p156"/>
              <p:cNvCxnSpPr>
                <a:stCxn id="8955" idx="6"/>
                <a:endCxn id="895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4" name="Google Shape;8974;p156"/>
              <p:cNvCxnSpPr>
                <a:stCxn id="8955" idx="4"/>
                <a:endCxn id="895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5" name="Google Shape;8975;p156"/>
              <p:cNvCxnSpPr>
                <a:stCxn id="8952" idx="4"/>
                <a:endCxn id="895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76" name="Google Shape;8976;p156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77" name="Google Shape;8977;p156"/>
              <p:cNvCxnSpPr>
                <a:stCxn id="8958" idx="4"/>
                <a:endCxn id="897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8" name="Google Shape;8978;p156"/>
              <p:cNvCxnSpPr>
                <a:stCxn id="8976" idx="1"/>
                <a:endCxn id="895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9" name="Google Shape;8979;p156"/>
              <p:cNvCxnSpPr>
                <a:stCxn id="8976" idx="0"/>
                <a:endCxn id="895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0" name="Google Shape;8980;p156"/>
              <p:cNvCxnSpPr>
                <a:stCxn id="8976" idx="1"/>
                <a:endCxn id="895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81" name="Google Shape;8981;p156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82" name="Google Shape;8982;p156"/>
              <p:cNvCxnSpPr>
                <a:stCxn id="8976" idx="2"/>
                <a:endCxn id="898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3" name="Google Shape;8983;p156"/>
              <p:cNvCxnSpPr>
                <a:stCxn id="8981" idx="1"/>
                <a:endCxn id="895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4" name="Google Shape;8984;p156"/>
              <p:cNvCxnSpPr>
                <a:stCxn id="8981" idx="7"/>
                <a:endCxn id="895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85" name="Google Shape;8985;p156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8986" name="Google Shape;8986;p156"/>
              <p:cNvCxnSpPr>
                <a:stCxn id="8987" idx="6"/>
                <a:endCxn id="898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88" name="Google Shape;8988;p15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89" name="Google Shape;8989;p15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90" name="Google Shape;8990;p15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91" name="Google Shape;8991;p15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92" name="Google Shape;8992;p156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993" name="Google Shape;8993;p156"/>
              <p:cNvCxnSpPr>
                <a:stCxn id="8992" idx="4"/>
                <a:endCxn id="899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4" name="Google Shape;8994;p156"/>
              <p:cNvCxnSpPr>
                <a:stCxn id="8991" idx="4"/>
                <a:endCxn id="899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5" name="Google Shape;8995;p156"/>
              <p:cNvCxnSpPr>
                <a:stCxn id="8991" idx="5"/>
                <a:endCxn id="899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6" name="Google Shape;8996;p156"/>
              <p:cNvCxnSpPr>
                <a:stCxn id="8991" idx="0"/>
                <a:endCxn id="898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7" name="Google Shape;8997;p156"/>
              <p:cNvCxnSpPr>
                <a:stCxn id="8991" idx="7"/>
                <a:endCxn id="898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8" name="Google Shape;8998;p156"/>
              <p:cNvCxnSpPr>
                <a:stCxn id="8989" idx="5"/>
                <a:endCxn id="898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9" name="Google Shape;8999;p156"/>
              <p:cNvCxnSpPr>
                <a:stCxn id="8989" idx="6"/>
                <a:endCxn id="898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0" name="Google Shape;9000;p156"/>
              <p:cNvCxnSpPr>
                <a:stCxn id="9001" idx="1"/>
                <a:endCxn id="898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2" name="Google Shape;9002;p156"/>
              <p:cNvCxnSpPr>
                <a:stCxn id="8992" idx="0"/>
                <a:endCxn id="898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3" name="Google Shape;9003;p156"/>
              <p:cNvCxnSpPr>
                <a:stCxn id="8992" idx="0"/>
                <a:endCxn id="900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04" name="Google Shape;9004;p15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05" name="Google Shape;9005;p156"/>
              <p:cNvCxnSpPr>
                <a:stCxn id="8989" idx="5"/>
                <a:endCxn id="900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6" name="Google Shape;9006;p156"/>
              <p:cNvCxnSpPr>
                <a:stCxn id="9001" idx="7"/>
                <a:endCxn id="900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7" name="Google Shape;9007;p156"/>
              <p:cNvCxnSpPr>
                <a:stCxn id="9004" idx="6"/>
                <a:endCxn id="898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08" name="Google Shape;9008;p15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09" name="Google Shape;9009;p156"/>
              <p:cNvCxnSpPr>
                <a:stCxn id="9008" idx="0"/>
                <a:endCxn id="898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0" name="Google Shape;9010;p156"/>
              <p:cNvCxnSpPr>
                <a:stCxn id="9008" idx="6"/>
                <a:endCxn id="898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1" name="Google Shape;9011;p156"/>
              <p:cNvCxnSpPr>
                <a:stCxn id="9008" idx="5"/>
                <a:endCxn id="899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2" name="Google Shape;9012;p156"/>
              <p:cNvCxnSpPr>
                <a:stCxn id="9008" idx="5"/>
                <a:endCxn id="899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01" name="Google Shape;9001;p15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87" name="Google Shape;8987;p15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013" name="Google Shape;9013;p156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9014" name="Google Shape;9014;p156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9015" name="Google Shape;9015;p15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16" name="Google Shape;9016;p15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17" name="Google Shape;9017;p15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18" name="Google Shape;9018;p15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019" name="Google Shape;9019;p156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9020" name="Google Shape;9020;p15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21" name="Google Shape;9021;p15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22" name="Google Shape;9022;p15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23" name="Shape 9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4" name="Google Shape;9024;p1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025" name="Google Shape;9025;p157"/>
          <p:cNvCxnSpPr>
            <a:stCxn id="9026" idx="6"/>
            <a:endCxn id="902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028" name="Google Shape;9028;p157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9029" name="Google Shape;9029;p157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9030" name="Google Shape;9030;p157"/>
              <p:cNvCxnSpPr>
                <a:stCxn id="9027" idx="7"/>
                <a:endCxn id="903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31" name="Google Shape;9031;p157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32" name="Google Shape;9032;p157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33" name="Google Shape;9033;p157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27" name="Google Shape;9027;p157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34" name="Google Shape;9034;p157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35" name="Google Shape;9035;p157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36" name="Google Shape;9036;p157"/>
              <p:cNvCxnSpPr>
                <a:stCxn id="9035" idx="4"/>
                <a:endCxn id="903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7" name="Google Shape;9037;p157"/>
              <p:cNvCxnSpPr>
                <a:stCxn id="9034" idx="4"/>
                <a:endCxn id="903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8" name="Google Shape;9038;p157"/>
              <p:cNvCxnSpPr>
                <a:stCxn id="9034" idx="5"/>
                <a:endCxn id="903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9" name="Google Shape;9039;p157"/>
              <p:cNvCxnSpPr>
                <a:stCxn id="9034" idx="0"/>
                <a:endCxn id="903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0" name="Google Shape;9040;p157"/>
              <p:cNvCxnSpPr>
                <a:stCxn id="9034" idx="0"/>
                <a:endCxn id="902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1" name="Google Shape;9041;p157"/>
              <p:cNvCxnSpPr>
                <a:stCxn id="9032" idx="5"/>
                <a:endCxn id="902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2" name="Google Shape;9042;p157"/>
              <p:cNvCxnSpPr>
                <a:stCxn id="9032" idx="6"/>
                <a:endCxn id="903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3" name="Google Shape;9043;p157"/>
              <p:cNvCxnSpPr>
                <a:stCxn id="9027" idx="1"/>
                <a:endCxn id="903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4" name="Google Shape;9044;p157"/>
              <p:cNvCxnSpPr>
                <a:stCxn id="9035" idx="0"/>
                <a:endCxn id="902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5" name="Google Shape;9045;p157"/>
              <p:cNvCxnSpPr>
                <a:stCxn id="9035" idx="0"/>
                <a:endCxn id="902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26" name="Google Shape;9026;p157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046" name="Google Shape;9046;p157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9047" name="Google Shape;9047;p157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48" name="Google Shape;9048;p157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49" name="Google Shape;9049;p157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50" name="Google Shape;9050;p157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51" name="Google Shape;9051;p157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52" name="Google Shape;9052;p157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53" name="Google Shape;9053;p157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54" name="Google Shape;9054;p157"/>
              <p:cNvCxnSpPr>
                <a:stCxn id="9053" idx="7"/>
                <a:endCxn id="904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5" name="Google Shape;9055;p157"/>
              <p:cNvCxnSpPr>
                <a:stCxn id="9048" idx="0"/>
                <a:endCxn id="905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6" name="Google Shape;9056;p157"/>
              <p:cNvCxnSpPr>
                <a:stCxn id="9053" idx="0"/>
                <a:endCxn id="905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7" name="Google Shape;9057;p157"/>
              <p:cNvCxnSpPr>
                <a:stCxn id="9049" idx="4"/>
                <a:endCxn id="905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8" name="Google Shape;9058;p157"/>
              <p:cNvCxnSpPr>
                <a:stCxn id="9051" idx="2"/>
                <a:endCxn id="904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9" name="Google Shape;9059;p157"/>
              <p:cNvCxnSpPr>
                <a:stCxn id="9050" idx="2"/>
                <a:endCxn id="904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0" name="Google Shape;9060;p157"/>
              <p:cNvCxnSpPr>
                <a:stCxn id="9047" idx="1"/>
                <a:endCxn id="905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1" name="Google Shape;9061;p157"/>
              <p:cNvCxnSpPr>
                <a:stCxn id="9047" idx="2"/>
                <a:endCxn id="905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2" name="Google Shape;9062;p157"/>
              <p:cNvCxnSpPr>
                <a:stCxn id="9050" idx="3"/>
                <a:endCxn id="905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3" name="Google Shape;9063;p157"/>
              <p:cNvCxnSpPr>
                <a:stCxn id="9051" idx="3"/>
                <a:endCxn id="904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64" name="Google Shape;9064;p157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65" name="Google Shape;9065;p157"/>
              <p:cNvCxnSpPr>
                <a:endCxn id="906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6" name="Google Shape;9066;p157"/>
              <p:cNvCxnSpPr>
                <a:stCxn id="9052" idx="3"/>
                <a:endCxn id="906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67" name="Google Shape;9067;p157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68" name="Google Shape;9068;p157"/>
              <p:cNvCxnSpPr>
                <a:stCxn id="9052" idx="1"/>
                <a:endCxn id="906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9" name="Google Shape;9069;p157"/>
              <p:cNvCxnSpPr>
                <a:stCxn id="9064" idx="0"/>
                <a:endCxn id="906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0" name="Google Shape;9070;p157"/>
              <p:cNvCxnSpPr>
                <a:stCxn id="9049" idx="2"/>
                <a:endCxn id="906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1" name="Google Shape;9071;p157"/>
              <p:cNvCxnSpPr>
                <a:stCxn id="9050" idx="2"/>
                <a:endCxn id="906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2" name="Google Shape;9072;p157"/>
              <p:cNvCxnSpPr>
                <a:stCxn id="9047" idx="2"/>
                <a:endCxn id="904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073" name="Google Shape;9073;p157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9074" name="Google Shape;9074;p157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9075" name="Google Shape;9075;p157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76" name="Google Shape;9076;p15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77" name="Google Shape;9077;p157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78" name="Google Shape;9078;p15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079" name="Google Shape;9079;p157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9080" name="Google Shape;9080;p15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81" name="Google Shape;9081;p15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82" name="Google Shape;9082;p15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083" name="Shape 9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4" name="Google Shape;9084;p158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5" name="Google Shape;9085;p158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86" name="Google Shape;9086;p158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087" name="Google Shape;9087;p158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9088" name="Google Shape;9088;p158"/>
            <p:cNvCxnSpPr>
              <a:stCxn id="9089" idx="7"/>
              <a:endCxn id="909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90" name="Google Shape;9090;p158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091" name="Google Shape;9091;p158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092" name="Google Shape;9092;p158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093" name="Google Shape;9093;p158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094" name="Google Shape;9094;p158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095" name="Google Shape;9095;p158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9096" name="Google Shape;9096;p158"/>
            <p:cNvCxnSpPr>
              <a:stCxn id="9095" idx="4"/>
              <a:endCxn id="909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7" name="Google Shape;9097;p158"/>
            <p:cNvCxnSpPr>
              <a:stCxn id="9094" idx="4"/>
              <a:endCxn id="909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8" name="Google Shape;9098;p158"/>
            <p:cNvCxnSpPr>
              <a:stCxn id="9094" idx="5"/>
              <a:endCxn id="909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9" name="Google Shape;9099;p158"/>
            <p:cNvCxnSpPr>
              <a:stCxn id="9094" idx="0"/>
              <a:endCxn id="909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0" name="Google Shape;9100;p158"/>
            <p:cNvCxnSpPr>
              <a:stCxn id="9094" idx="7"/>
              <a:endCxn id="908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1" name="Google Shape;9101;p158"/>
            <p:cNvCxnSpPr>
              <a:stCxn id="9091" idx="5"/>
              <a:endCxn id="908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2" name="Google Shape;9102;p158"/>
            <p:cNvCxnSpPr>
              <a:stCxn id="9091" idx="6"/>
              <a:endCxn id="909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3" name="Google Shape;9103;p158"/>
            <p:cNvCxnSpPr>
              <a:stCxn id="9093" idx="2"/>
              <a:endCxn id="909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4" name="Google Shape;9104;p158"/>
            <p:cNvCxnSpPr>
              <a:stCxn id="9095" idx="0"/>
              <a:endCxn id="908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5" name="Google Shape;9105;p158"/>
            <p:cNvCxnSpPr>
              <a:stCxn id="9095" idx="0"/>
              <a:endCxn id="909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89" name="Google Shape;9089;p158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106" name="Google Shape;9106;p158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9107" name="Google Shape;9107;p158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108" name="Google Shape;9108;p158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109" name="Google Shape;9109;p158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110" name="Google Shape;9110;p158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111" name="Shape 9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2" name="Google Shape;9112;p159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113" name="Google Shape;9113;p159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9114" name="Google Shape;9114;p159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9115" name="Google Shape;9115;p159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16" name="Google Shape;9116;p159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17" name="Google Shape;9117;p159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18" name="Google Shape;9118;p159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19" name="Google Shape;9119;p159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20" name="Google Shape;9120;p159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21" name="Google Shape;9121;p159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22" name="Google Shape;9122;p159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23" name="Google Shape;9123;p159"/>
              <p:cNvCxnSpPr>
                <a:stCxn id="9119" idx="5"/>
                <a:endCxn id="911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4" name="Google Shape;9124;p159"/>
              <p:cNvCxnSpPr>
                <a:stCxn id="9120" idx="4"/>
                <a:endCxn id="911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5" name="Google Shape;9125;p159"/>
              <p:cNvCxnSpPr>
                <a:stCxn id="9115" idx="6"/>
                <a:endCxn id="911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6" name="Google Shape;9126;p159"/>
              <p:cNvCxnSpPr>
                <a:stCxn id="9115" idx="0"/>
                <a:endCxn id="911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7" name="Google Shape;9127;p159"/>
              <p:cNvCxnSpPr>
                <a:stCxn id="9119" idx="7"/>
                <a:endCxn id="912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8" name="Google Shape;9128;p159"/>
              <p:cNvCxnSpPr>
                <a:stCxn id="9120" idx="6"/>
                <a:endCxn id="911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9" name="Google Shape;9129;p159"/>
              <p:cNvCxnSpPr>
                <a:stCxn id="9118" idx="7"/>
                <a:endCxn id="911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0" name="Google Shape;9130;p159"/>
              <p:cNvCxnSpPr>
                <a:stCxn id="9115" idx="5"/>
                <a:endCxn id="912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1" name="Google Shape;9131;p159"/>
              <p:cNvCxnSpPr>
                <a:stCxn id="9121" idx="7"/>
                <a:endCxn id="911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2" name="Google Shape;9132;p159"/>
              <p:cNvCxnSpPr>
                <a:stCxn id="9121" idx="6"/>
                <a:endCxn id="911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3" name="Google Shape;9133;p159"/>
              <p:cNvCxnSpPr>
                <a:stCxn id="9117" idx="1"/>
                <a:endCxn id="911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4" name="Google Shape;9134;p159"/>
              <p:cNvCxnSpPr>
                <a:stCxn id="9122" idx="1"/>
                <a:endCxn id="911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5" name="Google Shape;9135;p159"/>
              <p:cNvCxnSpPr>
                <a:stCxn id="9119" idx="6"/>
                <a:endCxn id="912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6" name="Google Shape;9136;p159"/>
              <p:cNvCxnSpPr>
                <a:stCxn id="9116" idx="4"/>
                <a:endCxn id="911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7" name="Google Shape;9137;p159"/>
              <p:cNvCxnSpPr>
                <a:stCxn id="9115" idx="5"/>
                <a:endCxn id="911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38" name="Google Shape;9138;p159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39" name="Google Shape;9139;p159"/>
              <p:cNvCxnSpPr>
                <a:stCxn id="9122" idx="2"/>
                <a:endCxn id="913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0" name="Google Shape;9140;p159"/>
              <p:cNvCxnSpPr>
                <a:stCxn id="9138" idx="2"/>
                <a:endCxn id="911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1" name="Google Shape;9141;p159"/>
              <p:cNvCxnSpPr>
                <a:stCxn id="9138" idx="0"/>
                <a:endCxn id="911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2" name="Google Shape;9142;p159"/>
              <p:cNvCxnSpPr>
                <a:stCxn id="9138" idx="1"/>
                <a:endCxn id="911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43" name="Google Shape;9143;p159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44" name="Google Shape;9144;p159"/>
              <p:cNvCxnSpPr>
                <a:stCxn id="9117" idx="3"/>
                <a:endCxn id="914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5" name="Google Shape;9145;p159"/>
              <p:cNvCxnSpPr>
                <a:stCxn id="9143" idx="1"/>
                <a:endCxn id="912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146" name="Google Shape;9146;p159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9147" name="Google Shape;9147;p159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48" name="Google Shape;9148;p159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49" name="Google Shape;9149;p159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50" name="Google Shape;9150;p159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51" name="Google Shape;9151;p159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52" name="Google Shape;9152;p159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53" name="Google Shape;9153;p159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54" name="Google Shape;9154;p159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55" name="Google Shape;9155;p159"/>
              <p:cNvCxnSpPr>
                <a:stCxn id="9151" idx="5"/>
                <a:endCxn id="915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6" name="Google Shape;9156;p159"/>
              <p:cNvCxnSpPr>
                <a:stCxn id="9152" idx="4"/>
                <a:endCxn id="915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7" name="Google Shape;9157;p159"/>
              <p:cNvCxnSpPr>
                <a:stCxn id="9147" idx="6"/>
                <a:endCxn id="915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8" name="Google Shape;9158;p159"/>
              <p:cNvCxnSpPr>
                <a:stCxn id="9151" idx="7"/>
                <a:endCxn id="915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9" name="Google Shape;9159;p159"/>
              <p:cNvCxnSpPr>
                <a:stCxn id="9152" idx="6"/>
                <a:endCxn id="914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0" name="Google Shape;9160;p159"/>
              <p:cNvCxnSpPr>
                <a:stCxn id="9150" idx="7"/>
                <a:endCxn id="914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1" name="Google Shape;9161;p159"/>
              <p:cNvCxnSpPr>
                <a:stCxn id="9147" idx="6"/>
                <a:endCxn id="915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2" name="Google Shape;9162;p159"/>
              <p:cNvCxnSpPr>
                <a:stCxn id="9153" idx="7"/>
                <a:endCxn id="915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3" name="Google Shape;9163;p159"/>
              <p:cNvCxnSpPr>
                <a:stCxn id="9153" idx="5"/>
                <a:endCxn id="914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4" name="Google Shape;9164;p159"/>
              <p:cNvCxnSpPr>
                <a:stCxn id="9149" idx="0"/>
                <a:endCxn id="915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5" name="Google Shape;9165;p159"/>
              <p:cNvCxnSpPr>
                <a:stCxn id="9149" idx="7"/>
                <a:endCxn id="915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6" name="Google Shape;9166;p159"/>
              <p:cNvCxnSpPr>
                <a:stCxn id="9150" idx="6"/>
                <a:endCxn id="915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7" name="Google Shape;9167;p159"/>
              <p:cNvCxnSpPr>
                <a:stCxn id="9154" idx="0"/>
                <a:endCxn id="914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8" name="Google Shape;9168;p159"/>
              <p:cNvCxnSpPr>
                <a:stCxn id="9152" idx="5"/>
                <a:endCxn id="915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9" name="Google Shape;9169;p159"/>
              <p:cNvCxnSpPr>
                <a:stCxn id="9151" idx="6"/>
                <a:endCxn id="915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0" name="Google Shape;9170;p159"/>
              <p:cNvCxnSpPr>
                <a:stCxn id="9151" idx="4"/>
                <a:endCxn id="914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1" name="Google Shape;9171;p159"/>
              <p:cNvCxnSpPr>
                <a:stCxn id="9148" idx="4"/>
                <a:endCxn id="914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2" name="Google Shape;9172;p159"/>
              <p:cNvCxnSpPr>
                <a:stCxn id="9147" idx="6"/>
                <a:endCxn id="914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73" name="Google Shape;9173;p159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74" name="Google Shape;9174;p159"/>
              <p:cNvCxnSpPr>
                <a:stCxn id="9154" idx="4"/>
                <a:endCxn id="917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5" name="Google Shape;9175;p159"/>
              <p:cNvCxnSpPr>
                <a:stCxn id="9173" idx="2"/>
                <a:endCxn id="914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6" name="Google Shape;9176;p159"/>
              <p:cNvCxnSpPr>
                <a:stCxn id="9173" idx="0"/>
                <a:endCxn id="914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7" name="Google Shape;9177;p159"/>
              <p:cNvCxnSpPr>
                <a:stCxn id="9173" idx="1"/>
                <a:endCxn id="915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78" name="Google Shape;9178;p159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79" name="Google Shape;9179;p159"/>
              <p:cNvCxnSpPr>
                <a:stCxn id="9173" idx="2"/>
                <a:endCxn id="917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80" name="Google Shape;9180;p159"/>
              <p:cNvCxnSpPr>
                <a:stCxn id="9178" idx="1"/>
                <a:endCxn id="915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81" name="Shape 9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2" name="Google Shape;9182;p1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83" name="Google Shape;9183;p160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4" name="Google Shape;9184;p160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85" name="Google Shape;9185;p160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186" name="Google Shape;9186;p160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187" name="Google Shape;9187;p16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88" name="Google Shape;9188;p16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89" name="Google Shape;9189;p16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190" name="Google Shape;9190;p160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9191" name="Google Shape;9191;p16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92" name="Google Shape;9192;p16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93" name="Google Shape;9193;p16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94" name="Google Shape;9194;p16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195" name="Google Shape;9195;p160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9196" name="Google Shape;9196;p160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9197" name="Google Shape;9197;p160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98" name="Google Shape;9198;p160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99" name="Google Shape;9199;p160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00" name="Google Shape;9200;p160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01" name="Google Shape;9201;p160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02" name="Google Shape;9202;p160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03" name="Google Shape;9203;p160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04" name="Google Shape;9204;p160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05" name="Google Shape;9205;p160"/>
              <p:cNvCxnSpPr>
                <a:stCxn id="9201" idx="5"/>
                <a:endCxn id="920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06" name="Google Shape;9206;p160"/>
              <p:cNvCxnSpPr>
                <a:stCxn id="9202" idx="4"/>
                <a:endCxn id="920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07" name="Google Shape;9207;p160"/>
              <p:cNvCxnSpPr>
                <a:stCxn id="9197" idx="0"/>
                <a:endCxn id="920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08" name="Google Shape;9208;p160"/>
              <p:cNvCxnSpPr>
                <a:stCxn id="9201" idx="6"/>
                <a:endCxn id="920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09" name="Google Shape;9209;p160"/>
              <p:cNvCxnSpPr>
                <a:stCxn id="9202" idx="6"/>
                <a:endCxn id="919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0" name="Google Shape;9210;p160"/>
              <p:cNvCxnSpPr>
                <a:stCxn id="9200" idx="6"/>
                <a:endCxn id="919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1" name="Google Shape;9211;p160"/>
              <p:cNvCxnSpPr>
                <a:stCxn id="9197" idx="6"/>
                <a:endCxn id="920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2" name="Google Shape;9212;p160"/>
              <p:cNvCxnSpPr>
                <a:stCxn id="9197" idx="7"/>
                <a:endCxn id="920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3" name="Google Shape;9213;p160"/>
              <p:cNvCxnSpPr>
                <a:stCxn id="9203" idx="7"/>
                <a:endCxn id="919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4" name="Google Shape;9214;p160"/>
              <p:cNvCxnSpPr>
                <a:stCxn id="9199" idx="0"/>
                <a:endCxn id="920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5" name="Google Shape;9215;p160"/>
              <p:cNvCxnSpPr>
                <a:stCxn id="9204" idx="2"/>
                <a:endCxn id="919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6" name="Google Shape;9216;p160"/>
              <p:cNvCxnSpPr>
                <a:stCxn id="9202" idx="7"/>
                <a:endCxn id="920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17" name="Google Shape;9217;p160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18" name="Google Shape;9218;p160"/>
              <p:cNvCxnSpPr>
                <a:stCxn id="9204" idx="3"/>
                <a:endCxn id="921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9" name="Google Shape;9219;p160"/>
              <p:cNvCxnSpPr>
                <a:stCxn id="9217" idx="2"/>
                <a:endCxn id="919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0" name="Google Shape;9220;p160"/>
              <p:cNvCxnSpPr>
                <a:stCxn id="9217" idx="0"/>
                <a:endCxn id="919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1" name="Google Shape;9221;p160"/>
              <p:cNvCxnSpPr>
                <a:stCxn id="9217" idx="1"/>
                <a:endCxn id="920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22" name="Google Shape;9222;p160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23" name="Google Shape;9223;p160"/>
              <p:cNvCxnSpPr>
                <a:stCxn id="9199" idx="2"/>
                <a:endCxn id="922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4" name="Google Shape;9224;p160"/>
              <p:cNvCxnSpPr>
                <a:stCxn id="9222" idx="3"/>
                <a:endCxn id="919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5" name="Google Shape;9225;p160"/>
              <p:cNvCxnSpPr>
                <a:stCxn id="9200" idx="4"/>
                <a:endCxn id="922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26" name="Google Shape;9226;p160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27" name="Google Shape;9227;p160"/>
              <p:cNvCxnSpPr>
                <a:stCxn id="9200" idx="0"/>
                <a:endCxn id="922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8" name="Google Shape;9228;p160"/>
              <p:cNvCxnSpPr>
                <a:stCxn id="9201" idx="7"/>
                <a:endCxn id="922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229" name="Google Shape;9229;p160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9230" name="Google Shape;9230;p160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1" name="Google Shape;9231;p160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2" name="Google Shape;9232;p160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3" name="Google Shape;9233;p160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4" name="Google Shape;9234;p160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5" name="Google Shape;9235;p160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6" name="Google Shape;9236;p160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37" name="Google Shape;9237;p160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38" name="Google Shape;9238;p160"/>
              <p:cNvCxnSpPr>
                <a:stCxn id="9235" idx="4"/>
                <a:endCxn id="923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39" name="Google Shape;9239;p160"/>
              <p:cNvCxnSpPr>
                <a:stCxn id="9230" idx="7"/>
                <a:endCxn id="923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0" name="Google Shape;9240;p160"/>
              <p:cNvCxnSpPr>
                <a:stCxn id="9234" idx="7"/>
                <a:endCxn id="923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1" name="Google Shape;9241;p160"/>
              <p:cNvCxnSpPr>
                <a:stCxn id="9235" idx="6"/>
                <a:endCxn id="923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2" name="Google Shape;9242;p160"/>
              <p:cNvCxnSpPr>
                <a:stCxn id="9233" idx="7"/>
                <a:endCxn id="923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3" name="Google Shape;9243;p160"/>
              <p:cNvCxnSpPr>
                <a:stCxn id="9230" idx="6"/>
                <a:endCxn id="923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4" name="Google Shape;9244;p160"/>
              <p:cNvCxnSpPr>
                <a:stCxn id="9236" idx="0"/>
                <a:endCxn id="923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5" name="Google Shape;9245;p160"/>
              <p:cNvCxnSpPr>
                <a:stCxn id="9236" idx="5"/>
                <a:endCxn id="923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6" name="Google Shape;9246;p160"/>
              <p:cNvCxnSpPr>
                <a:stCxn id="9232" idx="0"/>
                <a:endCxn id="923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7" name="Google Shape;9247;p160"/>
              <p:cNvCxnSpPr>
                <a:stCxn id="9232" idx="7"/>
                <a:endCxn id="923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8" name="Google Shape;9248;p160"/>
              <p:cNvCxnSpPr>
                <a:stCxn id="9233" idx="6"/>
                <a:endCxn id="923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9" name="Google Shape;9249;p160"/>
              <p:cNvCxnSpPr>
                <a:stCxn id="9237" idx="0"/>
                <a:endCxn id="923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0" name="Google Shape;9250;p160"/>
              <p:cNvCxnSpPr>
                <a:stCxn id="9235" idx="5"/>
                <a:endCxn id="923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1" name="Google Shape;9251;p160"/>
              <p:cNvCxnSpPr>
                <a:stCxn id="9234" idx="6"/>
                <a:endCxn id="923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2" name="Google Shape;9252;p160"/>
              <p:cNvCxnSpPr>
                <a:stCxn id="9234" idx="5"/>
                <a:endCxn id="923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3" name="Google Shape;9253;p160"/>
              <p:cNvCxnSpPr>
                <a:stCxn id="9231" idx="4"/>
                <a:endCxn id="923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54" name="Google Shape;9254;p160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55" name="Google Shape;9255;p160"/>
              <p:cNvCxnSpPr>
                <a:stCxn id="9237" idx="4"/>
                <a:endCxn id="925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6" name="Google Shape;9256;p160"/>
              <p:cNvCxnSpPr>
                <a:stCxn id="9254" idx="1"/>
                <a:endCxn id="923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57" name="Google Shape;9257;p160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58" name="Google Shape;9258;p160"/>
              <p:cNvCxnSpPr>
                <a:stCxn id="9254" idx="2"/>
                <a:endCxn id="925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9" name="Google Shape;9259;p160"/>
              <p:cNvCxnSpPr>
                <a:stCxn id="9257" idx="1"/>
                <a:endCxn id="923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60" name="Google Shape;9260;p160"/>
              <p:cNvCxnSpPr>
                <a:stCxn id="9257" idx="7"/>
                <a:endCxn id="923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61" name="Shape 9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2" name="Google Shape;9262;p16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9263" name="Google Shape;9263;p16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64" name="Shape 9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5" name="Google Shape;9265;p162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266" name="Google Shape;9266;p162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9267" name="Google Shape;9267;p162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9268" name="Google Shape;9268;p162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9269" name="Google Shape;9269;p162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0" name="Google Shape;9270;p162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1" name="Google Shape;9271;p162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2" name="Google Shape;9272;p162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3" name="Google Shape;9273;p162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4" name="Google Shape;9274;p162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5" name="Google Shape;9275;p162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6" name="Google Shape;9276;p162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77" name="Google Shape;9277;p162"/>
              <p:cNvCxnSpPr>
                <a:stCxn id="9273" idx="5"/>
                <a:endCxn id="927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78" name="Google Shape;9278;p162"/>
              <p:cNvCxnSpPr>
                <a:stCxn id="9274" idx="4"/>
                <a:endCxn id="927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79" name="Google Shape;9279;p162"/>
              <p:cNvCxnSpPr>
                <a:stCxn id="9269" idx="6"/>
                <a:endCxn id="927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0" name="Google Shape;9280;p162"/>
              <p:cNvCxnSpPr>
                <a:stCxn id="9273" idx="7"/>
                <a:endCxn id="927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1" name="Google Shape;9281;p162"/>
              <p:cNvCxnSpPr>
                <a:stCxn id="9274" idx="6"/>
                <a:endCxn id="927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2" name="Google Shape;9282;p162"/>
              <p:cNvCxnSpPr>
                <a:stCxn id="9272" idx="7"/>
                <a:endCxn id="927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3" name="Google Shape;9283;p162"/>
              <p:cNvCxnSpPr>
                <a:stCxn id="9269" idx="6"/>
                <a:endCxn id="927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4" name="Google Shape;9284;p162"/>
              <p:cNvCxnSpPr>
                <a:stCxn id="9275" idx="6"/>
                <a:endCxn id="927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5" name="Google Shape;9285;p162"/>
              <p:cNvCxnSpPr>
                <a:stCxn id="9275" idx="6"/>
                <a:endCxn id="927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6" name="Google Shape;9286;p162"/>
              <p:cNvCxnSpPr>
                <a:stCxn id="9271" idx="7"/>
                <a:endCxn id="927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7" name="Google Shape;9287;p162"/>
              <p:cNvCxnSpPr>
                <a:stCxn id="9272" idx="6"/>
                <a:endCxn id="927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8" name="Google Shape;9288;p162"/>
              <p:cNvCxnSpPr>
                <a:stCxn id="9276" idx="0"/>
                <a:endCxn id="927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9" name="Google Shape;9289;p162"/>
              <p:cNvCxnSpPr>
                <a:stCxn id="9274" idx="5"/>
                <a:endCxn id="927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0" name="Google Shape;9290;p162"/>
              <p:cNvCxnSpPr>
                <a:stCxn id="9273" idx="6"/>
                <a:endCxn id="927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1" name="Google Shape;9291;p162"/>
              <p:cNvCxnSpPr>
                <a:stCxn id="9273" idx="4"/>
                <a:endCxn id="927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92" name="Google Shape;9292;p162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93" name="Google Shape;9293;p162"/>
              <p:cNvCxnSpPr>
                <a:stCxn id="9276" idx="4"/>
                <a:endCxn id="929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4" name="Google Shape;9294;p162"/>
              <p:cNvCxnSpPr>
                <a:stCxn id="9292" idx="1"/>
                <a:endCxn id="927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5" name="Google Shape;9295;p162"/>
              <p:cNvCxnSpPr>
                <a:stCxn id="9292" idx="1"/>
                <a:endCxn id="927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96" name="Google Shape;9296;p162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297" name="Google Shape;9297;p162"/>
              <p:cNvCxnSpPr>
                <a:stCxn id="9274" idx="0"/>
                <a:endCxn id="929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8" name="Google Shape;9298;p162"/>
              <p:cNvCxnSpPr>
                <a:stCxn id="9270" idx="0"/>
                <a:endCxn id="929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299" name="Google Shape;9299;p162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9300" name="Google Shape;9300;p162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1" name="Google Shape;9301;p162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2" name="Google Shape;9302;p162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3" name="Google Shape;9303;p162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4" name="Google Shape;9304;p162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5" name="Google Shape;9305;p162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6" name="Google Shape;9306;p162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7" name="Google Shape;9307;p162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08" name="Google Shape;9308;p162"/>
              <p:cNvCxnSpPr>
                <a:stCxn id="9304" idx="5"/>
                <a:endCxn id="930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09" name="Google Shape;9309;p162"/>
              <p:cNvCxnSpPr>
                <a:stCxn id="9305" idx="4"/>
                <a:endCxn id="930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0" name="Google Shape;9310;p162"/>
              <p:cNvCxnSpPr>
                <a:stCxn id="9300" idx="6"/>
                <a:endCxn id="930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1" name="Google Shape;9311;p162"/>
              <p:cNvCxnSpPr>
                <a:stCxn id="9300" idx="0"/>
                <a:endCxn id="930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2" name="Google Shape;9312;p162"/>
              <p:cNvCxnSpPr>
                <a:stCxn id="9304" idx="7"/>
                <a:endCxn id="930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3" name="Google Shape;9313;p162"/>
              <p:cNvCxnSpPr>
                <a:stCxn id="9305" idx="6"/>
                <a:endCxn id="930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4" name="Google Shape;9314;p162"/>
              <p:cNvCxnSpPr>
                <a:stCxn id="9303" idx="7"/>
                <a:endCxn id="930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5" name="Google Shape;9315;p162"/>
              <p:cNvCxnSpPr>
                <a:stCxn id="9300" idx="5"/>
                <a:endCxn id="930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6" name="Google Shape;9316;p162"/>
              <p:cNvCxnSpPr>
                <a:stCxn id="9306" idx="7"/>
                <a:endCxn id="930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7" name="Google Shape;9317;p162"/>
              <p:cNvCxnSpPr>
                <a:stCxn id="9306" idx="7"/>
                <a:endCxn id="930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8" name="Google Shape;9318;p162"/>
              <p:cNvCxnSpPr>
                <a:stCxn id="9302" idx="0"/>
                <a:endCxn id="930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9" name="Google Shape;9319;p162"/>
              <p:cNvCxnSpPr>
                <a:stCxn id="9307" idx="1"/>
                <a:endCxn id="930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0" name="Google Shape;9320;p162"/>
              <p:cNvCxnSpPr>
                <a:stCxn id="9304" idx="6"/>
                <a:endCxn id="930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1" name="Google Shape;9321;p162"/>
              <p:cNvCxnSpPr>
                <a:stCxn id="9301" idx="4"/>
                <a:endCxn id="930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22" name="Google Shape;9322;p162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23" name="Google Shape;9323;p162"/>
              <p:cNvCxnSpPr>
                <a:stCxn id="9307" idx="2"/>
                <a:endCxn id="932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4" name="Google Shape;9324;p162"/>
              <p:cNvCxnSpPr>
                <a:stCxn id="9322" idx="2"/>
                <a:endCxn id="930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5" name="Google Shape;9325;p162"/>
              <p:cNvCxnSpPr>
                <a:stCxn id="9322" idx="0"/>
                <a:endCxn id="930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6" name="Google Shape;9326;p162"/>
              <p:cNvCxnSpPr>
                <a:stCxn id="9322" idx="1"/>
                <a:endCxn id="930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27" name="Google Shape;9327;p162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28" name="Google Shape;9328;p162"/>
              <p:cNvCxnSpPr>
                <a:stCxn id="9302" idx="3"/>
                <a:endCxn id="932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9" name="Google Shape;9329;p162"/>
              <p:cNvCxnSpPr>
                <a:stCxn id="9327" idx="0"/>
                <a:endCxn id="930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30" name="Google Shape;9330;p162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31" name="Google Shape;9331;p162"/>
              <p:cNvCxnSpPr>
                <a:stCxn id="9300" idx="6"/>
                <a:endCxn id="933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2" name="Google Shape;9332;p162"/>
              <p:cNvCxnSpPr>
                <a:stCxn id="9306" idx="0"/>
                <a:endCxn id="933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3" name="Google Shape;9333;p162"/>
              <p:cNvCxnSpPr>
                <a:stCxn id="9330" idx="6"/>
                <a:endCxn id="930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34" name="Google Shape;9334;p162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35" name="Google Shape;9335;p162"/>
              <p:cNvCxnSpPr>
                <a:stCxn id="9327" idx="5"/>
                <a:endCxn id="933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6" name="Google Shape;9336;p162"/>
              <p:cNvCxnSpPr>
                <a:stCxn id="9334" idx="7"/>
                <a:endCxn id="930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37" name="Google Shape;9337;p162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38" name="Google Shape;9338;p162"/>
              <p:cNvCxnSpPr>
                <a:stCxn id="9327" idx="0"/>
                <a:endCxn id="933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9" name="Google Shape;9339;p162"/>
              <p:cNvCxnSpPr>
                <a:stCxn id="9337" idx="1"/>
                <a:endCxn id="930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40" name="Google Shape;9340;p162"/>
              <p:cNvCxnSpPr>
                <a:stCxn id="9337" idx="6"/>
                <a:endCxn id="930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341" name="Shape 93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9342" name="Shape 9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3" name="Google Shape;9343;p16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344" name="Google Shape;9344;p164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9345" name="Google Shape;9345;p164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9346" name="Google Shape;9346;p16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47" name="Google Shape;9347;p16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48" name="Google Shape;9348;p16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349" name="Google Shape;9349;p164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9350" name="Google Shape;9350;p164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51" name="Google Shape;9351;p16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52" name="Google Shape;9352;p16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53" name="Google Shape;9353;p16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354" name="Google Shape;9354;p164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9355" name="Google Shape;9355;p164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9356" name="Google Shape;9356;p164"/>
              <p:cNvCxnSpPr>
                <a:stCxn id="9357" idx="6"/>
                <a:endCxn id="935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58" name="Google Shape;9358;p16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59" name="Google Shape;9359;p16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60" name="Google Shape;9360;p16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61" name="Google Shape;9361;p16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62" name="Google Shape;9362;p164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63" name="Google Shape;9363;p164"/>
              <p:cNvCxnSpPr>
                <a:stCxn id="9362" idx="4"/>
                <a:endCxn id="936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4" name="Google Shape;9364;p164"/>
              <p:cNvCxnSpPr>
                <a:stCxn id="9361" idx="4"/>
                <a:endCxn id="936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5" name="Google Shape;9365;p164"/>
              <p:cNvCxnSpPr>
                <a:stCxn id="9361" idx="5"/>
                <a:endCxn id="936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6" name="Google Shape;9366;p164"/>
              <p:cNvCxnSpPr>
                <a:stCxn id="9361" idx="0"/>
                <a:endCxn id="935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7" name="Google Shape;9367;p164"/>
              <p:cNvCxnSpPr>
                <a:stCxn id="9361" idx="7"/>
                <a:endCxn id="935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8" name="Google Shape;9368;p164"/>
              <p:cNvCxnSpPr>
                <a:stCxn id="9359" idx="5"/>
                <a:endCxn id="935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9" name="Google Shape;9369;p164"/>
              <p:cNvCxnSpPr>
                <a:stCxn id="9359" idx="6"/>
                <a:endCxn id="935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0" name="Google Shape;9370;p164"/>
              <p:cNvCxnSpPr>
                <a:stCxn id="9371" idx="1"/>
                <a:endCxn id="935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2" name="Google Shape;9372;p164"/>
              <p:cNvCxnSpPr>
                <a:stCxn id="9362" idx="0"/>
                <a:endCxn id="935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3" name="Google Shape;9373;p164"/>
              <p:cNvCxnSpPr>
                <a:stCxn id="9362" idx="0"/>
                <a:endCxn id="937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74" name="Google Shape;9374;p16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75" name="Google Shape;9375;p164"/>
              <p:cNvCxnSpPr>
                <a:stCxn id="9359" idx="5"/>
                <a:endCxn id="937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6" name="Google Shape;9376;p164"/>
              <p:cNvCxnSpPr>
                <a:stCxn id="9371" idx="7"/>
                <a:endCxn id="937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7" name="Google Shape;9377;p164"/>
              <p:cNvCxnSpPr>
                <a:stCxn id="9374" idx="6"/>
                <a:endCxn id="935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78" name="Google Shape;9378;p16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79" name="Google Shape;9379;p164"/>
              <p:cNvCxnSpPr>
                <a:stCxn id="9378" idx="0"/>
                <a:endCxn id="935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0" name="Google Shape;9380;p164"/>
              <p:cNvCxnSpPr>
                <a:stCxn id="9378" idx="6"/>
                <a:endCxn id="935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1" name="Google Shape;9381;p164"/>
              <p:cNvCxnSpPr>
                <a:stCxn id="9378" idx="5"/>
                <a:endCxn id="936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2" name="Google Shape;9382;p164"/>
              <p:cNvCxnSpPr>
                <a:stCxn id="9378" idx="5"/>
                <a:endCxn id="936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71" name="Google Shape;9371;p16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57" name="Google Shape;9357;p16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383" name="Google Shape;9383;p164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9384" name="Google Shape;9384;p164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5" name="Google Shape;9385;p164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6" name="Google Shape;9386;p164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7" name="Google Shape;9387;p164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8" name="Google Shape;9388;p164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9" name="Google Shape;9389;p164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90" name="Google Shape;9390;p164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91" name="Google Shape;9391;p164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392" name="Google Shape;9392;p164"/>
              <p:cNvCxnSpPr>
                <a:stCxn id="9388" idx="5"/>
                <a:endCxn id="938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3" name="Google Shape;9393;p164"/>
              <p:cNvCxnSpPr>
                <a:stCxn id="9389" idx="4"/>
                <a:endCxn id="938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4" name="Google Shape;9394;p164"/>
              <p:cNvCxnSpPr>
                <a:stCxn id="9384" idx="0"/>
                <a:endCxn id="938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5" name="Google Shape;9395;p164"/>
              <p:cNvCxnSpPr>
                <a:stCxn id="9388" idx="7"/>
                <a:endCxn id="938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6" name="Google Shape;9396;p164"/>
              <p:cNvCxnSpPr>
                <a:stCxn id="9389" idx="6"/>
                <a:endCxn id="938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7" name="Google Shape;9397;p164"/>
              <p:cNvCxnSpPr>
                <a:stCxn id="9387" idx="5"/>
                <a:endCxn id="938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8" name="Google Shape;9398;p164"/>
              <p:cNvCxnSpPr>
                <a:stCxn id="9384" idx="6"/>
                <a:endCxn id="939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9" name="Google Shape;9399;p164"/>
              <p:cNvCxnSpPr>
                <a:stCxn id="9384" idx="7"/>
                <a:endCxn id="938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0" name="Google Shape;9400;p164"/>
              <p:cNvCxnSpPr>
                <a:stCxn id="9390" idx="7"/>
                <a:endCxn id="938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1" name="Google Shape;9401;p164"/>
              <p:cNvCxnSpPr>
                <a:stCxn id="9386" idx="0"/>
                <a:endCxn id="938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2" name="Google Shape;9402;p164"/>
              <p:cNvCxnSpPr>
                <a:stCxn id="9391" idx="2"/>
                <a:endCxn id="938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3" name="Google Shape;9403;p164"/>
              <p:cNvCxnSpPr>
                <a:stCxn id="9388" idx="6"/>
                <a:endCxn id="939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04" name="Google Shape;9404;p164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05" name="Google Shape;9405;p164"/>
              <p:cNvCxnSpPr>
                <a:stCxn id="9391" idx="3"/>
                <a:endCxn id="940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6" name="Google Shape;9406;p164"/>
              <p:cNvCxnSpPr>
                <a:stCxn id="9404" idx="2"/>
                <a:endCxn id="938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7" name="Google Shape;9407;p164"/>
              <p:cNvCxnSpPr>
                <a:stCxn id="9404" idx="0"/>
                <a:endCxn id="938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8" name="Google Shape;9408;p164"/>
              <p:cNvCxnSpPr>
                <a:stCxn id="9404" idx="1"/>
                <a:endCxn id="938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09" name="Google Shape;9409;p164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10" name="Google Shape;9410;p164"/>
              <p:cNvCxnSpPr>
                <a:stCxn id="9386" idx="2"/>
                <a:endCxn id="940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11" name="Google Shape;9411;p164"/>
              <p:cNvCxnSpPr>
                <a:stCxn id="9409" idx="3"/>
                <a:endCxn id="938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12" name="Google Shape;9412;p164"/>
              <p:cNvCxnSpPr>
                <a:stCxn id="9387" idx="4"/>
                <a:endCxn id="940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9413" name="Shape 9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4" name="Google Shape;9414;p16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415" name="Google Shape;9415;p165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416" name="Google Shape;9416;p165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417" name="Google Shape;9417;p16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18" name="Google Shape;9418;p16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19" name="Google Shape;9419;p16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420" name="Google Shape;9420;p165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9421" name="Google Shape;9421;p16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2" name="Google Shape;9422;p16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3" name="Google Shape;9423;p16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4" name="Google Shape;9424;p16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425" name="Google Shape;9425;p165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9426" name="Google Shape;9426;p165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9427" name="Google Shape;9427;p165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8" name="Google Shape;9428;p165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9" name="Google Shape;9429;p165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30" name="Google Shape;9430;p165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31" name="Google Shape;9431;p165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32" name="Google Shape;9432;p165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33" name="Google Shape;9433;p165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34" name="Google Shape;9434;p165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35" name="Google Shape;9435;p165"/>
              <p:cNvCxnSpPr>
                <a:stCxn id="9431" idx="5"/>
                <a:endCxn id="943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36" name="Google Shape;9436;p165"/>
              <p:cNvCxnSpPr>
                <a:stCxn id="9432" idx="4"/>
                <a:endCxn id="943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37" name="Google Shape;9437;p165"/>
              <p:cNvCxnSpPr>
                <a:stCxn id="9427" idx="0"/>
                <a:endCxn id="943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38" name="Google Shape;9438;p165"/>
              <p:cNvCxnSpPr>
                <a:stCxn id="9431" idx="6"/>
                <a:endCxn id="943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39" name="Google Shape;9439;p165"/>
              <p:cNvCxnSpPr>
                <a:stCxn id="9432" idx="6"/>
                <a:endCxn id="942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0" name="Google Shape;9440;p165"/>
              <p:cNvCxnSpPr>
                <a:stCxn id="9430" idx="6"/>
                <a:endCxn id="942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1" name="Google Shape;9441;p165"/>
              <p:cNvCxnSpPr>
                <a:stCxn id="9427" idx="6"/>
                <a:endCxn id="943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2" name="Google Shape;9442;p165"/>
              <p:cNvCxnSpPr>
                <a:stCxn id="9427" idx="7"/>
                <a:endCxn id="943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3" name="Google Shape;9443;p165"/>
              <p:cNvCxnSpPr>
                <a:stCxn id="9433" idx="7"/>
                <a:endCxn id="942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4" name="Google Shape;9444;p165"/>
              <p:cNvCxnSpPr>
                <a:stCxn id="9429" idx="0"/>
                <a:endCxn id="943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5" name="Google Shape;9445;p165"/>
              <p:cNvCxnSpPr>
                <a:stCxn id="9434" idx="2"/>
                <a:endCxn id="942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6" name="Google Shape;9446;p165"/>
              <p:cNvCxnSpPr>
                <a:stCxn id="9432" idx="7"/>
                <a:endCxn id="943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47" name="Google Shape;9447;p165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48" name="Google Shape;9448;p165"/>
              <p:cNvCxnSpPr>
                <a:stCxn id="9434" idx="3"/>
                <a:endCxn id="944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9" name="Google Shape;9449;p165"/>
              <p:cNvCxnSpPr>
                <a:stCxn id="9447" idx="2"/>
                <a:endCxn id="942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0" name="Google Shape;9450;p165"/>
              <p:cNvCxnSpPr>
                <a:stCxn id="9447" idx="0"/>
                <a:endCxn id="942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1" name="Google Shape;9451;p165"/>
              <p:cNvCxnSpPr>
                <a:stCxn id="9447" idx="1"/>
                <a:endCxn id="943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52" name="Google Shape;9452;p165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53" name="Google Shape;9453;p165"/>
              <p:cNvCxnSpPr>
                <a:stCxn id="9429" idx="2"/>
                <a:endCxn id="945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4" name="Google Shape;9454;p165"/>
              <p:cNvCxnSpPr>
                <a:stCxn id="9452" idx="3"/>
                <a:endCxn id="942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5" name="Google Shape;9455;p165"/>
              <p:cNvCxnSpPr>
                <a:stCxn id="9430" idx="4"/>
                <a:endCxn id="945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56" name="Google Shape;9456;p165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57" name="Google Shape;9457;p165"/>
              <p:cNvCxnSpPr>
                <a:stCxn id="9430" idx="0"/>
                <a:endCxn id="945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8" name="Google Shape;9458;p165"/>
              <p:cNvCxnSpPr>
                <a:stCxn id="9431" idx="7"/>
                <a:endCxn id="945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459" name="Google Shape;9459;p165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9460" name="Google Shape;9460;p165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1" name="Google Shape;9461;p165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2" name="Google Shape;9462;p165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3" name="Google Shape;9463;p165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4" name="Google Shape;9464;p165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5" name="Google Shape;9465;p165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6" name="Google Shape;9466;p165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67" name="Google Shape;9467;p165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68" name="Google Shape;9468;p165"/>
              <p:cNvCxnSpPr>
                <a:stCxn id="9465" idx="4"/>
                <a:endCxn id="946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9" name="Google Shape;9469;p165"/>
              <p:cNvCxnSpPr>
                <a:stCxn id="9460" idx="7"/>
                <a:endCxn id="946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0" name="Google Shape;9470;p165"/>
              <p:cNvCxnSpPr>
                <a:stCxn id="9464" idx="7"/>
                <a:endCxn id="946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1" name="Google Shape;9471;p165"/>
              <p:cNvCxnSpPr>
                <a:stCxn id="9465" idx="6"/>
                <a:endCxn id="946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2" name="Google Shape;9472;p165"/>
              <p:cNvCxnSpPr>
                <a:stCxn id="9463" idx="7"/>
                <a:endCxn id="946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3" name="Google Shape;9473;p165"/>
              <p:cNvCxnSpPr>
                <a:stCxn id="9460" idx="6"/>
                <a:endCxn id="946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4" name="Google Shape;9474;p165"/>
              <p:cNvCxnSpPr>
                <a:stCxn id="9466" idx="0"/>
                <a:endCxn id="946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5" name="Google Shape;9475;p165"/>
              <p:cNvCxnSpPr>
                <a:stCxn id="9466" idx="5"/>
                <a:endCxn id="946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6" name="Google Shape;9476;p165"/>
              <p:cNvCxnSpPr>
                <a:stCxn id="9462" idx="0"/>
                <a:endCxn id="946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7" name="Google Shape;9477;p165"/>
              <p:cNvCxnSpPr>
                <a:stCxn id="9462" idx="7"/>
                <a:endCxn id="946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8" name="Google Shape;9478;p165"/>
              <p:cNvCxnSpPr>
                <a:stCxn id="9463" idx="6"/>
                <a:endCxn id="946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9" name="Google Shape;9479;p165"/>
              <p:cNvCxnSpPr>
                <a:stCxn id="9467" idx="0"/>
                <a:endCxn id="946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0" name="Google Shape;9480;p165"/>
              <p:cNvCxnSpPr>
                <a:stCxn id="9465" idx="5"/>
                <a:endCxn id="946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1" name="Google Shape;9481;p165"/>
              <p:cNvCxnSpPr>
                <a:stCxn id="9464" idx="6"/>
                <a:endCxn id="946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2" name="Google Shape;9482;p165"/>
              <p:cNvCxnSpPr>
                <a:stCxn id="9464" idx="5"/>
                <a:endCxn id="946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3" name="Google Shape;9483;p165"/>
              <p:cNvCxnSpPr>
                <a:stCxn id="9461" idx="4"/>
                <a:endCxn id="946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84" name="Google Shape;9484;p165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85" name="Google Shape;9485;p165"/>
              <p:cNvCxnSpPr>
                <a:stCxn id="9467" idx="4"/>
                <a:endCxn id="948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6" name="Google Shape;9486;p165"/>
              <p:cNvCxnSpPr>
                <a:stCxn id="9484" idx="1"/>
                <a:endCxn id="946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87" name="Google Shape;9487;p165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88" name="Google Shape;9488;p165"/>
              <p:cNvCxnSpPr>
                <a:stCxn id="9484" idx="2"/>
                <a:endCxn id="948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9" name="Google Shape;9489;p165"/>
              <p:cNvCxnSpPr>
                <a:stCxn id="9487" idx="1"/>
                <a:endCxn id="946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90" name="Google Shape;9490;p165"/>
              <p:cNvCxnSpPr>
                <a:stCxn id="9487" idx="7"/>
                <a:endCxn id="946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9491" name="Shape 9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" name="Google Shape;9492;p16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493" name="Google Shape;9493;p166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9494" name="Google Shape;9494;p166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9495" name="Google Shape;9495;p16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96" name="Google Shape;9496;p16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97" name="Google Shape;9497;p16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498" name="Google Shape;9498;p166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9499" name="Google Shape;9499;p16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00" name="Google Shape;9500;p166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01" name="Google Shape;9501;p166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02" name="Google Shape;9502;p166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503" name="Google Shape;9503;p166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9504" name="Google Shape;9504;p166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9505" name="Google Shape;9505;p166"/>
              <p:cNvCxnSpPr>
                <a:stCxn id="9506" idx="7"/>
                <a:endCxn id="950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07" name="Google Shape;9507;p166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08" name="Google Shape;9508;p166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09" name="Google Shape;9509;p166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10" name="Google Shape;9510;p166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11" name="Google Shape;9511;p166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12" name="Google Shape;9512;p166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13" name="Google Shape;9513;p166"/>
              <p:cNvCxnSpPr>
                <a:stCxn id="9512" idx="4"/>
                <a:endCxn id="950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4" name="Google Shape;9514;p166"/>
              <p:cNvCxnSpPr>
                <a:stCxn id="9511" idx="4"/>
                <a:endCxn id="950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5" name="Google Shape;9515;p166"/>
              <p:cNvCxnSpPr>
                <a:stCxn id="9511" idx="5"/>
                <a:endCxn id="951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6" name="Google Shape;9516;p166"/>
              <p:cNvCxnSpPr>
                <a:stCxn id="9511" idx="0"/>
                <a:endCxn id="950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7" name="Google Shape;9517;p166"/>
              <p:cNvCxnSpPr>
                <a:stCxn id="9511" idx="7"/>
                <a:endCxn id="950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8" name="Google Shape;9518;p166"/>
              <p:cNvCxnSpPr>
                <a:stCxn id="9508" idx="5"/>
                <a:endCxn id="950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9" name="Google Shape;9519;p166"/>
              <p:cNvCxnSpPr>
                <a:stCxn id="9508" idx="6"/>
                <a:endCxn id="950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0" name="Google Shape;9520;p166"/>
              <p:cNvCxnSpPr>
                <a:stCxn id="9510" idx="2"/>
                <a:endCxn id="950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1" name="Google Shape;9521;p166"/>
              <p:cNvCxnSpPr>
                <a:stCxn id="9512" idx="0"/>
                <a:endCxn id="950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2" name="Google Shape;9522;p166"/>
              <p:cNvCxnSpPr>
                <a:stCxn id="9512" idx="0"/>
                <a:endCxn id="951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06" name="Google Shape;9506;p166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23" name="Google Shape;9523;p166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9524" name="Google Shape;9524;p166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25" name="Google Shape;9525;p166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26" name="Google Shape;9526;p166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27" name="Google Shape;9527;p166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28" name="Google Shape;9528;p166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29" name="Google Shape;9529;p166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30" name="Google Shape;9530;p166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31" name="Google Shape;9531;p166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32" name="Google Shape;9532;p166"/>
              <p:cNvCxnSpPr>
                <a:stCxn id="9528" idx="5"/>
                <a:endCxn id="952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3" name="Google Shape;9533;p166"/>
              <p:cNvCxnSpPr>
                <a:stCxn id="9529" idx="4"/>
                <a:endCxn id="952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4" name="Google Shape;9534;p166"/>
              <p:cNvCxnSpPr>
                <a:stCxn id="9524" idx="6"/>
                <a:endCxn id="952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5" name="Google Shape;9535;p166"/>
              <p:cNvCxnSpPr>
                <a:stCxn id="9524" idx="0"/>
                <a:endCxn id="952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6" name="Google Shape;9536;p166"/>
              <p:cNvCxnSpPr>
                <a:stCxn id="9528" idx="7"/>
                <a:endCxn id="952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7" name="Google Shape;9537;p166"/>
              <p:cNvCxnSpPr>
                <a:stCxn id="9529" idx="6"/>
                <a:endCxn id="952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8" name="Google Shape;9538;p166"/>
              <p:cNvCxnSpPr>
                <a:stCxn id="9527" idx="7"/>
                <a:endCxn id="952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9" name="Google Shape;9539;p166"/>
              <p:cNvCxnSpPr>
                <a:stCxn id="9524" idx="5"/>
                <a:endCxn id="953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0" name="Google Shape;9540;p166"/>
              <p:cNvCxnSpPr>
                <a:stCxn id="9530" idx="7"/>
                <a:endCxn id="952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1" name="Google Shape;9541;p166"/>
              <p:cNvCxnSpPr>
                <a:stCxn id="9530" idx="5"/>
                <a:endCxn id="952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2" name="Google Shape;9542;p166"/>
              <p:cNvCxnSpPr>
                <a:stCxn id="9526" idx="0"/>
                <a:endCxn id="952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3" name="Google Shape;9543;p166"/>
              <p:cNvCxnSpPr>
                <a:stCxn id="9526" idx="7"/>
                <a:endCxn id="953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4" name="Google Shape;9544;p166"/>
              <p:cNvCxnSpPr>
                <a:stCxn id="9527" idx="6"/>
                <a:endCxn id="953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5" name="Google Shape;9545;p166"/>
              <p:cNvCxnSpPr>
                <a:stCxn id="9531" idx="0"/>
                <a:endCxn id="952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6" name="Google Shape;9546;p166"/>
              <p:cNvCxnSpPr>
                <a:stCxn id="9528" idx="4"/>
                <a:endCxn id="952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7" name="Google Shape;9547;p166"/>
              <p:cNvCxnSpPr>
                <a:stCxn id="9525" idx="4"/>
                <a:endCxn id="952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8" name="Google Shape;9548;p166"/>
              <p:cNvCxnSpPr>
                <a:stCxn id="9524" idx="5"/>
                <a:endCxn id="952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49" name="Google Shape;9549;p166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50" name="Google Shape;9550;p166"/>
              <p:cNvCxnSpPr>
                <a:stCxn id="9531" idx="4"/>
                <a:endCxn id="954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1" name="Google Shape;9551;p166"/>
              <p:cNvCxnSpPr>
                <a:stCxn id="9549" idx="2"/>
                <a:endCxn id="952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2" name="Google Shape;9552;p166"/>
              <p:cNvCxnSpPr>
                <a:stCxn id="9549" idx="0"/>
                <a:endCxn id="952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3" name="Google Shape;9553;p166"/>
              <p:cNvCxnSpPr>
                <a:stCxn id="9549" idx="1"/>
                <a:endCxn id="952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54" name="Google Shape;9554;p166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55" name="Google Shape;9555;p166"/>
              <p:cNvCxnSpPr>
                <a:stCxn id="9549" idx="2"/>
                <a:endCxn id="955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6" name="Google Shape;9556;p166"/>
              <p:cNvCxnSpPr>
                <a:stCxn id="9554" idx="1"/>
                <a:endCxn id="953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9557" name="Shape 9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8" name="Google Shape;9558;p16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559" name="Google Shape;9559;p167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9560" name="Google Shape;9560;p167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9561" name="Google Shape;9561;p167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2" name="Google Shape;9562;p16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3" name="Google Shape;9563;p16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4" name="Google Shape;9564;p16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65" name="Google Shape;9565;p167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9566" name="Google Shape;9566;p16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7" name="Google Shape;9567;p16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8" name="Google Shape;9568;p16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569" name="Google Shape;9569;p167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9570" name="Google Shape;9570;p167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9571" name="Google Shape;9571;p167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2" name="Google Shape;9572;p167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3" name="Google Shape;9573;p167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4" name="Google Shape;9574;p167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5" name="Google Shape;9575;p167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6" name="Google Shape;9576;p167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7" name="Google Shape;9577;p167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8" name="Google Shape;9578;p167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79" name="Google Shape;9579;p167"/>
              <p:cNvCxnSpPr>
                <a:stCxn id="9575" idx="5"/>
                <a:endCxn id="957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0" name="Google Shape;9580;p167"/>
              <p:cNvCxnSpPr>
                <a:stCxn id="9576" idx="4"/>
                <a:endCxn id="957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1" name="Google Shape;9581;p167"/>
              <p:cNvCxnSpPr>
                <a:stCxn id="9571" idx="6"/>
                <a:endCxn id="957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2" name="Google Shape;9582;p167"/>
              <p:cNvCxnSpPr>
                <a:stCxn id="9575" idx="7"/>
                <a:endCxn id="957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3" name="Google Shape;9583;p167"/>
              <p:cNvCxnSpPr>
                <a:stCxn id="9576" idx="6"/>
                <a:endCxn id="957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4" name="Google Shape;9584;p167"/>
              <p:cNvCxnSpPr>
                <a:stCxn id="9574" idx="7"/>
                <a:endCxn id="957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5" name="Google Shape;9585;p167"/>
              <p:cNvCxnSpPr>
                <a:stCxn id="9571" idx="6"/>
                <a:endCxn id="957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6" name="Google Shape;9586;p167"/>
              <p:cNvCxnSpPr>
                <a:stCxn id="9577" idx="6"/>
                <a:endCxn id="957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7" name="Google Shape;9587;p167"/>
              <p:cNvCxnSpPr>
                <a:stCxn id="9577" idx="5"/>
                <a:endCxn id="957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8" name="Google Shape;9588;p167"/>
              <p:cNvCxnSpPr>
                <a:stCxn id="9573" idx="0"/>
                <a:endCxn id="957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9" name="Google Shape;9589;p167"/>
              <p:cNvCxnSpPr>
                <a:stCxn id="9573" idx="7"/>
                <a:endCxn id="957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0" name="Google Shape;9590;p167"/>
              <p:cNvCxnSpPr>
                <a:stCxn id="9574" idx="6"/>
                <a:endCxn id="957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1" name="Google Shape;9591;p167"/>
              <p:cNvCxnSpPr>
                <a:stCxn id="9578" idx="0"/>
                <a:endCxn id="957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2" name="Google Shape;9592;p167"/>
              <p:cNvCxnSpPr>
                <a:stCxn id="9576" idx="5"/>
                <a:endCxn id="957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3" name="Google Shape;9593;p167"/>
              <p:cNvCxnSpPr>
                <a:stCxn id="9575" idx="6"/>
                <a:endCxn id="957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4" name="Google Shape;9594;p167"/>
              <p:cNvCxnSpPr>
                <a:stCxn id="9575" idx="4"/>
                <a:endCxn id="957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5" name="Google Shape;9595;p167"/>
              <p:cNvCxnSpPr>
                <a:stCxn id="9572" idx="4"/>
                <a:endCxn id="957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96" name="Google Shape;9596;p167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97" name="Google Shape;9597;p167"/>
              <p:cNvCxnSpPr>
                <a:stCxn id="9578" idx="4"/>
                <a:endCxn id="959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8" name="Google Shape;9598;p167"/>
              <p:cNvCxnSpPr>
                <a:stCxn id="9596" idx="1"/>
                <a:endCxn id="957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9" name="Google Shape;9599;p167"/>
              <p:cNvCxnSpPr>
                <a:stCxn id="9596" idx="0"/>
                <a:endCxn id="957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00" name="Google Shape;9600;p167"/>
              <p:cNvCxnSpPr>
                <a:stCxn id="9596" idx="1"/>
                <a:endCxn id="957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01" name="Google Shape;9601;p167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02" name="Google Shape;9602;p167"/>
              <p:cNvCxnSpPr>
                <a:stCxn id="9596" idx="2"/>
                <a:endCxn id="960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03" name="Google Shape;9603;p167"/>
              <p:cNvCxnSpPr>
                <a:stCxn id="9601" idx="1"/>
                <a:endCxn id="957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04" name="Google Shape;9604;p167"/>
              <p:cNvCxnSpPr>
                <a:stCxn id="9601" idx="7"/>
                <a:endCxn id="957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605" name="Google Shape;9605;p167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9606" name="Google Shape;9606;p167"/>
              <p:cNvCxnSpPr>
                <a:stCxn id="9607" idx="6"/>
                <a:endCxn id="960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08" name="Google Shape;9608;p167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09" name="Google Shape;9609;p167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10" name="Google Shape;9610;p167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11" name="Google Shape;9611;p167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12" name="Google Shape;9612;p167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13" name="Google Shape;9613;p167"/>
              <p:cNvCxnSpPr>
                <a:stCxn id="9612" idx="4"/>
                <a:endCxn id="961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4" name="Google Shape;9614;p167"/>
              <p:cNvCxnSpPr>
                <a:stCxn id="9611" idx="4"/>
                <a:endCxn id="961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5" name="Google Shape;9615;p167"/>
              <p:cNvCxnSpPr>
                <a:stCxn id="9611" idx="5"/>
                <a:endCxn id="961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6" name="Google Shape;9616;p167"/>
              <p:cNvCxnSpPr>
                <a:stCxn id="9611" idx="0"/>
                <a:endCxn id="960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7" name="Google Shape;9617;p167"/>
              <p:cNvCxnSpPr>
                <a:stCxn id="9611" idx="7"/>
                <a:endCxn id="960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8" name="Google Shape;9618;p167"/>
              <p:cNvCxnSpPr>
                <a:stCxn id="9609" idx="5"/>
                <a:endCxn id="960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9" name="Google Shape;9619;p167"/>
              <p:cNvCxnSpPr>
                <a:stCxn id="9609" idx="6"/>
                <a:endCxn id="960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0" name="Google Shape;9620;p167"/>
              <p:cNvCxnSpPr>
                <a:stCxn id="9621" idx="1"/>
                <a:endCxn id="960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2" name="Google Shape;9622;p167"/>
              <p:cNvCxnSpPr>
                <a:stCxn id="9612" idx="0"/>
                <a:endCxn id="960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3" name="Google Shape;9623;p167"/>
              <p:cNvCxnSpPr>
                <a:stCxn id="9612" idx="0"/>
                <a:endCxn id="962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24" name="Google Shape;9624;p167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25" name="Google Shape;9625;p167"/>
              <p:cNvCxnSpPr>
                <a:stCxn id="9609" idx="5"/>
                <a:endCxn id="962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6" name="Google Shape;9626;p167"/>
              <p:cNvCxnSpPr>
                <a:stCxn id="9621" idx="7"/>
                <a:endCxn id="962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7" name="Google Shape;9627;p167"/>
              <p:cNvCxnSpPr>
                <a:stCxn id="9624" idx="6"/>
                <a:endCxn id="960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28" name="Google Shape;9628;p167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29" name="Google Shape;9629;p167"/>
              <p:cNvCxnSpPr>
                <a:stCxn id="9628" idx="0"/>
                <a:endCxn id="960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0" name="Google Shape;9630;p167"/>
              <p:cNvCxnSpPr>
                <a:stCxn id="9628" idx="6"/>
                <a:endCxn id="960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1" name="Google Shape;9631;p167"/>
              <p:cNvCxnSpPr>
                <a:stCxn id="9628" idx="5"/>
                <a:endCxn id="961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2" name="Google Shape;9632;p167"/>
              <p:cNvCxnSpPr>
                <a:stCxn id="9628" idx="5"/>
                <a:endCxn id="961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21" name="Google Shape;9621;p167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07" name="Google Shape;9607;p167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9633" name="Shape 9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4" name="Google Shape;9634;p1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35" name="Google Shape;9635;p168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636" name="Google Shape;9636;p168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9637" name="Google Shape;9637;p168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9638" name="Google Shape;9638;p16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39" name="Google Shape;9639;p16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40" name="Google Shape;9640;p16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641" name="Google Shape;9641;p168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9642" name="Google Shape;9642;p16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43" name="Google Shape;9643;p168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44" name="Google Shape;9644;p168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45" name="Google Shape;9645;p168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646" name="Google Shape;9646;p168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9647" name="Google Shape;9647;p168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9648" name="Google Shape;9648;p168"/>
              <p:cNvCxnSpPr>
                <a:stCxn id="9649" idx="7"/>
                <a:endCxn id="965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50" name="Google Shape;9650;p168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51" name="Google Shape;9651;p168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52" name="Google Shape;9652;p168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53" name="Google Shape;9653;p168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54" name="Google Shape;9654;p168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55" name="Google Shape;9655;p168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56" name="Google Shape;9656;p168"/>
              <p:cNvCxnSpPr>
                <a:stCxn id="9655" idx="4"/>
                <a:endCxn id="965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7" name="Google Shape;9657;p168"/>
              <p:cNvCxnSpPr>
                <a:stCxn id="9654" idx="4"/>
                <a:endCxn id="965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8" name="Google Shape;9658;p168"/>
              <p:cNvCxnSpPr>
                <a:stCxn id="9654" idx="5"/>
                <a:endCxn id="965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9" name="Google Shape;9659;p168"/>
              <p:cNvCxnSpPr>
                <a:stCxn id="9654" idx="0"/>
                <a:endCxn id="965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0" name="Google Shape;9660;p168"/>
              <p:cNvCxnSpPr>
                <a:stCxn id="9654" idx="7"/>
                <a:endCxn id="964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1" name="Google Shape;9661;p168"/>
              <p:cNvCxnSpPr>
                <a:stCxn id="9651" idx="5"/>
                <a:endCxn id="964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2" name="Google Shape;9662;p168"/>
              <p:cNvCxnSpPr>
                <a:stCxn id="9651" idx="6"/>
                <a:endCxn id="965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3" name="Google Shape;9663;p168"/>
              <p:cNvCxnSpPr>
                <a:stCxn id="9653" idx="2"/>
                <a:endCxn id="965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4" name="Google Shape;9664;p168"/>
              <p:cNvCxnSpPr>
                <a:stCxn id="9655" idx="0"/>
                <a:endCxn id="964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5" name="Google Shape;9665;p168"/>
              <p:cNvCxnSpPr>
                <a:stCxn id="9655" idx="0"/>
                <a:endCxn id="965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49" name="Google Shape;9649;p168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666" name="Google Shape;9666;p168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9667" name="Google Shape;9667;p168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68" name="Google Shape;9668;p168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69" name="Google Shape;9669;p168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70" name="Google Shape;9670;p168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71" name="Google Shape;9671;p168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72" name="Google Shape;9672;p168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73" name="Google Shape;9673;p168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74" name="Google Shape;9674;p168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75" name="Google Shape;9675;p168"/>
              <p:cNvCxnSpPr>
                <a:stCxn id="9671" idx="5"/>
                <a:endCxn id="967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6" name="Google Shape;9676;p168"/>
              <p:cNvCxnSpPr>
                <a:stCxn id="9672" idx="4"/>
                <a:endCxn id="967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7" name="Google Shape;9677;p168"/>
              <p:cNvCxnSpPr>
                <a:stCxn id="9667" idx="6"/>
                <a:endCxn id="967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8" name="Google Shape;9678;p168"/>
              <p:cNvCxnSpPr>
                <a:stCxn id="9667" idx="0"/>
                <a:endCxn id="967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9" name="Google Shape;9679;p168"/>
              <p:cNvCxnSpPr>
                <a:stCxn id="9671" idx="7"/>
                <a:endCxn id="967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0" name="Google Shape;9680;p168"/>
              <p:cNvCxnSpPr>
                <a:stCxn id="9672" idx="6"/>
                <a:endCxn id="966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1" name="Google Shape;9681;p168"/>
              <p:cNvCxnSpPr>
                <a:stCxn id="9670" idx="7"/>
                <a:endCxn id="966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2" name="Google Shape;9682;p168"/>
              <p:cNvCxnSpPr>
                <a:stCxn id="9667" idx="5"/>
                <a:endCxn id="967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3" name="Google Shape;9683;p168"/>
              <p:cNvCxnSpPr>
                <a:stCxn id="9673" idx="7"/>
                <a:endCxn id="967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4" name="Google Shape;9684;p168"/>
              <p:cNvCxnSpPr>
                <a:stCxn id="9673" idx="5"/>
                <a:endCxn id="966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5" name="Google Shape;9685;p168"/>
              <p:cNvCxnSpPr>
                <a:stCxn id="9669" idx="0"/>
                <a:endCxn id="967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6" name="Google Shape;9686;p168"/>
              <p:cNvCxnSpPr>
                <a:stCxn id="9669" idx="7"/>
                <a:endCxn id="967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7" name="Google Shape;9687;p168"/>
              <p:cNvCxnSpPr>
                <a:stCxn id="9670" idx="6"/>
                <a:endCxn id="967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8" name="Google Shape;9688;p168"/>
              <p:cNvCxnSpPr>
                <a:stCxn id="9674" idx="0"/>
                <a:endCxn id="966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9" name="Google Shape;9689;p168"/>
              <p:cNvCxnSpPr>
                <a:stCxn id="9671" idx="4"/>
                <a:endCxn id="966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0" name="Google Shape;9690;p168"/>
              <p:cNvCxnSpPr>
                <a:stCxn id="9668" idx="4"/>
                <a:endCxn id="966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1" name="Google Shape;9691;p168"/>
              <p:cNvCxnSpPr>
                <a:stCxn id="9667" idx="5"/>
                <a:endCxn id="966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92" name="Google Shape;9692;p168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93" name="Google Shape;9693;p168"/>
              <p:cNvCxnSpPr>
                <a:stCxn id="9674" idx="4"/>
                <a:endCxn id="969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4" name="Google Shape;9694;p168"/>
              <p:cNvCxnSpPr>
                <a:stCxn id="9692" idx="2"/>
                <a:endCxn id="966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5" name="Google Shape;9695;p168"/>
              <p:cNvCxnSpPr>
                <a:stCxn id="9692" idx="0"/>
                <a:endCxn id="966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6" name="Google Shape;9696;p168"/>
              <p:cNvCxnSpPr>
                <a:stCxn id="9692" idx="1"/>
                <a:endCxn id="967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97" name="Google Shape;9697;p168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98" name="Google Shape;9698;p168"/>
              <p:cNvCxnSpPr>
                <a:stCxn id="9692" idx="2"/>
                <a:endCxn id="969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9" name="Google Shape;9699;p168"/>
              <p:cNvCxnSpPr>
                <a:stCxn id="9697" idx="1"/>
                <a:endCxn id="967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700" name="Shape 9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1" name="Google Shape;9701;p1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02" name="Google Shape;9702;p169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3" name="Google Shape;9703;p169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4" name="Google Shape;9704;p169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5" name="Google Shape;9705;p169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06" name="Google Shape;9706;p169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07" name="Google Shape;9707;p169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708" name="Google Shape;9708;p16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709" name="Google Shape;9709;p16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710" name="Google Shape;9710;p16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11" name="Google Shape;9711;p16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12" name="Google Shape;9712;p16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713" name="Google Shape;9713;p16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9714" name="Google Shape;9714;p16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15" name="Google Shape;9715;p16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16" name="Google Shape;9716;p16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17" name="Google Shape;9717;p16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718" name="Google Shape;9718;p169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9719" name="Google Shape;9719;p16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9720" name="Google Shape;9720;p16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1" name="Google Shape;9721;p16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2" name="Google Shape;9722;p16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3" name="Google Shape;9723;p16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4" name="Google Shape;9724;p16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5" name="Google Shape;9725;p16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6" name="Google Shape;9726;p16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27" name="Google Shape;9727;p16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28" name="Google Shape;9728;p169"/>
              <p:cNvCxnSpPr>
                <a:stCxn id="9724" idx="5"/>
                <a:endCxn id="972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29" name="Google Shape;9729;p169"/>
              <p:cNvCxnSpPr>
                <a:stCxn id="9725" idx="4"/>
                <a:endCxn id="972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0" name="Google Shape;9730;p169"/>
              <p:cNvCxnSpPr>
                <a:stCxn id="9720" idx="0"/>
                <a:endCxn id="972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1" name="Google Shape;9731;p169"/>
              <p:cNvCxnSpPr>
                <a:stCxn id="9724" idx="6"/>
                <a:endCxn id="972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2" name="Google Shape;9732;p169"/>
              <p:cNvCxnSpPr>
                <a:stCxn id="9725" idx="6"/>
                <a:endCxn id="972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3" name="Google Shape;9733;p169"/>
              <p:cNvCxnSpPr>
                <a:stCxn id="9723" idx="6"/>
                <a:endCxn id="972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4" name="Google Shape;9734;p169"/>
              <p:cNvCxnSpPr>
                <a:stCxn id="9720" idx="6"/>
                <a:endCxn id="972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5" name="Google Shape;9735;p169"/>
              <p:cNvCxnSpPr>
                <a:stCxn id="9720" idx="7"/>
                <a:endCxn id="972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6" name="Google Shape;9736;p169"/>
              <p:cNvCxnSpPr>
                <a:stCxn id="9726" idx="7"/>
                <a:endCxn id="972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7" name="Google Shape;9737;p169"/>
              <p:cNvCxnSpPr>
                <a:stCxn id="9722" idx="0"/>
                <a:endCxn id="972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8" name="Google Shape;9738;p169"/>
              <p:cNvCxnSpPr>
                <a:stCxn id="9727" idx="2"/>
                <a:endCxn id="972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9" name="Google Shape;9739;p169"/>
              <p:cNvCxnSpPr>
                <a:stCxn id="9725" idx="7"/>
                <a:endCxn id="972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40" name="Google Shape;9740;p16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41" name="Google Shape;9741;p169"/>
              <p:cNvCxnSpPr>
                <a:stCxn id="9727" idx="3"/>
                <a:endCxn id="974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2" name="Google Shape;9742;p169"/>
              <p:cNvCxnSpPr>
                <a:stCxn id="9740" idx="2"/>
                <a:endCxn id="972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3" name="Google Shape;9743;p169"/>
              <p:cNvCxnSpPr>
                <a:stCxn id="9740" idx="0"/>
                <a:endCxn id="972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4" name="Google Shape;9744;p169"/>
              <p:cNvCxnSpPr>
                <a:stCxn id="9740" idx="1"/>
                <a:endCxn id="972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45" name="Google Shape;9745;p16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46" name="Google Shape;9746;p169"/>
              <p:cNvCxnSpPr>
                <a:stCxn id="9722" idx="2"/>
                <a:endCxn id="974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7" name="Google Shape;9747;p169"/>
              <p:cNvCxnSpPr>
                <a:stCxn id="9745" idx="3"/>
                <a:endCxn id="972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8" name="Google Shape;9748;p169"/>
              <p:cNvCxnSpPr>
                <a:stCxn id="9723" idx="4"/>
                <a:endCxn id="974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49" name="Google Shape;9749;p16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50" name="Google Shape;9750;p169"/>
              <p:cNvCxnSpPr>
                <a:stCxn id="9723" idx="0"/>
                <a:endCxn id="974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1" name="Google Shape;9751;p169"/>
              <p:cNvCxnSpPr>
                <a:stCxn id="9724" idx="7"/>
                <a:endCxn id="974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752" name="Google Shape;9752;p169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9753" name="Google Shape;9753;p16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54" name="Google Shape;9754;p16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55" name="Google Shape;9755;p16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56" name="Google Shape;9756;p16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57" name="Google Shape;9757;p16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58" name="Google Shape;9758;p16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59" name="Google Shape;9759;p16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60" name="Google Shape;9760;p16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61" name="Google Shape;9761;p169"/>
              <p:cNvCxnSpPr>
                <a:stCxn id="9758" idx="4"/>
                <a:endCxn id="975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2" name="Google Shape;9762;p169"/>
              <p:cNvCxnSpPr>
                <a:stCxn id="9753" idx="7"/>
                <a:endCxn id="975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3" name="Google Shape;9763;p169"/>
              <p:cNvCxnSpPr>
                <a:stCxn id="9757" idx="7"/>
                <a:endCxn id="975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4" name="Google Shape;9764;p169"/>
              <p:cNvCxnSpPr>
                <a:stCxn id="9758" idx="6"/>
                <a:endCxn id="975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5" name="Google Shape;9765;p169"/>
              <p:cNvCxnSpPr>
                <a:stCxn id="9756" idx="7"/>
                <a:endCxn id="975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6" name="Google Shape;9766;p169"/>
              <p:cNvCxnSpPr>
                <a:stCxn id="9753" idx="6"/>
                <a:endCxn id="975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7" name="Google Shape;9767;p169"/>
              <p:cNvCxnSpPr>
                <a:stCxn id="9759" idx="0"/>
                <a:endCxn id="975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8" name="Google Shape;9768;p169"/>
              <p:cNvCxnSpPr>
                <a:stCxn id="9759" idx="5"/>
                <a:endCxn id="975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9" name="Google Shape;9769;p169"/>
              <p:cNvCxnSpPr>
                <a:stCxn id="9755" idx="0"/>
                <a:endCxn id="975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0" name="Google Shape;9770;p169"/>
              <p:cNvCxnSpPr>
                <a:stCxn id="9755" idx="7"/>
                <a:endCxn id="976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1" name="Google Shape;9771;p169"/>
              <p:cNvCxnSpPr>
                <a:stCxn id="9756" idx="6"/>
                <a:endCxn id="976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2" name="Google Shape;9772;p169"/>
              <p:cNvCxnSpPr>
                <a:stCxn id="9760" idx="0"/>
                <a:endCxn id="975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3" name="Google Shape;9773;p169"/>
              <p:cNvCxnSpPr>
                <a:stCxn id="9758" idx="5"/>
                <a:endCxn id="976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4" name="Google Shape;9774;p169"/>
              <p:cNvCxnSpPr>
                <a:stCxn id="9757" idx="6"/>
                <a:endCxn id="976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5" name="Google Shape;9775;p169"/>
              <p:cNvCxnSpPr>
                <a:stCxn id="9757" idx="5"/>
                <a:endCxn id="975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6" name="Google Shape;9776;p169"/>
              <p:cNvCxnSpPr>
                <a:stCxn id="9754" idx="4"/>
                <a:endCxn id="975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77" name="Google Shape;9777;p16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78" name="Google Shape;9778;p169"/>
              <p:cNvCxnSpPr>
                <a:stCxn id="9760" idx="4"/>
                <a:endCxn id="977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9" name="Google Shape;9779;p169"/>
              <p:cNvCxnSpPr>
                <a:stCxn id="9777" idx="1"/>
                <a:endCxn id="975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80" name="Google Shape;9780;p16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781" name="Google Shape;9781;p169"/>
              <p:cNvCxnSpPr>
                <a:stCxn id="9777" idx="2"/>
                <a:endCxn id="978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2" name="Google Shape;9782;p169"/>
              <p:cNvCxnSpPr>
                <a:stCxn id="9780" idx="1"/>
                <a:endCxn id="975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3" name="Google Shape;9783;p169"/>
              <p:cNvCxnSpPr>
                <a:stCxn id="9780" idx="7"/>
                <a:endCxn id="975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784" name="Shape 9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5" name="Google Shape;9785;p1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6" name="Google Shape;9786;p170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7" name="Google Shape;9787;p170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8" name="Google Shape;9788;p170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9" name="Google Shape;9789;p170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0" name="Google Shape;9790;p170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91" name="Google Shape;9791;p170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92" name="Google Shape;9792;p170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93" name="Google Shape;9793;p170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94" name="Google Shape;9794;p170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95" name="Google Shape;9795;p170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96" name="Google Shape;9796;p170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97" name="Google Shape;9797;p170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798" name="Google Shape;9798;p170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9799" name="Google Shape;9799;p170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9800" name="Google Shape;9800;p17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01" name="Google Shape;9801;p17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02" name="Google Shape;9802;p17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803" name="Google Shape;9803;p170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9804" name="Google Shape;9804;p170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05" name="Google Shape;9805;p17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06" name="Google Shape;9806;p17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07" name="Google Shape;9807;p17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808" name="Google Shape;9808;p170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9809" name="Google Shape;9809;p170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9810" name="Google Shape;9810;p170"/>
              <p:cNvCxnSpPr>
                <a:stCxn id="9811" idx="6"/>
                <a:endCxn id="981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12" name="Google Shape;9812;p170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13" name="Google Shape;9813;p170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14" name="Google Shape;9814;p170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15" name="Google Shape;9815;p170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16" name="Google Shape;9816;p170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17" name="Google Shape;9817;p170"/>
              <p:cNvCxnSpPr>
                <a:stCxn id="9816" idx="4"/>
                <a:endCxn id="981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18" name="Google Shape;9818;p170"/>
              <p:cNvCxnSpPr>
                <a:stCxn id="9815" idx="4"/>
                <a:endCxn id="981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19" name="Google Shape;9819;p170"/>
              <p:cNvCxnSpPr>
                <a:stCxn id="9815" idx="5"/>
                <a:endCxn id="981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0" name="Google Shape;9820;p170"/>
              <p:cNvCxnSpPr>
                <a:stCxn id="9815" idx="0"/>
                <a:endCxn id="981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1" name="Google Shape;9821;p170"/>
              <p:cNvCxnSpPr>
                <a:stCxn id="9815" idx="7"/>
                <a:endCxn id="981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2" name="Google Shape;9822;p170"/>
              <p:cNvCxnSpPr>
                <a:stCxn id="9813" idx="5"/>
                <a:endCxn id="981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3" name="Google Shape;9823;p170"/>
              <p:cNvCxnSpPr>
                <a:stCxn id="9813" idx="6"/>
                <a:endCxn id="981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4" name="Google Shape;9824;p170"/>
              <p:cNvCxnSpPr>
                <a:stCxn id="9825" idx="1"/>
                <a:endCxn id="981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6" name="Google Shape;9826;p170"/>
              <p:cNvCxnSpPr>
                <a:stCxn id="9816" idx="0"/>
                <a:endCxn id="981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7" name="Google Shape;9827;p170"/>
              <p:cNvCxnSpPr>
                <a:stCxn id="9816" idx="0"/>
                <a:endCxn id="982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28" name="Google Shape;9828;p170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29" name="Google Shape;9829;p170"/>
              <p:cNvCxnSpPr>
                <a:stCxn id="9813" idx="5"/>
                <a:endCxn id="982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0" name="Google Shape;9830;p170"/>
              <p:cNvCxnSpPr>
                <a:stCxn id="9825" idx="7"/>
                <a:endCxn id="982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1" name="Google Shape;9831;p170"/>
              <p:cNvCxnSpPr>
                <a:stCxn id="9828" idx="6"/>
                <a:endCxn id="981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32" name="Google Shape;9832;p170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33" name="Google Shape;9833;p170"/>
              <p:cNvCxnSpPr>
                <a:stCxn id="9832" idx="0"/>
                <a:endCxn id="981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4" name="Google Shape;9834;p170"/>
              <p:cNvCxnSpPr>
                <a:stCxn id="9832" idx="6"/>
                <a:endCxn id="981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5" name="Google Shape;9835;p170"/>
              <p:cNvCxnSpPr>
                <a:stCxn id="9832" idx="5"/>
                <a:endCxn id="981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6" name="Google Shape;9836;p170"/>
              <p:cNvCxnSpPr>
                <a:stCxn id="9832" idx="5"/>
                <a:endCxn id="981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25" name="Google Shape;9825;p170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11" name="Google Shape;9811;p170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837" name="Google Shape;9837;p170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9838" name="Google Shape;9838;p170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39" name="Google Shape;9839;p170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40" name="Google Shape;9840;p170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41" name="Google Shape;9841;p170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42" name="Google Shape;9842;p170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43" name="Google Shape;9843;p170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44" name="Google Shape;9844;p170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45" name="Google Shape;9845;p170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46" name="Google Shape;9846;p170"/>
              <p:cNvCxnSpPr>
                <a:stCxn id="9842" idx="5"/>
                <a:endCxn id="984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7" name="Google Shape;9847;p170"/>
              <p:cNvCxnSpPr>
                <a:stCxn id="9843" idx="4"/>
                <a:endCxn id="984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8" name="Google Shape;9848;p170"/>
              <p:cNvCxnSpPr>
                <a:stCxn id="9838" idx="0"/>
                <a:endCxn id="984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9" name="Google Shape;9849;p170"/>
              <p:cNvCxnSpPr>
                <a:stCxn id="9842" idx="7"/>
                <a:endCxn id="984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0" name="Google Shape;9850;p170"/>
              <p:cNvCxnSpPr>
                <a:stCxn id="9843" idx="6"/>
                <a:endCxn id="983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1" name="Google Shape;9851;p170"/>
              <p:cNvCxnSpPr>
                <a:stCxn id="9841" idx="5"/>
                <a:endCxn id="983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2" name="Google Shape;9852;p170"/>
              <p:cNvCxnSpPr>
                <a:stCxn id="9838" idx="6"/>
                <a:endCxn id="984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3" name="Google Shape;9853;p170"/>
              <p:cNvCxnSpPr>
                <a:stCxn id="9838" idx="7"/>
                <a:endCxn id="984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4" name="Google Shape;9854;p170"/>
              <p:cNvCxnSpPr>
                <a:stCxn id="9844" idx="7"/>
                <a:endCxn id="984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5" name="Google Shape;9855;p170"/>
              <p:cNvCxnSpPr>
                <a:stCxn id="9840" idx="0"/>
                <a:endCxn id="984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6" name="Google Shape;9856;p170"/>
              <p:cNvCxnSpPr>
                <a:stCxn id="9845" idx="2"/>
                <a:endCxn id="983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7" name="Google Shape;9857;p170"/>
              <p:cNvCxnSpPr>
                <a:stCxn id="9842" idx="6"/>
                <a:endCxn id="984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58" name="Google Shape;9858;p170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59" name="Google Shape;9859;p170"/>
              <p:cNvCxnSpPr>
                <a:stCxn id="9845" idx="3"/>
                <a:endCxn id="985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0" name="Google Shape;9860;p170"/>
              <p:cNvCxnSpPr>
                <a:stCxn id="9858" idx="2"/>
                <a:endCxn id="984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1" name="Google Shape;9861;p170"/>
              <p:cNvCxnSpPr>
                <a:stCxn id="9858" idx="0"/>
                <a:endCxn id="983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2" name="Google Shape;9862;p170"/>
              <p:cNvCxnSpPr>
                <a:stCxn id="9858" idx="1"/>
                <a:endCxn id="984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63" name="Google Shape;9863;p170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64" name="Google Shape;9864;p170"/>
              <p:cNvCxnSpPr>
                <a:stCxn id="9840" idx="2"/>
                <a:endCxn id="986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5" name="Google Shape;9865;p170"/>
              <p:cNvCxnSpPr>
                <a:stCxn id="9863" idx="3"/>
                <a:endCxn id="983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6" name="Google Shape;9866;p170"/>
              <p:cNvCxnSpPr>
                <a:stCxn id="9841" idx="4"/>
                <a:endCxn id="986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867" name="Shape 9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8" name="Google Shape;9868;p171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69" name="Google Shape;9869;p171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0" name="Google Shape;9870;p171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1" name="Google Shape;9871;p171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2" name="Google Shape;9872;p171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3" name="Google Shape;9873;p171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4" name="Google Shape;9874;p171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5" name="Google Shape;9875;p171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76" name="Google Shape;9876;p171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77" name="Google Shape;9877;p171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78" name="Google Shape;9878;p171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79" name="Google Shape;9879;p171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80" name="Google Shape;9880;p171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881" name="Google Shape;9881;p171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9882" name="Google Shape;9882;p171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9883" name="Google Shape;9883;p171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84" name="Google Shape;9884;p171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85" name="Google Shape;9885;p171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86" name="Google Shape;9886;p171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87" name="Google Shape;9887;p171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88" name="Google Shape;9888;p171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89" name="Google Shape;9889;p171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90" name="Google Shape;9890;p171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91" name="Google Shape;9891;p171"/>
              <p:cNvCxnSpPr>
                <a:stCxn id="9887" idx="5"/>
                <a:endCxn id="988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2" name="Google Shape;9892;p171"/>
              <p:cNvCxnSpPr>
                <a:stCxn id="9888" idx="4"/>
                <a:endCxn id="988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3" name="Google Shape;9893;p171"/>
              <p:cNvCxnSpPr>
                <a:stCxn id="9883" idx="0"/>
                <a:endCxn id="988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4" name="Google Shape;9894;p171"/>
              <p:cNvCxnSpPr>
                <a:stCxn id="9887" idx="6"/>
                <a:endCxn id="988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5" name="Google Shape;9895;p171"/>
              <p:cNvCxnSpPr>
                <a:stCxn id="9888" idx="6"/>
                <a:endCxn id="988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6" name="Google Shape;9896;p171"/>
              <p:cNvCxnSpPr>
                <a:stCxn id="9886" idx="6"/>
                <a:endCxn id="988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7" name="Google Shape;9897;p171"/>
              <p:cNvCxnSpPr>
                <a:stCxn id="9883" idx="6"/>
                <a:endCxn id="988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8" name="Google Shape;9898;p171"/>
              <p:cNvCxnSpPr>
                <a:stCxn id="9883" idx="7"/>
                <a:endCxn id="988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9" name="Google Shape;9899;p171"/>
              <p:cNvCxnSpPr>
                <a:stCxn id="9889" idx="7"/>
                <a:endCxn id="988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0" name="Google Shape;9900;p171"/>
              <p:cNvCxnSpPr>
                <a:stCxn id="9885" idx="0"/>
                <a:endCxn id="988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1" name="Google Shape;9901;p171"/>
              <p:cNvCxnSpPr>
                <a:stCxn id="9890" idx="2"/>
                <a:endCxn id="988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2" name="Google Shape;9902;p171"/>
              <p:cNvCxnSpPr>
                <a:stCxn id="9888" idx="7"/>
                <a:endCxn id="989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03" name="Google Shape;9903;p171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04" name="Google Shape;9904;p171"/>
              <p:cNvCxnSpPr>
                <a:stCxn id="9890" idx="3"/>
                <a:endCxn id="990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5" name="Google Shape;9905;p171"/>
              <p:cNvCxnSpPr>
                <a:stCxn id="9903" idx="2"/>
                <a:endCxn id="988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6" name="Google Shape;9906;p171"/>
              <p:cNvCxnSpPr>
                <a:stCxn id="9903" idx="0"/>
                <a:endCxn id="988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7" name="Google Shape;9907;p171"/>
              <p:cNvCxnSpPr>
                <a:stCxn id="9903" idx="1"/>
                <a:endCxn id="988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08" name="Google Shape;9908;p171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09" name="Google Shape;9909;p171"/>
              <p:cNvCxnSpPr>
                <a:stCxn id="9885" idx="2"/>
                <a:endCxn id="990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0" name="Google Shape;9910;p171"/>
              <p:cNvCxnSpPr>
                <a:stCxn id="9908" idx="3"/>
                <a:endCxn id="988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1" name="Google Shape;9911;p171"/>
              <p:cNvCxnSpPr>
                <a:stCxn id="9886" idx="4"/>
                <a:endCxn id="990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12" name="Google Shape;9912;p171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13" name="Google Shape;9913;p171"/>
              <p:cNvCxnSpPr>
                <a:stCxn id="9886" idx="0"/>
                <a:endCxn id="991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4" name="Google Shape;9914;p171"/>
              <p:cNvCxnSpPr>
                <a:stCxn id="9912" idx="3"/>
                <a:endCxn id="988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15" name="Google Shape;9915;p171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9916" name="Google Shape;9916;p171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17" name="Google Shape;9917;p171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18" name="Google Shape;9918;p171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19" name="Google Shape;9919;p171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20" name="Google Shape;9920;p171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21" name="Google Shape;9921;p171"/>
              <p:cNvCxnSpPr>
                <a:stCxn id="9919" idx="5"/>
                <a:endCxn id="991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2" name="Google Shape;9922;p171"/>
              <p:cNvCxnSpPr>
                <a:stCxn id="9916" idx="6"/>
                <a:endCxn id="991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3" name="Google Shape;9923;p171"/>
              <p:cNvCxnSpPr>
                <a:stCxn id="9916" idx="6"/>
                <a:endCxn id="992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4" name="Google Shape;9924;p171"/>
              <p:cNvCxnSpPr>
                <a:stCxn id="9920" idx="6"/>
                <a:endCxn id="991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5" name="Google Shape;9925;p171"/>
              <p:cNvCxnSpPr>
                <a:stCxn id="9920" idx="6"/>
                <a:endCxn id="991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6" name="Google Shape;9926;p171"/>
              <p:cNvCxnSpPr>
                <a:stCxn id="9919" idx="4"/>
                <a:endCxn id="991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7" name="Google Shape;9927;p171"/>
              <p:cNvCxnSpPr>
                <a:stCxn id="9917" idx="7"/>
                <a:endCxn id="991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928" name="Google Shape;9928;p171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9929" name="Google Shape;9929;p171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9930" name="Google Shape;9930;p171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31" name="Google Shape;9931;p17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32" name="Google Shape;9932;p17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933" name="Google Shape;9933;p171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9934" name="Google Shape;9934;p171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35" name="Google Shape;9935;p171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36" name="Google Shape;9936;p171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37" name="Google Shape;9937;p171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938" name="Shape 9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9" name="Google Shape;9939;p172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40" name="Google Shape;9940;p172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41" name="Google Shape;9941;p172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9942" name="Google Shape;9942;p172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9943" name="Google Shape;9943;p172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9944" name="Google Shape;9944;p172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45" name="Google Shape;9945;p172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46" name="Google Shape;9946;p172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47" name="Google Shape;9947;p172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48" name="Google Shape;9948;p172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49" name="Google Shape;9949;p172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50" name="Google Shape;9950;p172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51" name="Google Shape;9951;p172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52" name="Google Shape;9952;p172"/>
              <p:cNvCxnSpPr>
                <a:stCxn id="9948" idx="5"/>
                <a:endCxn id="994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3" name="Google Shape;9953;p172"/>
              <p:cNvCxnSpPr>
                <a:stCxn id="9949" idx="4"/>
                <a:endCxn id="994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4" name="Google Shape;9954;p172"/>
              <p:cNvCxnSpPr>
                <a:stCxn id="9944" idx="6"/>
                <a:endCxn id="994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5" name="Google Shape;9955;p172"/>
              <p:cNvCxnSpPr>
                <a:stCxn id="9948" idx="7"/>
                <a:endCxn id="994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6" name="Google Shape;9956;p172"/>
              <p:cNvCxnSpPr>
                <a:stCxn id="9949" idx="6"/>
                <a:endCxn id="994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7" name="Google Shape;9957;p172"/>
              <p:cNvCxnSpPr>
                <a:stCxn id="9947" idx="7"/>
                <a:endCxn id="994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8" name="Google Shape;9958;p172"/>
              <p:cNvCxnSpPr>
                <a:stCxn id="9944" idx="6"/>
                <a:endCxn id="995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9" name="Google Shape;9959;p172"/>
              <p:cNvCxnSpPr>
                <a:stCxn id="9950" idx="6"/>
                <a:endCxn id="994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0" name="Google Shape;9960;p172"/>
              <p:cNvCxnSpPr>
                <a:stCxn id="9950" idx="6"/>
                <a:endCxn id="994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1" name="Google Shape;9961;p172"/>
              <p:cNvCxnSpPr>
                <a:stCxn id="9946" idx="7"/>
                <a:endCxn id="995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2" name="Google Shape;9962;p172"/>
              <p:cNvCxnSpPr>
                <a:stCxn id="9947" idx="6"/>
                <a:endCxn id="995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3" name="Google Shape;9963;p172"/>
              <p:cNvCxnSpPr>
                <a:stCxn id="9951" idx="0"/>
                <a:endCxn id="994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4" name="Google Shape;9964;p172"/>
              <p:cNvCxnSpPr>
                <a:stCxn id="9949" idx="5"/>
                <a:endCxn id="995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5" name="Google Shape;9965;p172"/>
              <p:cNvCxnSpPr>
                <a:stCxn id="9948" idx="6"/>
                <a:endCxn id="995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6" name="Google Shape;9966;p172"/>
              <p:cNvCxnSpPr>
                <a:stCxn id="9948" idx="4"/>
                <a:endCxn id="994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67" name="Google Shape;9967;p172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68" name="Google Shape;9968;p172"/>
              <p:cNvCxnSpPr>
                <a:stCxn id="9951" idx="4"/>
                <a:endCxn id="996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9" name="Google Shape;9969;p172"/>
              <p:cNvCxnSpPr>
                <a:stCxn id="9967" idx="1"/>
                <a:endCxn id="994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70" name="Google Shape;9970;p172"/>
              <p:cNvCxnSpPr>
                <a:stCxn id="9967" idx="1"/>
                <a:endCxn id="994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71" name="Google Shape;9971;p172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72" name="Google Shape;9972;p172"/>
              <p:cNvCxnSpPr>
                <a:stCxn id="9949" idx="0"/>
                <a:endCxn id="997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73" name="Google Shape;9973;p172"/>
              <p:cNvCxnSpPr>
                <a:stCxn id="9945" idx="0"/>
                <a:endCxn id="997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74" name="Google Shape;9974;p172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9975" name="Google Shape;9975;p172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76" name="Google Shape;9976;p172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77" name="Google Shape;9977;p172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78" name="Google Shape;9978;p172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79" name="Google Shape;9979;p172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0" name="Google Shape;9980;p172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1" name="Google Shape;9981;p172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2" name="Google Shape;9982;p172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83" name="Google Shape;9983;p172"/>
              <p:cNvCxnSpPr>
                <a:stCxn id="9979" idx="5"/>
                <a:endCxn id="997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4" name="Google Shape;9984;p172"/>
              <p:cNvCxnSpPr>
                <a:stCxn id="9980" idx="4"/>
                <a:endCxn id="997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5" name="Google Shape;9985;p172"/>
              <p:cNvCxnSpPr>
                <a:stCxn id="9975" idx="6"/>
                <a:endCxn id="997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6" name="Google Shape;9986;p172"/>
              <p:cNvCxnSpPr>
                <a:stCxn id="9975" idx="0"/>
                <a:endCxn id="997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7" name="Google Shape;9987;p172"/>
              <p:cNvCxnSpPr>
                <a:stCxn id="9979" idx="7"/>
                <a:endCxn id="998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8" name="Google Shape;9988;p172"/>
              <p:cNvCxnSpPr>
                <a:stCxn id="9980" idx="6"/>
                <a:endCxn id="997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9" name="Google Shape;9989;p172"/>
              <p:cNvCxnSpPr>
                <a:stCxn id="9978" idx="7"/>
                <a:endCxn id="997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0" name="Google Shape;9990;p172"/>
              <p:cNvCxnSpPr>
                <a:stCxn id="9975" idx="5"/>
                <a:endCxn id="998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1" name="Google Shape;9991;p172"/>
              <p:cNvCxnSpPr>
                <a:stCxn id="9981" idx="7"/>
                <a:endCxn id="997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2" name="Google Shape;9992;p172"/>
              <p:cNvCxnSpPr>
                <a:stCxn id="9981" idx="7"/>
                <a:endCxn id="997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3" name="Google Shape;9993;p172"/>
              <p:cNvCxnSpPr>
                <a:stCxn id="9977" idx="0"/>
                <a:endCxn id="997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4" name="Google Shape;9994;p172"/>
              <p:cNvCxnSpPr>
                <a:stCxn id="9982" idx="1"/>
                <a:endCxn id="997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5" name="Google Shape;9995;p172"/>
              <p:cNvCxnSpPr>
                <a:stCxn id="9979" idx="6"/>
                <a:endCxn id="998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6" name="Google Shape;9996;p172"/>
              <p:cNvCxnSpPr>
                <a:stCxn id="9976" idx="4"/>
                <a:endCxn id="997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97" name="Google Shape;9997;p172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98" name="Google Shape;9998;p172"/>
              <p:cNvCxnSpPr>
                <a:stCxn id="9982" idx="2"/>
                <a:endCxn id="999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9" name="Google Shape;9999;p172"/>
              <p:cNvCxnSpPr>
                <a:stCxn id="9997" idx="2"/>
                <a:endCxn id="997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0" name="Google Shape;10000;p172"/>
              <p:cNvCxnSpPr>
                <a:stCxn id="9997" idx="0"/>
                <a:endCxn id="997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1" name="Google Shape;10001;p172"/>
              <p:cNvCxnSpPr>
                <a:stCxn id="9997" idx="1"/>
                <a:endCxn id="997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02" name="Google Shape;10002;p172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03" name="Google Shape;10003;p172"/>
              <p:cNvCxnSpPr>
                <a:stCxn id="9977" idx="3"/>
                <a:endCxn id="1000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4" name="Google Shape;10004;p172"/>
              <p:cNvCxnSpPr>
                <a:stCxn id="10002" idx="0"/>
                <a:endCxn id="998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05" name="Google Shape;10005;p172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06" name="Google Shape;10006;p172"/>
              <p:cNvCxnSpPr>
                <a:stCxn id="9975" idx="6"/>
                <a:endCxn id="1000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7" name="Google Shape;10007;p172"/>
              <p:cNvCxnSpPr>
                <a:stCxn id="9981" idx="0"/>
                <a:endCxn id="1000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8" name="Google Shape;10008;p172"/>
              <p:cNvCxnSpPr>
                <a:stCxn id="10005" idx="6"/>
                <a:endCxn id="997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09" name="Google Shape;10009;p172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10" name="Google Shape;10010;p172"/>
              <p:cNvCxnSpPr>
                <a:stCxn id="10002" idx="5"/>
                <a:endCxn id="1000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11" name="Google Shape;10011;p172"/>
              <p:cNvCxnSpPr>
                <a:stCxn id="10009" idx="7"/>
                <a:endCxn id="997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12" name="Google Shape;10012;p172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13" name="Google Shape;10013;p172"/>
              <p:cNvCxnSpPr>
                <a:stCxn id="10002" idx="0"/>
                <a:endCxn id="1001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14" name="Google Shape;10014;p172"/>
              <p:cNvCxnSpPr>
                <a:stCxn id="10012" idx="1"/>
                <a:endCxn id="998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15" name="Google Shape;10015;p172"/>
              <p:cNvCxnSpPr>
                <a:stCxn id="10012" idx="6"/>
                <a:endCxn id="997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016" name="Shape 10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7" name="Google Shape;10017;p173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0018" name="Google Shape;10018;p173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0019" name="Google Shape;10019;p17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0" name="Google Shape;10020;p17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1" name="Google Shape;10021;p17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22" name="Google Shape;10022;p173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0023" name="Google Shape;10023;p17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4" name="Google Shape;10024;p173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5" name="Google Shape;10025;p173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6" name="Google Shape;10026;p173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27" name="Google Shape;10027;p173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0028" name="Google Shape;10028;p173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0029" name="Google Shape;10029;p173"/>
              <p:cNvCxnSpPr>
                <a:stCxn id="10030" idx="7"/>
                <a:endCxn id="1003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31" name="Google Shape;10031;p173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2" name="Google Shape;10032;p173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3" name="Google Shape;10033;p173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4" name="Google Shape;10034;p173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5" name="Google Shape;10035;p173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6" name="Google Shape;10036;p173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37" name="Google Shape;10037;p173"/>
              <p:cNvCxnSpPr>
                <a:stCxn id="10036" idx="4"/>
                <a:endCxn id="1003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38" name="Google Shape;10038;p173"/>
              <p:cNvCxnSpPr>
                <a:stCxn id="10035" idx="4"/>
                <a:endCxn id="1003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39" name="Google Shape;10039;p173"/>
              <p:cNvCxnSpPr>
                <a:stCxn id="10035" idx="5"/>
                <a:endCxn id="1003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0" name="Google Shape;10040;p173"/>
              <p:cNvCxnSpPr>
                <a:stCxn id="10035" idx="0"/>
                <a:endCxn id="1003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1" name="Google Shape;10041;p173"/>
              <p:cNvCxnSpPr>
                <a:stCxn id="10035" idx="7"/>
                <a:endCxn id="1003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2" name="Google Shape;10042;p173"/>
              <p:cNvCxnSpPr>
                <a:stCxn id="10032" idx="5"/>
                <a:endCxn id="1003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3" name="Google Shape;10043;p173"/>
              <p:cNvCxnSpPr>
                <a:stCxn id="10032" idx="6"/>
                <a:endCxn id="1003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4" name="Google Shape;10044;p173"/>
              <p:cNvCxnSpPr>
                <a:stCxn id="10034" idx="2"/>
                <a:endCxn id="1003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5" name="Google Shape;10045;p173"/>
              <p:cNvCxnSpPr>
                <a:stCxn id="10036" idx="0"/>
                <a:endCxn id="1003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6" name="Google Shape;10046;p173"/>
              <p:cNvCxnSpPr>
                <a:stCxn id="10036" idx="0"/>
                <a:endCxn id="1003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30" name="Google Shape;10030;p173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47" name="Google Shape;10047;p173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0048" name="Google Shape;10048;p173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9" name="Google Shape;10049;p173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0" name="Google Shape;10050;p173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1" name="Google Shape;10051;p173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2" name="Google Shape;10052;p173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3" name="Google Shape;10053;p173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4" name="Google Shape;10054;p173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55" name="Google Shape;10055;p173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56" name="Google Shape;10056;p173"/>
              <p:cNvCxnSpPr>
                <a:stCxn id="10052" idx="5"/>
                <a:endCxn id="1005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57" name="Google Shape;10057;p173"/>
              <p:cNvCxnSpPr>
                <a:stCxn id="10053" idx="4"/>
                <a:endCxn id="1005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58" name="Google Shape;10058;p173"/>
              <p:cNvCxnSpPr>
                <a:stCxn id="10048" idx="6"/>
                <a:endCxn id="1005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59" name="Google Shape;10059;p173"/>
              <p:cNvCxnSpPr>
                <a:stCxn id="10048" idx="0"/>
                <a:endCxn id="1005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0" name="Google Shape;10060;p173"/>
              <p:cNvCxnSpPr>
                <a:stCxn id="10052" idx="7"/>
                <a:endCxn id="1005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1" name="Google Shape;10061;p173"/>
              <p:cNvCxnSpPr>
                <a:stCxn id="10053" idx="6"/>
                <a:endCxn id="1004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2" name="Google Shape;10062;p173"/>
              <p:cNvCxnSpPr>
                <a:stCxn id="10051" idx="7"/>
                <a:endCxn id="1004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3" name="Google Shape;10063;p173"/>
              <p:cNvCxnSpPr>
                <a:stCxn id="10048" idx="5"/>
                <a:endCxn id="1005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4" name="Google Shape;10064;p173"/>
              <p:cNvCxnSpPr>
                <a:stCxn id="10054" idx="7"/>
                <a:endCxn id="1005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5" name="Google Shape;10065;p173"/>
              <p:cNvCxnSpPr>
                <a:stCxn id="10054" idx="5"/>
                <a:endCxn id="1005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6" name="Google Shape;10066;p173"/>
              <p:cNvCxnSpPr>
                <a:stCxn id="10050" idx="0"/>
                <a:endCxn id="1005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7" name="Google Shape;10067;p173"/>
              <p:cNvCxnSpPr>
                <a:stCxn id="10050" idx="7"/>
                <a:endCxn id="1005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8" name="Google Shape;10068;p173"/>
              <p:cNvCxnSpPr>
                <a:stCxn id="10051" idx="6"/>
                <a:endCxn id="1005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9" name="Google Shape;10069;p173"/>
              <p:cNvCxnSpPr>
                <a:stCxn id="10055" idx="0"/>
                <a:endCxn id="1004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0" name="Google Shape;10070;p173"/>
              <p:cNvCxnSpPr>
                <a:stCxn id="10052" idx="4"/>
                <a:endCxn id="1005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1" name="Google Shape;10071;p173"/>
              <p:cNvCxnSpPr>
                <a:stCxn id="10049" idx="4"/>
                <a:endCxn id="1005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2" name="Google Shape;10072;p173"/>
              <p:cNvCxnSpPr>
                <a:stCxn id="10048" idx="5"/>
                <a:endCxn id="1005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73" name="Google Shape;10073;p173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74" name="Google Shape;10074;p173"/>
              <p:cNvCxnSpPr>
                <a:stCxn id="10055" idx="4"/>
                <a:endCxn id="1007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5" name="Google Shape;10075;p173"/>
              <p:cNvCxnSpPr>
                <a:stCxn id="10073" idx="2"/>
                <a:endCxn id="1005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6" name="Google Shape;10076;p173"/>
              <p:cNvCxnSpPr>
                <a:stCxn id="10073" idx="0"/>
                <a:endCxn id="1004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77" name="Google Shape;10077;p173"/>
              <p:cNvCxnSpPr>
                <a:stCxn id="10073" idx="1"/>
                <a:endCxn id="1005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78" name="Google Shape;10078;p173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79" name="Google Shape;10079;p173"/>
              <p:cNvCxnSpPr>
                <a:stCxn id="10073" idx="2"/>
                <a:endCxn id="1007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80" name="Google Shape;10080;p173"/>
              <p:cNvCxnSpPr>
                <a:stCxn id="10078" idx="1"/>
                <a:endCxn id="1005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081" name="Shape 10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2" name="Google Shape;10082;p17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0083" name="Google Shape;10083;p17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0084" name="Google Shape;10084;p17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5" name="Google Shape;10085;p17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6" name="Google Shape;10086;p17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87" name="Google Shape;10087;p17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088" name="Google Shape;10088;p17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9" name="Google Shape;10089;p17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0" name="Google Shape;10090;p17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1" name="Google Shape;10091;p17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92" name="Google Shape;10092;p17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093" name="Google Shape;10093;p17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094" name="Google Shape;10094;p17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5" name="Google Shape;10095;p17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6" name="Google Shape;10096;p17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7" name="Google Shape;10097;p17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8" name="Google Shape;10098;p17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9" name="Google Shape;10099;p17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0" name="Google Shape;10100;p17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1" name="Google Shape;10101;p17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02" name="Google Shape;10102;p174"/>
              <p:cNvCxnSpPr>
                <a:stCxn id="10098" idx="5"/>
                <a:endCxn id="1009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3" name="Google Shape;10103;p174"/>
              <p:cNvCxnSpPr>
                <a:stCxn id="10099" idx="4"/>
                <a:endCxn id="1009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4" name="Google Shape;10104;p174"/>
              <p:cNvCxnSpPr>
                <a:stCxn id="10094" idx="0"/>
                <a:endCxn id="1009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5" name="Google Shape;10105;p174"/>
              <p:cNvCxnSpPr>
                <a:stCxn id="10098" idx="6"/>
                <a:endCxn id="1009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6" name="Google Shape;10106;p174"/>
              <p:cNvCxnSpPr>
                <a:stCxn id="10099" idx="6"/>
                <a:endCxn id="1009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7" name="Google Shape;10107;p174"/>
              <p:cNvCxnSpPr>
                <a:stCxn id="10097" idx="6"/>
                <a:endCxn id="1009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8" name="Google Shape;10108;p174"/>
              <p:cNvCxnSpPr>
                <a:stCxn id="10094" idx="6"/>
                <a:endCxn id="1010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09" name="Google Shape;10109;p174"/>
              <p:cNvCxnSpPr>
                <a:stCxn id="10094" idx="7"/>
                <a:endCxn id="1009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0" name="Google Shape;10110;p174"/>
              <p:cNvCxnSpPr>
                <a:stCxn id="10100" idx="7"/>
                <a:endCxn id="1009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1" name="Google Shape;10111;p174"/>
              <p:cNvCxnSpPr>
                <a:stCxn id="10096" idx="0"/>
                <a:endCxn id="1009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2" name="Google Shape;10112;p174"/>
              <p:cNvCxnSpPr>
                <a:stCxn id="10101" idx="2"/>
                <a:endCxn id="1009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3" name="Google Shape;10113;p174"/>
              <p:cNvCxnSpPr>
                <a:stCxn id="10099" idx="7"/>
                <a:endCxn id="1010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14" name="Google Shape;10114;p17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15" name="Google Shape;10115;p174"/>
              <p:cNvCxnSpPr>
                <a:stCxn id="10101" idx="3"/>
                <a:endCxn id="1011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6" name="Google Shape;10116;p174"/>
              <p:cNvCxnSpPr>
                <a:stCxn id="10114" idx="2"/>
                <a:endCxn id="1009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7" name="Google Shape;10117;p174"/>
              <p:cNvCxnSpPr>
                <a:stCxn id="10114" idx="0"/>
                <a:endCxn id="1009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18" name="Google Shape;10118;p174"/>
              <p:cNvCxnSpPr>
                <a:stCxn id="10114" idx="1"/>
                <a:endCxn id="1009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19" name="Google Shape;10119;p17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20" name="Google Shape;10120;p174"/>
              <p:cNvCxnSpPr>
                <a:stCxn id="10096" idx="2"/>
                <a:endCxn id="1011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21" name="Google Shape;10121;p174"/>
              <p:cNvCxnSpPr>
                <a:stCxn id="10119" idx="3"/>
                <a:endCxn id="1009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22" name="Google Shape;10122;p174"/>
              <p:cNvCxnSpPr>
                <a:stCxn id="10097" idx="4"/>
                <a:endCxn id="1011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23" name="Google Shape;10123;p17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24" name="Google Shape;10124;p174"/>
              <p:cNvCxnSpPr>
                <a:stCxn id="10097" idx="0"/>
                <a:endCxn id="1012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25" name="Google Shape;10125;p174"/>
              <p:cNvCxnSpPr>
                <a:stCxn id="10098" idx="7"/>
                <a:endCxn id="1012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126" name="Google Shape;10126;p17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127" name="Google Shape;10127;p17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8" name="Google Shape;10128;p17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9" name="Google Shape;10129;p17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0" name="Google Shape;10130;p17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1" name="Google Shape;10131;p17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2" name="Google Shape;10132;p17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3" name="Google Shape;10133;p17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4" name="Google Shape;10134;p17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35" name="Google Shape;10135;p174"/>
              <p:cNvCxnSpPr>
                <a:stCxn id="10132" idx="4"/>
                <a:endCxn id="1013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6" name="Google Shape;10136;p174"/>
              <p:cNvCxnSpPr>
                <a:stCxn id="10127" idx="7"/>
                <a:endCxn id="1013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7" name="Google Shape;10137;p174"/>
              <p:cNvCxnSpPr>
                <a:stCxn id="10131" idx="7"/>
                <a:endCxn id="1013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8" name="Google Shape;10138;p174"/>
              <p:cNvCxnSpPr>
                <a:stCxn id="10132" idx="6"/>
                <a:endCxn id="1012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9" name="Google Shape;10139;p174"/>
              <p:cNvCxnSpPr>
                <a:stCxn id="10130" idx="7"/>
                <a:endCxn id="1012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0" name="Google Shape;10140;p174"/>
              <p:cNvCxnSpPr>
                <a:stCxn id="10127" idx="6"/>
                <a:endCxn id="1013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1" name="Google Shape;10141;p174"/>
              <p:cNvCxnSpPr>
                <a:stCxn id="10133" idx="0"/>
                <a:endCxn id="1013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2" name="Google Shape;10142;p174"/>
              <p:cNvCxnSpPr>
                <a:stCxn id="10133" idx="5"/>
                <a:endCxn id="1012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3" name="Google Shape;10143;p174"/>
              <p:cNvCxnSpPr>
                <a:stCxn id="10129" idx="0"/>
                <a:endCxn id="1013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4" name="Google Shape;10144;p174"/>
              <p:cNvCxnSpPr>
                <a:stCxn id="10129" idx="7"/>
                <a:endCxn id="1013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5" name="Google Shape;10145;p174"/>
              <p:cNvCxnSpPr>
                <a:stCxn id="10130" idx="6"/>
                <a:endCxn id="1013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6" name="Google Shape;10146;p174"/>
              <p:cNvCxnSpPr>
                <a:stCxn id="10134" idx="0"/>
                <a:endCxn id="1012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7" name="Google Shape;10147;p174"/>
              <p:cNvCxnSpPr>
                <a:stCxn id="10132" idx="5"/>
                <a:endCxn id="1013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8" name="Google Shape;10148;p174"/>
              <p:cNvCxnSpPr>
                <a:stCxn id="10131" idx="6"/>
                <a:endCxn id="1013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9" name="Google Shape;10149;p174"/>
              <p:cNvCxnSpPr>
                <a:stCxn id="10131" idx="5"/>
                <a:endCxn id="1013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0" name="Google Shape;10150;p174"/>
              <p:cNvCxnSpPr>
                <a:stCxn id="10128" idx="4"/>
                <a:endCxn id="1012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51" name="Google Shape;10151;p17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2" name="Google Shape;10152;p174"/>
              <p:cNvCxnSpPr>
                <a:stCxn id="10134" idx="4"/>
                <a:endCxn id="1015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3" name="Google Shape;10153;p174"/>
              <p:cNvCxnSpPr>
                <a:stCxn id="10151" idx="1"/>
                <a:endCxn id="1012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54" name="Google Shape;10154;p17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5" name="Google Shape;10155;p174"/>
              <p:cNvCxnSpPr>
                <a:stCxn id="10151" idx="2"/>
                <a:endCxn id="1015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6" name="Google Shape;10156;p174"/>
              <p:cNvCxnSpPr>
                <a:stCxn id="10154" idx="1"/>
                <a:endCxn id="1013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7" name="Google Shape;10157;p174"/>
              <p:cNvCxnSpPr>
                <a:stCxn id="10154" idx="7"/>
                <a:endCxn id="1012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61" name="Shape 10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2" name="Google Shape;10162;p176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163" name="Google Shape;10163;p176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0164" name="Google Shape;10164;p176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0165" name="Google Shape;10165;p176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0166" name="Google Shape;10166;p176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67" name="Google Shape;10167;p176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68" name="Google Shape;10168;p176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69" name="Google Shape;10169;p176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0" name="Google Shape;10170;p176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1" name="Google Shape;10171;p176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2" name="Google Shape;10172;p176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3" name="Google Shape;10173;p176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74" name="Google Shape;10174;p176"/>
              <p:cNvCxnSpPr>
                <a:stCxn id="10170" idx="5"/>
                <a:endCxn id="1016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5" name="Google Shape;10175;p176"/>
              <p:cNvCxnSpPr>
                <a:stCxn id="10171" idx="4"/>
                <a:endCxn id="1016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6" name="Google Shape;10176;p176"/>
              <p:cNvCxnSpPr>
                <a:stCxn id="10166" idx="6"/>
                <a:endCxn id="1016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7" name="Google Shape;10177;p176"/>
              <p:cNvCxnSpPr>
                <a:stCxn id="10166" idx="0"/>
                <a:endCxn id="1017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8" name="Google Shape;10178;p176"/>
              <p:cNvCxnSpPr>
                <a:stCxn id="10170" idx="7"/>
                <a:endCxn id="1017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9" name="Google Shape;10179;p176"/>
              <p:cNvCxnSpPr>
                <a:stCxn id="10171" idx="6"/>
                <a:endCxn id="1016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0" name="Google Shape;10180;p176"/>
              <p:cNvCxnSpPr>
                <a:stCxn id="10169" idx="7"/>
                <a:endCxn id="1016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1" name="Google Shape;10181;p176"/>
              <p:cNvCxnSpPr>
                <a:stCxn id="10166" idx="5"/>
                <a:endCxn id="1017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2" name="Google Shape;10182;p176"/>
              <p:cNvCxnSpPr>
                <a:stCxn id="10172" idx="7"/>
                <a:endCxn id="1016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3" name="Google Shape;10183;p176"/>
              <p:cNvCxnSpPr>
                <a:stCxn id="10172" idx="7"/>
                <a:endCxn id="1016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4" name="Google Shape;10184;p176"/>
              <p:cNvCxnSpPr>
                <a:stCxn id="10168" idx="0"/>
                <a:endCxn id="1016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5" name="Google Shape;10185;p176"/>
              <p:cNvCxnSpPr>
                <a:stCxn id="10168" idx="7"/>
                <a:endCxn id="1017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6" name="Google Shape;10186;p176"/>
              <p:cNvCxnSpPr>
                <a:stCxn id="10173" idx="1"/>
                <a:endCxn id="1016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7" name="Google Shape;10187;p176"/>
              <p:cNvCxnSpPr>
                <a:stCxn id="10170" idx="6"/>
                <a:endCxn id="1017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8" name="Google Shape;10188;p176"/>
              <p:cNvCxnSpPr>
                <a:stCxn id="10167" idx="4"/>
                <a:endCxn id="1016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9" name="Google Shape;10189;p176"/>
              <p:cNvCxnSpPr>
                <a:stCxn id="10166" idx="5"/>
                <a:endCxn id="1016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90" name="Google Shape;10190;p176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91" name="Google Shape;10191;p176"/>
              <p:cNvCxnSpPr>
                <a:stCxn id="10173" idx="2"/>
                <a:endCxn id="1019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2" name="Google Shape;10192;p176"/>
              <p:cNvCxnSpPr>
                <a:stCxn id="10190" idx="2"/>
                <a:endCxn id="1016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3" name="Google Shape;10193;p176"/>
              <p:cNvCxnSpPr>
                <a:stCxn id="10190" idx="0"/>
                <a:endCxn id="1016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4" name="Google Shape;10194;p176"/>
              <p:cNvCxnSpPr>
                <a:stCxn id="10190" idx="1"/>
                <a:endCxn id="1016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95" name="Google Shape;10195;p176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96" name="Google Shape;10196;p176"/>
              <p:cNvCxnSpPr>
                <a:stCxn id="10168" idx="2"/>
                <a:endCxn id="1019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7" name="Google Shape;10197;p176"/>
              <p:cNvCxnSpPr>
                <a:stCxn id="10195" idx="1"/>
                <a:endCxn id="1017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198" name="Google Shape;10198;p176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10199" name="Google Shape;10199;p176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0" name="Google Shape;10200;p176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1" name="Google Shape;10201;p176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2" name="Google Shape;10202;p176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3" name="Google Shape;10203;p176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4" name="Google Shape;10204;p176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5" name="Google Shape;10205;p176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06" name="Google Shape;10206;p176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07" name="Google Shape;10207;p176"/>
              <p:cNvCxnSpPr>
                <a:stCxn id="10203" idx="5"/>
                <a:endCxn id="1020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8" name="Google Shape;10208;p176"/>
              <p:cNvCxnSpPr>
                <a:stCxn id="10204" idx="4"/>
                <a:endCxn id="1020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9" name="Google Shape;10209;p176"/>
              <p:cNvCxnSpPr>
                <a:stCxn id="10199" idx="6"/>
                <a:endCxn id="1020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0" name="Google Shape;10210;p176"/>
              <p:cNvCxnSpPr>
                <a:stCxn id="10203" idx="7"/>
                <a:endCxn id="1020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1" name="Google Shape;10211;p176"/>
              <p:cNvCxnSpPr>
                <a:stCxn id="10204" idx="6"/>
                <a:endCxn id="1020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2" name="Google Shape;10212;p176"/>
              <p:cNvCxnSpPr>
                <a:stCxn id="10202" idx="7"/>
                <a:endCxn id="1020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3" name="Google Shape;10213;p176"/>
              <p:cNvCxnSpPr>
                <a:stCxn id="10199" idx="6"/>
                <a:endCxn id="1020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4" name="Google Shape;10214;p176"/>
              <p:cNvCxnSpPr>
                <a:stCxn id="10205" idx="7"/>
                <a:endCxn id="1020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5" name="Google Shape;10215;p176"/>
              <p:cNvCxnSpPr>
                <a:stCxn id="10205" idx="5"/>
                <a:endCxn id="1020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6" name="Google Shape;10216;p176"/>
              <p:cNvCxnSpPr>
                <a:stCxn id="10201" idx="0"/>
                <a:endCxn id="1020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7" name="Google Shape;10217;p176"/>
              <p:cNvCxnSpPr>
                <a:stCxn id="10201" idx="7"/>
                <a:endCxn id="1020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8" name="Google Shape;10218;p176"/>
              <p:cNvCxnSpPr>
                <a:stCxn id="10202" idx="6"/>
                <a:endCxn id="1020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9" name="Google Shape;10219;p176"/>
              <p:cNvCxnSpPr>
                <a:stCxn id="10206" idx="0"/>
                <a:endCxn id="1020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0" name="Google Shape;10220;p176"/>
              <p:cNvCxnSpPr>
                <a:stCxn id="10204" idx="5"/>
                <a:endCxn id="1020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1" name="Google Shape;10221;p176"/>
              <p:cNvCxnSpPr>
                <a:stCxn id="10203" idx="6"/>
                <a:endCxn id="1020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2" name="Google Shape;10222;p176"/>
              <p:cNvCxnSpPr>
                <a:stCxn id="10203" idx="4"/>
                <a:endCxn id="1020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3" name="Google Shape;10223;p176"/>
              <p:cNvCxnSpPr>
                <a:stCxn id="10200" idx="4"/>
                <a:endCxn id="1020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4" name="Google Shape;10224;p176"/>
              <p:cNvCxnSpPr>
                <a:stCxn id="10199" idx="6"/>
                <a:endCxn id="1020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25" name="Google Shape;10225;p176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26" name="Google Shape;10226;p176"/>
              <p:cNvCxnSpPr>
                <a:stCxn id="10206" idx="4"/>
                <a:endCxn id="1022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7" name="Google Shape;10227;p176"/>
              <p:cNvCxnSpPr>
                <a:stCxn id="10225" idx="2"/>
                <a:endCxn id="1020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8" name="Google Shape;10228;p176"/>
              <p:cNvCxnSpPr>
                <a:stCxn id="10225" idx="0"/>
                <a:endCxn id="1020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9" name="Google Shape;10229;p176"/>
              <p:cNvCxnSpPr>
                <a:stCxn id="10225" idx="1"/>
                <a:endCxn id="1020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30" name="Google Shape;10230;p176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31" name="Google Shape;10231;p176"/>
              <p:cNvCxnSpPr>
                <a:stCxn id="10225" idx="2"/>
                <a:endCxn id="1023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2" name="Google Shape;10232;p176"/>
              <p:cNvCxnSpPr>
                <a:stCxn id="10230" idx="1"/>
                <a:endCxn id="1020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33" name="Shape 10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4" name="Google Shape;10234;p177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35" name="Google Shape;10235;p177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36" name="Google Shape;10236;p177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237" name="Google Shape;10237;p177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0238" name="Google Shape;10238;p177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0239" name="Google Shape;10239;p177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0" name="Google Shape;10240;p177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1" name="Google Shape;10241;p177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2" name="Google Shape;10242;p177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3" name="Google Shape;10243;p177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4" name="Google Shape;10244;p177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5" name="Google Shape;10245;p177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46" name="Google Shape;10246;p177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47" name="Google Shape;10247;p177"/>
              <p:cNvCxnSpPr>
                <a:stCxn id="10243" idx="5"/>
                <a:endCxn id="1024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8" name="Google Shape;10248;p177"/>
              <p:cNvCxnSpPr>
                <a:stCxn id="10244" idx="4"/>
                <a:endCxn id="1024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9" name="Google Shape;10249;p177"/>
              <p:cNvCxnSpPr>
                <a:stCxn id="10239" idx="6"/>
                <a:endCxn id="1024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0" name="Google Shape;10250;p177"/>
              <p:cNvCxnSpPr>
                <a:stCxn id="10243" idx="7"/>
                <a:endCxn id="1024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1" name="Google Shape;10251;p177"/>
              <p:cNvCxnSpPr>
                <a:stCxn id="10244" idx="6"/>
                <a:endCxn id="1024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2" name="Google Shape;10252;p177"/>
              <p:cNvCxnSpPr>
                <a:stCxn id="10242" idx="7"/>
                <a:endCxn id="1024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3" name="Google Shape;10253;p177"/>
              <p:cNvCxnSpPr>
                <a:stCxn id="10239" idx="6"/>
                <a:endCxn id="1024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4" name="Google Shape;10254;p177"/>
              <p:cNvCxnSpPr>
                <a:stCxn id="10245" idx="6"/>
                <a:endCxn id="1024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5" name="Google Shape;10255;p177"/>
              <p:cNvCxnSpPr>
                <a:stCxn id="10245" idx="6"/>
                <a:endCxn id="1024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6" name="Google Shape;10256;p177"/>
              <p:cNvCxnSpPr>
                <a:stCxn id="10241" idx="7"/>
                <a:endCxn id="1024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7" name="Google Shape;10257;p177"/>
              <p:cNvCxnSpPr>
                <a:stCxn id="10242" idx="6"/>
                <a:endCxn id="1024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8" name="Google Shape;10258;p177"/>
              <p:cNvCxnSpPr>
                <a:stCxn id="10246" idx="0"/>
                <a:endCxn id="1024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9" name="Google Shape;10259;p177"/>
              <p:cNvCxnSpPr>
                <a:stCxn id="10244" idx="5"/>
                <a:endCxn id="1024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0" name="Google Shape;10260;p177"/>
              <p:cNvCxnSpPr>
                <a:stCxn id="10243" idx="6"/>
                <a:endCxn id="1024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1" name="Google Shape;10261;p177"/>
              <p:cNvCxnSpPr>
                <a:stCxn id="10243" idx="4"/>
                <a:endCxn id="1024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62" name="Google Shape;10262;p177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63" name="Google Shape;10263;p177"/>
              <p:cNvCxnSpPr>
                <a:stCxn id="10246" idx="4"/>
                <a:endCxn id="1026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4" name="Google Shape;10264;p177"/>
              <p:cNvCxnSpPr>
                <a:stCxn id="10262" idx="1"/>
                <a:endCxn id="1024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5" name="Google Shape;10265;p177"/>
              <p:cNvCxnSpPr>
                <a:stCxn id="10262" idx="1"/>
                <a:endCxn id="1024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66" name="Google Shape;10266;p177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67" name="Google Shape;10267;p177"/>
              <p:cNvCxnSpPr>
                <a:stCxn id="10244" idx="0"/>
                <a:endCxn id="1026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8" name="Google Shape;10268;p177"/>
              <p:cNvCxnSpPr>
                <a:stCxn id="10240" idx="0"/>
                <a:endCxn id="1026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269" name="Google Shape;10269;p177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0270" name="Google Shape;10270;p177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1" name="Google Shape;10271;p177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2" name="Google Shape;10272;p177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3" name="Google Shape;10273;p177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4" name="Google Shape;10274;p177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5" name="Google Shape;10275;p177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6" name="Google Shape;10276;p177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77" name="Google Shape;10277;p177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78" name="Google Shape;10278;p177"/>
              <p:cNvCxnSpPr>
                <a:stCxn id="10274" idx="5"/>
                <a:endCxn id="1027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79" name="Google Shape;10279;p177"/>
              <p:cNvCxnSpPr>
                <a:stCxn id="10275" idx="4"/>
                <a:endCxn id="1027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0" name="Google Shape;10280;p177"/>
              <p:cNvCxnSpPr>
                <a:stCxn id="10270" idx="6"/>
                <a:endCxn id="1027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1" name="Google Shape;10281;p177"/>
              <p:cNvCxnSpPr>
                <a:stCxn id="10270" idx="0"/>
                <a:endCxn id="1027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2" name="Google Shape;10282;p177"/>
              <p:cNvCxnSpPr>
                <a:stCxn id="10274" idx="7"/>
                <a:endCxn id="1027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3" name="Google Shape;10283;p177"/>
              <p:cNvCxnSpPr>
                <a:stCxn id="10275" idx="6"/>
                <a:endCxn id="1027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4" name="Google Shape;10284;p177"/>
              <p:cNvCxnSpPr>
                <a:stCxn id="10273" idx="7"/>
                <a:endCxn id="1027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5" name="Google Shape;10285;p177"/>
              <p:cNvCxnSpPr>
                <a:stCxn id="10270" idx="5"/>
                <a:endCxn id="1027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6" name="Google Shape;10286;p177"/>
              <p:cNvCxnSpPr>
                <a:stCxn id="10276" idx="7"/>
                <a:endCxn id="1027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7" name="Google Shape;10287;p177"/>
              <p:cNvCxnSpPr>
                <a:stCxn id="10276" idx="7"/>
                <a:endCxn id="1027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8" name="Google Shape;10288;p177"/>
              <p:cNvCxnSpPr>
                <a:stCxn id="10272" idx="0"/>
                <a:endCxn id="1027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9" name="Google Shape;10289;p177"/>
              <p:cNvCxnSpPr>
                <a:stCxn id="10277" idx="1"/>
                <a:endCxn id="1027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0" name="Google Shape;10290;p177"/>
              <p:cNvCxnSpPr>
                <a:stCxn id="10274" idx="6"/>
                <a:endCxn id="1027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1" name="Google Shape;10291;p177"/>
              <p:cNvCxnSpPr>
                <a:stCxn id="10271" idx="4"/>
                <a:endCxn id="1027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92" name="Google Shape;10292;p177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93" name="Google Shape;10293;p177"/>
              <p:cNvCxnSpPr>
                <a:stCxn id="10277" idx="2"/>
                <a:endCxn id="1029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4" name="Google Shape;10294;p177"/>
              <p:cNvCxnSpPr>
                <a:stCxn id="10292" idx="2"/>
                <a:endCxn id="1027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5" name="Google Shape;10295;p177"/>
              <p:cNvCxnSpPr>
                <a:stCxn id="10292" idx="0"/>
                <a:endCxn id="1027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6" name="Google Shape;10296;p177"/>
              <p:cNvCxnSpPr>
                <a:stCxn id="10292" idx="1"/>
                <a:endCxn id="1027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97" name="Google Shape;10297;p177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98" name="Google Shape;10298;p177"/>
              <p:cNvCxnSpPr>
                <a:stCxn id="10272" idx="3"/>
                <a:endCxn id="1029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9" name="Google Shape;10299;p177"/>
              <p:cNvCxnSpPr>
                <a:stCxn id="10297" idx="0"/>
                <a:endCxn id="1027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00" name="Google Shape;10300;p177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01" name="Google Shape;10301;p177"/>
              <p:cNvCxnSpPr>
                <a:stCxn id="10270" idx="6"/>
                <a:endCxn id="1030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2" name="Google Shape;10302;p177"/>
              <p:cNvCxnSpPr>
                <a:stCxn id="10276" idx="0"/>
                <a:endCxn id="1030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3" name="Google Shape;10303;p177"/>
              <p:cNvCxnSpPr>
                <a:stCxn id="10300" idx="6"/>
                <a:endCxn id="1027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04" name="Google Shape;10304;p177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05" name="Google Shape;10305;p177"/>
              <p:cNvCxnSpPr>
                <a:stCxn id="10297" idx="5"/>
                <a:endCxn id="1030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6" name="Google Shape;10306;p177"/>
              <p:cNvCxnSpPr>
                <a:stCxn id="10304" idx="7"/>
                <a:endCxn id="1027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07" name="Google Shape;10307;p177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08" name="Google Shape;10308;p177"/>
              <p:cNvCxnSpPr>
                <a:stCxn id="10297" idx="0"/>
                <a:endCxn id="1030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9" name="Google Shape;10309;p177"/>
              <p:cNvCxnSpPr>
                <a:stCxn id="10307" idx="1"/>
                <a:endCxn id="1027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10" name="Google Shape;10310;p177"/>
              <p:cNvCxnSpPr>
                <a:stCxn id="10307" idx="6"/>
                <a:endCxn id="1027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311" name="Shape 10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2" name="Google Shape;10312;p1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13" name="Google Shape;10313;p178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0314" name="Google Shape;10314;p178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0315" name="Google Shape;10315;p178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0316" name="Google Shape;10316;p178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17" name="Google Shape;10317;p178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18" name="Google Shape;10318;p178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19" name="Google Shape;10319;p178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20" name="Google Shape;10320;p178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21" name="Google Shape;10321;p178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22" name="Google Shape;10322;p178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23" name="Google Shape;10323;p178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24" name="Google Shape;10324;p178"/>
              <p:cNvCxnSpPr>
                <a:stCxn id="10320" idx="5"/>
                <a:endCxn id="1031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25" name="Google Shape;10325;p178"/>
              <p:cNvCxnSpPr>
                <a:stCxn id="10321" idx="4"/>
                <a:endCxn id="1031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26" name="Google Shape;10326;p178"/>
              <p:cNvCxnSpPr>
                <a:stCxn id="10316" idx="6"/>
                <a:endCxn id="1032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27" name="Google Shape;10327;p178"/>
              <p:cNvCxnSpPr>
                <a:stCxn id="10320" idx="7"/>
                <a:endCxn id="1032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28" name="Google Shape;10328;p178"/>
              <p:cNvCxnSpPr>
                <a:stCxn id="10321" idx="6"/>
                <a:endCxn id="1031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29" name="Google Shape;10329;p178"/>
              <p:cNvCxnSpPr>
                <a:stCxn id="10319" idx="7"/>
                <a:endCxn id="1031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0" name="Google Shape;10330;p178"/>
              <p:cNvCxnSpPr>
                <a:stCxn id="10316" idx="6"/>
                <a:endCxn id="1032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1" name="Google Shape;10331;p178"/>
              <p:cNvCxnSpPr>
                <a:stCxn id="10322" idx="6"/>
                <a:endCxn id="1031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2" name="Google Shape;10332;p178"/>
              <p:cNvCxnSpPr>
                <a:stCxn id="10322" idx="5"/>
                <a:endCxn id="1031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3" name="Google Shape;10333;p178"/>
              <p:cNvCxnSpPr>
                <a:stCxn id="10318" idx="0"/>
                <a:endCxn id="1031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4" name="Google Shape;10334;p178"/>
              <p:cNvCxnSpPr>
                <a:stCxn id="10318" idx="7"/>
                <a:endCxn id="1032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5" name="Google Shape;10335;p178"/>
              <p:cNvCxnSpPr>
                <a:stCxn id="10319" idx="6"/>
                <a:endCxn id="1032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6" name="Google Shape;10336;p178"/>
              <p:cNvCxnSpPr>
                <a:stCxn id="10323" idx="0"/>
                <a:endCxn id="1031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7" name="Google Shape;10337;p178"/>
              <p:cNvCxnSpPr>
                <a:stCxn id="10321" idx="5"/>
                <a:endCxn id="1032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8" name="Google Shape;10338;p178"/>
              <p:cNvCxnSpPr>
                <a:stCxn id="10320" idx="6"/>
                <a:endCxn id="1032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9" name="Google Shape;10339;p178"/>
              <p:cNvCxnSpPr>
                <a:stCxn id="10320" idx="4"/>
                <a:endCxn id="1031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0" name="Google Shape;10340;p178"/>
              <p:cNvCxnSpPr>
                <a:stCxn id="10317" idx="4"/>
                <a:endCxn id="1031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41" name="Google Shape;10341;p178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42" name="Google Shape;10342;p178"/>
              <p:cNvCxnSpPr>
                <a:stCxn id="10323" idx="4"/>
                <a:endCxn id="1034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3" name="Google Shape;10343;p178"/>
              <p:cNvCxnSpPr>
                <a:stCxn id="10341" idx="1"/>
                <a:endCxn id="1031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4" name="Google Shape;10344;p178"/>
              <p:cNvCxnSpPr>
                <a:stCxn id="10341" idx="0"/>
                <a:endCxn id="1031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5" name="Google Shape;10345;p178"/>
              <p:cNvCxnSpPr>
                <a:stCxn id="10341" idx="1"/>
                <a:endCxn id="1031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46" name="Google Shape;10346;p178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47" name="Google Shape;10347;p178"/>
              <p:cNvCxnSpPr>
                <a:stCxn id="10341" idx="2"/>
                <a:endCxn id="1034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8" name="Google Shape;10348;p178"/>
              <p:cNvCxnSpPr>
                <a:stCxn id="10346" idx="1"/>
                <a:endCxn id="1032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9" name="Google Shape;10349;p178"/>
              <p:cNvCxnSpPr>
                <a:stCxn id="10346" idx="7"/>
                <a:endCxn id="1031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350" name="Google Shape;10350;p178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0351" name="Google Shape;10351;p178"/>
              <p:cNvCxnSpPr>
                <a:stCxn id="10352" idx="6"/>
                <a:endCxn id="1035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53" name="Google Shape;10353;p178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54" name="Google Shape;10354;p178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55" name="Google Shape;10355;p178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56" name="Google Shape;10356;p178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57" name="Google Shape;10357;p178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58" name="Google Shape;10358;p178"/>
              <p:cNvCxnSpPr>
                <a:stCxn id="10357" idx="4"/>
                <a:endCxn id="1035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59" name="Google Shape;10359;p178"/>
              <p:cNvCxnSpPr>
                <a:stCxn id="10356" idx="4"/>
                <a:endCxn id="1035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0" name="Google Shape;10360;p178"/>
              <p:cNvCxnSpPr>
                <a:stCxn id="10356" idx="5"/>
                <a:endCxn id="1035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1" name="Google Shape;10361;p178"/>
              <p:cNvCxnSpPr>
                <a:stCxn id="10356" idx="0"/>
                <a:endCxn id="1035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2" name="Google Shape;10362;p178"/>
              <p:cNvCxnSpPr>
                <a:stCxn id="10356" idx="7"/>
                <a:endCxn id="1035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3" name="Google Shape;10363;p178"/>
              <p:cNvCxnSpPr>
                <a:stCxn id="10354" idx="5"/>
                <a:endCxn id="1035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4" name="Google Shape;10364;p178"/>
              <p:cNvCxnSpPr>
                <a:stCxn id="10354" idx="6"/>
                <a:endCxn id="1035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5" name="Google Shape;10365;p178"/>
              <p:cNvCxnSpPr>
                <a:stCxn id="10366" idx="1"/>
                <a:endCxn id="1035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7" name="Google Shape;10367;p178"/>
              <p:cNvCxnSpPr>
                <a:stCxn id="10357" idx="0"/>
                <a:endCxn id="1035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8" name="Google Shape;10368;p178"/>
              <p:cNvCxnSpPr>
                <a:stCxn id="10357" idx="0"/>
                <a:endCxn id="1036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69" name="Google Shape;10369;p178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0" name="Google Shape;10370;p178"/>
              <p:cNvCxnSpPr>
                <a:stCxn id="10354" idx="5"/>
                <a:endCxn id="1036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1" name="Google Shape;10371;p178"/>
              <p:cNvCxnSpPr>
                <a:stCxn id="10366" idx="7"/>
                <a:endCxn id="1036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2" name="Google Shape;10372;p178"/>
              <p:cNvCxnSpPr>
                <a:stCxn id="10369" idx="6"/>
                <a:endCxn id="1035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73" name="Google Shape;10373;p178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4" name="Google Shape;10374;p178"/>
              <p:cNvCxnSpPr>
                <a:stCxn id="10373" idx="0"/>
                <a:endCxn id="1035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5" name="Google Shape;10375;p178"/>
              <p:cNvCxnSpPr>
                <a:stCxn id="10373" idx="6"/>
                <a:endCxn id="1035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6" name="Google Shape;10376;p178"/>
              <p:cNvCxnSpPr>
                <a:stCxn id="10373" idx="5"/>
                <a:endCxn id="1035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7" name="Google Shape;10377;p178"/>
              <p:cNvCxnSpPr>
                <a:stCxn id="10373" idx="5"/>
                <a:endCxn id="1035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66" name="Google Shape;10366;p178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52" name="Google Shape;10352;p178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378" name="Google Shape;10378;p178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10379" name="Google Shape;10379;p178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80" name="Google Shape;10380;p178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81" name="Google Shape;10381;p178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82" name="Google Shape;10382;p178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383" name="Shape 10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4" name="Google Shape;10384;p1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85" name="Google Shape;10385;p179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86" name="Google Shape;10386;p179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87" name="Google Shape;10387;p179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88" name="Google Shape;10388;p179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389" name="Google Shape;10389;p179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0390" name="Google Shape;10390;p179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0391" name="Google Shape;10391;p179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2" name="Google Shape;10392;p179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3" name="Google Shape;10393;p179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4" name="Google Shape;10394;p179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5" name="Google Shape;10395;p179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6" name="Google Shape;10396;p179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7" name="Google Shape;10397;p179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98" name="Google Shape;10398;p179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99" name="Google Shape;10399;p179"/>
              <p:cNvCxnSpPr>
                <a:stCxn id="10395" idx="5"/>
                <a:endCxn id="1039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0" name="Google Shape;10400;p179"/>
              <p:cNvCxnSpPr>
                <a:stCxn id="10396" idx="4"/>
                <a:endCxn id="1039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1" name="Google Shape;10401;p179"/>
              <p:cNvCxnSpPr>
                <a:stCxn id="10391" idx="6"/>
                <a:endCxn id="1039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2" name="Google Shape;10402;p179"/>
              <p:cNvCxnSpPr>
                <a:stCxn id="10395" idx="7"/>
                <a:endCxn id="1039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3" name="Google Shape;10403;p179"/>
              <p:cNvCxnSpPr>
                <a:stCxn id="10396" idx="6"/>
                <a:endCxn id="1039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4" name="Google Shape;10404;p179"/>
              <p:cNvCxnSpPr>
                <a:stCxn id="10394" idx="7"/>
                <a:endCxn id="1039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5" name="Google Shape;10405;p179"/>
              <p:cNvCxnSpPr>
                <a:stCxn id="10391" idx="6"/>
                <a:endCxn id="1039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6" name="Google Shape;10406;p179"/>
              <p:cNvCxnSpPr>
                <a:stCxn id="10397" idx="6"/>
                <a:endCxn id="1039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7" name="Google Shape;10407;p179"/>
              <p:cNvCxnSpPr>
                <a:stCxn id="10397" idx="5"/>
                <a:endCxn id="1039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8" name="Google Shape;10408;p179"/>
              <p:cNvCxnSpPr>
                <a:stCxn id="10393" idx="0"/>
                <a:endCxn id="1039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9" name="Google Shape;10409;p179"/>
              <p:cNvCxnSpPr>
                <a:stCxn id="10393" idx="7"/>
                <a:endCxn id="1039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0" name="Google Shape;10410;p179"/>
              <p:cNvCxnSpPr>
                <a:stCxn id="10394" idx="6"/>
                <a:endCxn id="1039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1" name="Google Shape;10411;p179"/>
              <p:cNvCxnSpPr>
                <a:stCxn id="10398" idx="0"/>
                <a:endCxn id="1039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2" name="Google Shape;10412;p179"/>
              <p:cNvCxnSpPr>
                <a:stCxn id="10396" idx="5"/>
                <a:endCxn id="1039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3" name="Google Shape;10413;p179"/>
              <p:cNvCxnSpPr>
                <a:stCxn id="10395" idx="6"/>
                <a:endCxn id="1039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4" name="Google Shape;10414;p179"/>
              <p:cNvCxnSpPr>
                <a:stCxn id="10395" idx="4"/>
                <a:endCxn id="1039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5" name="Google Shape;10415;p179"/>
              <p:cNvCxnSpPr>
                <a:stCxn id="10392" idx="4"/>
                <a:endCxn id="1039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16" name="Google Shape;10416;p179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17" name="Google Shape;10417;p179"/>
              <p:cNvCxnSpPr>
                <a:stCxn id="10398" idx="4"/>
                <a:endCxn id="1041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8" name="Google Shape;10418;p179"/>
              <p:cNvCxnSpPr>
                <a:stCxn id="10416" idx="1"/>
                <a:endCxn id="1039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9" name="Google Shape;10419;p179"/>
              <p:cNvCxnSpPr>
                <a:stCxn id="10416" idx="0"/>
                <a:endCxn id="1039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20" name="Google Shape;10420;p179"/>
              <p:cNvCxnSpPr>
                <a:stCxn id="10416" idx="1"/>
                <a:endCxn id="1039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21" name="Google Shape;10421;p179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22" name="Google Shape;10422;p179"/>
              <p:cNvCxnSpPr>
                <a:stCxn id="10416" idx="2"/>
                <a:endCxn id="1042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23" name="Google Shape;10423;p179"/>
              <p:cNvCxnSpPr>
                <a:stCxn id="10421" idx="1"/>
                <a:endCxn id="1039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24" name="Google Shape;10424;p179"/>
              <p:cNvCxnSpPr>
                <a:stCxn id="10421" idx="7"/>
                <a:endCxn id="1039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425" name="Google Shape;10425;p179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0426" name="Google Shape;10426;p179"/>
              <p:cNvCxnSpPr>
                <a:stCxn id="10427" idx="6"/>
                <a:endCxn id="1042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28" name="Google Shape;10428;p17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9" name="Google Shape;10429;p17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0" name="Google Shape;10430;p17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1" name="Google Shape;10431;p17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2" name="Google Shape;10432;p179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33" name="Google Shape;10433;p179"/>
              <p:cNvCxnSpPr>
                <a:stCxn id="10432" idx="4"/>
                <a:endCxn id="1043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4" name="Google Shape;10434;p179"/>
              <p:cNvCxnSpPr>
                <a:stCxn id="10431" idx="4"/>
                <a:endCxn id="1043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5" name="Google Shape;10435;p179"/>
              <p:cNvCxnSpPr>
                <a:stCxn id="10431" idx="5"/>
                <a:endCxn id="1043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6" name="Google Shape;10436;p179"/>
              <p:cNvCxnSpPr>
                <a:stCxn id="10431" idx="0"/>
                <a:endCxn id="1042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7" name="Google Shape;10437;p179"/>
              <p:cNvCxnSpPr>
                <a:stCxn id="10431" idx="7"/>
                <a:endCxn id="1042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8" name="Google Shape;10438;p179"/>
              <p:cNvCxnSpPr>
                <a:stCxn id="10429" idx="5"/>
                <a:endCxn id="1042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9" name="Google Shape;10439;p179"/>
              <p:cNvCxnSpPr>
                <a:stCxn id="10429" idx="6"/>
                <a:endCxn id="1042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0" name="Google Shape;10440;p179"/>
              <p:cNvCxnSpPr>
                <a:stCxn id="10441" idx="1"/>
                <a:endCxn id="1042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2" name="Google Shape;10442;p179"/>
              <p:cNvCxnSpPr>
                <a:stCxn id="10432" idx="0"/>
                <a:endCxn id="1042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3" name="Google Shape;10443;p179"/>
              <p:cNvCxnSpPr>
                <a:stCxn id="10432" idx="0"/>
                <a:endCxn id="1044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44" name="Google Shape;10444;p17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45" name="Google Shape;10445;p179"/>
              <p:cNvCxnSpPr>
                <a:stCxn id="10429" idx="5"/>
                <a:endCxn id="1044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6" name="Google Shape;10446;p179"/>
              <p:cNvCxnSpPr>
                <a:stCxn id="10441" idx="7"/>
                <a:endCxn id="1044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7" name="Google Shape;10447;p179"/>
              <p:cNvCxnSpPr>
                <a:stCxn id="10444" idx="6"/>
                <a:endCxn id="1042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48" name="Google Shape;10448;p17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49" name="Google Shape;10449;p179"/>
              <p:cNvCxnSpPr>
                <a:stCxn id="10448" idx="0"/>
                <a:endCxn id="1042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50" name="Google Shape;10450;p179"/>
              <p:cNvCxnSpPr>
                <a:stCxn id="10448" idx="6"/>
                <a:endCxn id="1042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51" name="Google Shape;10451;p179"/>
              <p:cNvCxnSpPr>
                <a:stCxn id="10448" idx="5"/>
                <a:endCxn id="1043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52" name="Google Shape;10452;p179"/>
              <p:cNvCxnSpPr>
                <a:stCxn id="10448" idx="5"/>
                <a:endCxn id="1043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41" name="Google Shape;10441;p17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7" name="Google Shape;10427;p17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453" name="Google Shape;10453;p179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0454" name="Google Shape;10454;p179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0455" name="Google Shape;10455;p17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6" name="Google Shape;10456;p17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7" name="Google Shape;10457;p17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8" name="Google Shape;10458;p17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459" name="Google Shape;10459;p179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0460" name="Google Shape;10460;p17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1" name="Google Shape;10461;p17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2" name="Google Shape;10462;p17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63" name="Shape 10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4" name="Google Shape;10464;p1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465" name="Google Shape;10465;p180"/>
          <p:cNvCxnSpPr>
            <a:stCxn id="10466" idx="6"/>
            <a:endCxn id="1046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68" name="Google Shape;10468;p180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10469" name="Google Shape;10469;p180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10470" name="Google Shape;10470;p180"/>
              <p:cNvCxnSpPr>
                <a:stCxn id="10467" idx="7"/>
                <a:endCxn id="1047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71" name="Google Shape;10471;p180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2" name="Google Shape;10472;p180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3" name="Google Shape;10473;p180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7" name="Google Shape;10467;p180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4" name="Google Shape;10474;p180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5" name="Google Shape;10475;p180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76" name="Google Shape;10476;p180"/>
              <p:cNvCxnSpPr>
                <a:stCxn id="10475" idx="4"/>
                <a:endCxn id="1047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77" name="Google Shape;10477;p180"/>
              <p:cNvCxnSpPr>
                <a:stCxn id="10474" idx="4"/>
                <a:endCxn id="1047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78" name="Google Shape;10478;p180"/>
              <p:cNvCxnSpPr>
                <a:stCxn id="10474" idx="5"/>
                <a:endCxn id="1047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79" name="Google Shape;10479;p180"/>
              <p:cNvCxnSpPr>
                <a:stCxn id="10474" idx="0"/>
                <a:endCxn id="1047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0" name="Google Shape;10480;p180"/>
              <p:cNvCxnSpPr>
                <a:stCxn id="10474" idx="0"/>
                <a:endCxn id="1046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1" name="Google Shape;10481;p180"/>
              <p:cNvCxnSpPr>
                <a:stCxn id="10472" idx="5"/>
                <a:endCxn id="1046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2" name="Google Shape;10482;p180"/>
              <p:cNvCxnSpPr>
                <a:stCxn id="10472" idx="6"/>
                <a:endCxn id="1047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3" name="Google Shape;10483;p180"/>
              <p:cNvCxnSpPr>
                <a:stCxn id="10467" idx="1"/>
                <a:endCxn id="1047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4" name="Google Shape;10484;p180"/>
              <p:cNvCxnSpPr>
                <a:stCxn id="10475" idx="0"/>
                <a:endCxn id="1046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5" name="Google Shape;10485;p180"/>
              <p:cNvCxnSpPr>
                <a:stCxn id="10475" idx="0"/>
                <a:endCxn id="1046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66" name="Google Shape;10466;p180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486" name="Google Shape;10486;p180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10487" name="Google Shape;10487;p180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88" name="Google Shape;10488;p180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89" name="Google Shape;10489;p180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90" name="Google Shape;10490;p180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91" name="Google Shape;10491;p180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92" name="Google Shape;10492;p180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93" name="Google Shape;10493;p180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94" name="Google Shape;10494;p180"/>
              <p:cNvCxnSpPr>
                <a:stCxn id="10493" idx="7"/>
                <a:endCxn id="1048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5" name="Google Shape;10495;p180"/>
              <p:cNvCxnSpPr>
                <a:stCxn id="10488" idx="0"/>
                <a:endCxn id="1049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6" name="Google Shape;10496;p180"/>
              <p:cNvCxnSpPr>
                <a:stCxn id="10493" idx="0"/>
                <a:endCxn id="1049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7" name="Google Shape;10497;p180"/>
              <p:cNvCxnSpPr>
                <a:stCxn id="10489" idx="4"/>
                <a:endCxn id="1049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8" name="Google Shape;10498;p180"/>
              <p:cNvCxnSpPr>
                <a:stCxn id="10491" idx="2"/>
                <a:endCxn id="1048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9" name="Google Shape;10499;p180"/>
              <p:cNvCxnSpPr>
                <a:stCxn id="10490" idx="2"/>
                <a:endCxn id="1048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0" name="Google Shape;10500;p180"/>
              <p:cNvCxnSpPr>
                <a:stCxn id="10487" idx="1"/>
                <a:endCxn id="1049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1" name="Google Shape;10501;p180"/>
              <p:cNvCxnSpPr>
                <a:stCxn id="10487" idx="2"/>
                <a:endCxn id="1049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2" name="Google Shape;10502;p180"/>
              <p:cNvCxnSpPr>
                <a:stCxn id="10490" idx="3"/>
                <a:endCxn id="1049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3" name="Google Shape;10503;p180"/>
              <p:cNvCxnSpPr>
                <a:stCxn id="10491" idx="3"/>
                <a:endCxn id="1048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04" name="Google Shape;10504;p180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05" name="Google Shape;10505;p180"/>
              <p:cNvCxnSpPr>
                <a:endCxn id="1050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6" name="Google Shape;10506;p180"/>
              <p:cNvCxnSpPr>
                <a:stCxn id="10492" idx="3"/>
                <a:endCxn id="1050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07" name="Google Shape;10507;p180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08" name="Google Shape;10508;p180"/>
              <p:cNvCxnSpPr>
                <a:stCxn id="10492" idx="1"/>
                <a:endCxn id="1050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9" name="Google Shape;10509;p180"/>
              <p:cNvCxnSpPr>
                <a:stCxn id="10504" idx="0"/>
                <a:endCxn id="1050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0" name="Google Shape;10510;p180"/>
              <p:cNvCxnSpPr>
                <a:stCxn id="10489" idx="2"/>
                <a:endCxn id="1050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1" name="Google Shape;10511;p180"/>
              <p:cNvCxnSpPr>
                <a:stCxn id="10490" idx="2"/>
                <a:endCxn id="1050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2" name="Google Shape;10512;p180"/>
              <p:cNvCxnSpPr>
                <a:stCxn id="10487" idx="2"/>
                <a:endCxn id="1048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513" name="Google Shape;10513;p180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10514" name="Google Shape;10514;p180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10515" name="Google Shape;10515;p180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16" name="Google Shape;10516;p18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17" name="Google Shape;10517;p180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18" name="Google Shape;10518;p18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519" name="Google Shape;10519;p180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10520" name="Google Shape;10520;p18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21" name="Google Shape;10521;p18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22" name="Google Shape;10522;p18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23" name="Shape 10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4" name="Google Shape;10524;p181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25" name="Google Shape;10525;p181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0526" name="Google Shape;10526;p181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527" name="Google Shape;10527;p181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10528" name="Google Shape;10528;p181"/>
            <p:cNvCxnSpPr>
              <a:stCxn id="10529" idx="7"/>
              <a:endCxn id="1053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30" name="Google Shape;10530;p181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31" name="Google Shape;10531;p181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32" name="Google Shape;10532;p181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33" name="Google Shape;10533;p181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34" name="Google Shape;10534;p181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35" name="Google Shape;10535;p181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0536" name="Google Shape;10536;p181"/>
            <p:cNvCxnSpPr>
              <a:stCxn id="10535" idx="4"/>
              <a:endCxn id="1053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7" name="Google Shape;10537;p181"/>
            <p:cNvCxnSpPr>
              <a:stCxn id="10534" idx="4"/>
              <a:endCxn id="1053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8" name="Google Shape;10538;p181"/>
            <p:cNvCxnSpPr>
              <a:stCxn id="10534" idx="5"/>
              <a:endCxn id="1053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9" name="Google Shape;10539;p181"/>
            <p:cNvCxnSpPr>
              <a:stCxn id="10534" idx="0"/>
              <a:endCxn id="1053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0" name="Google Shape;10540;p181"/>
            <p:cNvCxnSpPr>
              <a:stCxn id="10534" idx="7"/>
              <a:endCxn id="1052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1" name="Google Shape;10541;p181"/>
            <p:cNvCxnSpPr>
              <a:stCxn id="10531" idx="5"/>
              <a:endCxn id="1052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2" name="Google Shape;10542;p181"/>
            <p:cNvCxnSpPr>
              <a:stCxn id="10531" idx="6"/>
              <a:endCxn id="1053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3" name="Google Shape;10543;p181"/>
            <p:cNvCxnSpPr>
              <a:stCxn id="10533" idx="2"/>
              <a:endCxn id="1053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4" name="Google Shape;10544;p181"/>
            <p:cNvCxnSpPr>
              <a:stCxn id="10535" idx="0"/>
              <a:endCxn id="1052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5" name="Google Shape;10545;p181"/>
            <p:cNvCxnSpPr>
              <a:stCxn id="10535" idx="0"/>
              <a:endCxn id="1053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29" name="Google Shape;10529;p181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546" name="Google Shape;10546;p181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10547" name="Google Shape;10547;p18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48" name="Google Shape;10548;p18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49" name="Google Shape;10549;p18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50" name="Google Shape;10550;p18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51" name="Shape 10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2" name="Google Shape;10552;p182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553" name="Google Shape;10553;p182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10554" name="Google Shape;10554;p182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10555" name="Google Shape;10555;p182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56" name="Google Shape;10556;p182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57" name="Google Shape;10557;p182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58" name="Google Shape;10558;p182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59" name="Google Shape;10559;p182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60" name="Google Shape;10560;p182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61" name="Google Shape;10561;p182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62" name="Google Shape;10562;p182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63" name="Google Shape;10563;p182"/>
              <p:cNvCxnSpPr>
                <a:stCxn id="10559" idx="5"/>
                <a:endCxn id="1055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4" name="Google Shape;10564;p182"/>
              <p:cNvCxnSpPr>
                <a:stCxn id="10560" idx="4"/>
                <a:endCxn id="1055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5" name="Google Shape;10565;p182"/>
              <p:cNvCxnSpPr>
                <a:stCxn id="10555" idx="6"/>
                <a:endCxn id="1055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6" name="Google Shape;10566;p182"/>
              <p:cNvCxnSpPr>
                <a:stCxn id="10555" idx="0"/>
                <a:endCxn id="1055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7" name="Google Shape;10567;p182"/>
              <p:cNvCxnSpPr>
                <a:stCxn id="10559" idx="7"/>
                <a:endCxn id="1056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8" name="Google Shape;10568;p182"/>
              <p:cNvCxnSpPr>
                <a:stCxn id="10560" idx="6"/>
                <a:endCxn id="1055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9" name="Google Shape;10569;p182"/>
              <p:cNvCxnSpPr>
                <a:stCxn id="10558" idx="7"/>
                <a:endCxn id="1055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0" name="Google Shape;10570;p182"/>
              <p:cNvCxnSpPr>
                <a:stCxn id="10555" idx="5"/>
                <a:endCxn id="1056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1" name="Google Shape;10571;p182"/>
              <p:cNvCxnSpPr>
                <a:stCxn id="10561" idx="7"/>
                <a:endCxn id="1055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2" name="Google Shape;10572;p182"/>
              <p:cNvCxnSpPr>
                <a:stCxn id="10561" idx="6"/>
                <a:endCxn id="1055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3" name="Google Shape;10573;p182"/>
              <p:cNvCxnSpPr>
                <a:stCxn id="10557" idx="1"/>
                <a:endCxn id="1055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4" name="Google Shape;10574;p182"/>
              <p:cNvCxnSpPr>
                <a:stCxn id="10562" idx="1"/>
                <a:endCxn id="1055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5" name="Google Shape;10575;p182"/>
              <p:cNvCxnSpPr>
                <a:stCxn id="10559" idx="6"/>
                <a:endCxn id="1056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6" name="Google Shape;10576;p182"/>
              <p:cNvCxnSpPr>
                <a:stCxn id="10556" idx="4"/>
                <a:endCxn id="1055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7" name="Google Shape;10577;p182"/>
              <p:cNvCxnSpPr>
                <a:stCxn id="10555" idx="5"/>
                <a:endCxn id="1055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8" name="Google Shape;10578;p182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79" name="Google Shape;10579;p182"/>
              <p:cNvCxnSpPr>
                <a:stCxn id="10562" idx="2"/>
                <a:endCxn id="1057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0" name="Google Shape;10580;p182"/>
              <p:cNvCxnSpPr>
                <a:stCxn id="10578" idx="2"/>
                <a:endCxn id="1055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1" name="Google Shape;10581;p182"/>
              <p:cNvCxnSpPr>
                <a:stCxn id="10578" idx="0"/>
                <a:endCxn id="1055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2" name="Google Shape;10582;p182"/>
              <p:cNvCxnSpPr>
                <a:stCxn id="10578" idx="1"/>
                <a:endCxn id="1055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83" name="Google Shape;10583;p182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84" name="Google Shape;10584;p182"/>
              <p:cNvCxnSpPr>
                <a:stCxn id="10557" idx="3"/>
                <a:endCxn id="1058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5" name="Google Shape;10585;p182"/>
              <p:cNvCxnSpPr>
                <a:stCxn id="10583" idx="1"/>
                <a:endCxn id="1056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586" name="Google Shape;10586;p182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10587" name="Google Shape;10587;p182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88" name="Google Shape;10588;p182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89" name="Google Shape;10589;p182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90" name="Google Shape;10590;p182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91" name="Google Shape;10591;p182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92" name="Google Shape;10592;p182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93" name="Google Shape;10593;p182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94" name="Google Shape;10594;p182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595" name="Google Shape;10595;p182"/>
              <p:cNvCxnSpPr>
                <a:stCxn id="10591" idx="5"/>
                <a:endCxn id="1059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6" name="Google Shape;10596;p182"/>
              <p:cNvCxnSpPr>
                <a:stCxn id="10592" idx="4"/>
                <a:endCxn id="1059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7" name="Google Shape;10597;p182"/>
              <p:cNvCxnSpPr>
                <a:stCxn id="10587" idx="6"/>
                <a:endCxn id="1059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8" name="Google Shape;10598;p182"/>
              <p:cNvCxnSpPr>
                <a:stCxn id="10591" idx="7"/>
                <a:endCxn id="1059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9" name="Google Shape;10599;p182"/>
              <p:cNvCxnSpPr>
                <a:stCxn id="10592" idx="6"/>
                <a:endCxn id="1058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0" name="Google Shape;10600;p182"/>
              <p:cNvCxnSpPr>
                <a:stCxn id="10590" idx="7"/>
                <a:endCxn id="1058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1" name="Google Shape;10601;p182"/>
              <p:cNvCxnSpPr>
                <a:stCxn id="10587" idx="6"/>
                <a:endCxn id="1059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2" name="Google Shape;10602;p182"/>
              <p:cNvCxnSpPr>
                <a:stCxn id="10593" idx="7"/>
                <a:endCxn id="1059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3" name="Google Shape;10603;p182"/>
              <p:cNvCxnSpPr>
                <a:stCxn id="10593" idx="5"/>
                <a:endCxn id="1058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4" name="Google Shape;10604;p182"/>
              <p:cNvCxnSpPr>
                <a:stCxn id="10589" idx="0"/>
                <a:endCxn id="1059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5" name="Google Shape;10605;p182"/>
              <p:cNvCxnSpPr>
                <a:stCxn id="10589" idx="7"/>
                <a:endCxn id="1059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6" name="Google Shape;10606;p182"/>
              <p:cNvCxnSpPr>
                <a:stCxn id="10590" idx="6"/>
                <a:endCxn id="1059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7" name="Google Shape;10607;p182"/>
              <p:cNvCxnSpPr>
                <a:stCxn id="10594" idx="0"/>
                <a:endCxn id="1058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8" name="Google Shape;10608;p182"/>
              <p:cNvCxnSpPr>
                <a:stCxn id="10592" idx="5"/>
                <a:endCxn id="1059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9" name="Google Shape;10609;p182"/>
              <p:cNvCxnSpPr>
                <a:stCxn id="10591" idx="6"/>
                <a:endCxn id="1059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0" name="Google Shape;10610;p182"/>
              <p:cNvCxnSpPr>
                <a:stCxn id="10591" idx="4"/>
                <a:endCxn id="1058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1" name="Google Shape;10611;p182"/>
              <p:cNvCxnSpPr>
                <a:stCxn id="10588" idx="4"/>
                <a:endCxn id="1058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2" name="Google Shape;10612;p182"/>
              <p:cNvCxnSpPr>
                <a:stCxn id="10587" idx="6"/>
                <a:endCxn id="1058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13" name="Google Shape;10613;p182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14" name="Google Shape;10614;p182"/>
              <p:cNvCxnSpPr>
                <a:stCxn id="10594" idx="4"/>
                <a:endCxn id="1061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5" name="Google Shape;10615;p182"/>
              <p:cNvCxnSpPr>
                <a:stCxn id="10613" idx="2"/>
                <a:endCxn id="1058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6" name="Google Shape;10616;p182"/>
              <p:cNvCxnSpPr>
                <a:stCxn id="10613" idx="0"/>
                <a:endCxn id="1058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7" name="Google Shape;10617;p182"/>
              <p:cNvCxnSpPr>
                <a:stCxn id="10613" idx="1"/>
                <a:endCxn id="1059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18" name="Google Shape;10618;p182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19" name="Google Shape;10619;p182"/>
              <p:cNvCxnSpPr>
                <a:stCxn id="10613" idx="2"/>
                <a:endCxn id="1061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20" name="Google Shape;10620;p182"/>
              <p:cNvCxnSpPr>
                <a:stCxn id="10618" idx="1"/>
                <a:endCxn id="1059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21" name="Shape 10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2" name="Google Shape;10622;p1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3" name="Google Shape;10623;p183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24" name="Google Shape;10624;p183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625" name="Google Shape;10625;p18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0626" name="Google Shape;10626;p18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0627" name="Google Shape;10627;p18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28" name="Google Shape;10628;p18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29" name="Google Shape;10629;p18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630" name="Google Shape;10630;p18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631" name="Google Shape;10631;p18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32" name="Google Shape;10632;p18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33" name="Google Shape;10633;p18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34" name="Google Shape;10634;p18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635" name="Google Shape;10635;p183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10636" name="Google Shape;10636;p18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637" name="Google Shape;10637;p18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38" name="Google Shape;10638;p18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39" name="Google Shape;10639;p18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40" name="Google Shape;10640;p18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41" name="Google Shape;10641;p18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42" name="Google Shape;10642;p18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43" name="Google Shape;10643;p18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44" name="Google Shape;10644;p18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45" name="Google Shape;10645;p183"/>
              <p:cNvCxnSpPr>
                <a:stCxn id="10641" idx="5"/>
                <a:endCxn id="1064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46" name="Google Shape;10646;p183"/>
              <p:cNvCxnSpPr>
                <a:stCxn id="10642" idx="4"/>
                <a:endCxn id="1064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47" name="Google Shape;10647;p183"/>
              <p:cNvCxnSpPr>
                <a:stCxn id="10637" idx="0"/>
                <a:endCxn id="1064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48" name="Google Shape;10648;p183"/>
              <p:cNvCxnSpPr>
                <a:stCxn id="10641" idx="6"/>
                <a:endCxn id="1064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49" name="Google Shape;10649;p183"/>
              <p:cNvCxnSpPr>
                <a:stCxn id="10642" idx="6"/>
                <a:endCxn id="1063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0" name="Google Shape;10650;p183"/>
              <p:cNvCxnSpPr>
                <a:stCxn id="10640" idx="6"/>
                <a:endCxn id="1063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1" name="Google Shape;10651;p183"/>
              <p:cNvCxnSpPr>
                <a:stCxn id="10637" idx="6"/>
                <a:endCxn id="1064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2" name="Google Shape;10652;p183"/>
              <p:cNvCxnSpPr>
                <a:stCxn id="10637" idx="7"/>
                <a:endCxn id="1064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3" name="Google Shape;10653;p183"/>
              <p:cNvCxnSpPr>
                <a:stCxn id="10643" idx="7"/>
                <a:endCxn id="1063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4" name="Google Shape;10654;p183"/>
              <p:cNvCxnSpPr>
                <a:stCxn id="10639" idx="0"/>
                <a:endCxn id="1064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5" name="Google Shape;10655;p183"/>
              <p:cNvCxnSpPr>
                <a:stCxn id="10644" idx="2"/>
                <a:endCxn id="1063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6" name="Google Shape;10656;p183"/>
              <p:cNvCxnSpPr>
                <a:stCxn id="10642" idx="7"/>
                <a:endCxn id="1064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57" name="Google Shape;10657;p18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58" name="Google Shape;10658;p183"/>
              <p:cNvCxnSpPr>
                <a:stCxn id="10644" idx="3"/>
                <a:endCxn id="1065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9" name="Google Shape;10659;p183"/>
              <p:cNvCxnSpPr>
                <a:stCxn id="10657" idx="2"/>
                <a:endCxn id="1063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0" name="Google Shape;10660;p183"/>
              <p:cNvCxnSpPr>
                <a:stCxn id="10657" idx="0"/>
                <a:endCxn id="1063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1" name="Google Shape;10661;p183"/>
              <p:cNvCxnSpPr>
                <a:stCxn id="10657" idx="1"/>
                <a:endCxn id="1064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62" name="Google Shape;10662;p18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63" name="Google Shape;10663;p183"/>
              <p:cNvCxnSpPr>
                <a:stCxn id="10639" idx="2"/>
                <a:endCxn id="1066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4" name="Google Shape;10664;p183"/>
              <p:cNvCxnSpPr>
                <a:stCxn id="10662" idx="3"/>
                <a:endCxn id="1063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5" name="Google Shape;10665;p183"/>
              <p:cNvCxnSpPr>
                <a:stCxn id="10640" idx="4"/>
                <a:endCxn id="1066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66" name="Google Shape;10666;p18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67" name="Google Shape;10667;p183"/>
              <p:cNvCxnSpPr>
                <a:stCxn id="10640" idx="0"/>
                <a:endCxn id="1066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8" name="Google Shape;10668;p183"/>
              <p:cNvCxnSpPr>
                <a:stCxn id="10641" idx="7"/>
                <a:endCxn id="1066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669" name="Google Shape;10669;p183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10670" name="Google Shape;10670;p18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1" name="Google Shape;10671;p18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2" name="Google Shape;10672;p18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3" name="Google Shape;10673;p18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4" name="Google Shape;10674;p18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5" name="Google Shape;10675;p18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6" name="Google Shape;10676;p18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77" name="Google Shape;10677;p18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78" name="Google Shape;10678;p183"/>
              <p:cNvCxnSpPr>
                <a:stCxn id="10675" idx="4"/>
                <a:endCxn id="1067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79" name="Google Shape;10679;p183"/>
              <p:cNvCxnSpPr>
                <a:stCxn id="10670" idx="7"/>
                <a:endCxn id="1067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0" name="Google Shape;10680;p183"/>
              <p:cNvCxnSpPr>
                <a:stCxn id="10674" idx="7"/>
                <a:endCxn id="1067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1" name="Google Shape;10681;p183"/>
              <p:cNvCxnSpPr>
                <a:stCxn id="10675" idx="6"/>
                <a:endCxn id="1067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2" name="Google Shape;10682;p183"/>
              <p:cNvCxnSpPr>
                <a:stCxn id="10673" idx="7"/>
                <a:endCxn id="1067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3" name="Google Shape;10683;p183"/>
              <p:cNvCxnSpPr>
                <a:stCxn id="10670" idx="6"/>
                <a:endCxn id="1067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4" name="Google Shape;10684;p183"/>
              <p:cNvCxnSpPr>
                <a:stCxn id="10676" idx="0"/>
                <a:endCxn id="1067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5" name="Google Shape;10685;p183"/>
              <p:cNvCxnSpPr>
                <a:stCxn id="10676" idx="5"/>
                <a:endCxn id="1067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6" name="Google Shape;10686;p183"/>
              <p:cNvCxnSpPr>
                <a:stCxn id="10672" idx="0"/>
                <a:endCxn id="1067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7" name="Google Shape;10687;p183"/>
              <p:cNvCxnSpPr>
                <a:stCxn id="10672" idx="7"/>
                <a:endCxn id="1067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8" name="Google Shape;10688;p183"/>
              <p:cNvCxnSpPr>
                <a:stCxn id="10673" idx="6"/>
                <a:endCxn id="1067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9" name="Google Shape;10689;p183"/>
              <p:cNvCxnSpPr>
                <a:stCxn id="10677" idx="0"/>
                <a:endCxn id="1067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0" name="Google Shape;10690;p183"/>
              <p:cNvCxnSpPr>
                <a:stCxn id="10675" idx="5"/>
                <a:endCxn id="1067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1" name="Google Shape;10691;p183"/>
              <p:cNvCxnSpPr>
                <a:stCxn id="10674" idx="6"/>
                <a:endCxn id="1067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2" name="Google Shape;10692;p183"/>
              <p:cNvCxnSpPr>
                <a:stCxn id="10674" idx="5"/>
                <a:endCxn id="1067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3" name="Google Shape;10693;p183"/>
              <p:cNvCxnSpPr>
                <a:stCxn id="10671" idx="4"/>
                <a:endCxn id="1067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94" name="Google Shape;10694;p18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95" name="Google Shape;10695;p183"/>
              <p:cNvCxnSpPr>
                <a:stCxn id="10677" idx="4"/>
                <a:endCxn id="1069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6" name="Google Shape;10696;p183"/>
              <p:cNvCxnSpPr>
                <a:stCxn id="10694" idx="1"/>
                <a:endCxn id="1067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97" name="Google Shape;10697;p18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98" name="Google Shape;10698;p183"/>
              <p:cNvCxnSpPr>
                <a:stCxn id="10694" idx="2"/>
                <a:endCxn id="1069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9" name="Google Shape;10699;p183"/>
              <p:cNvCxnSpPr>
                <a:stCxn id="10697" idx="1"/>
                <a:endCxn id="1067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0" name="Google Shape;10700;p183"/>
              <p:cNvCxnSpPr>
                <a:stCxn id="10697" idx="7"/>
                <a:endCxn id="1067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01" name="Shape 10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2" name="Google Shape;10702;p184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703" name="Google Shape;10703;p184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04" name="Shape 10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5" name="Google Shape;10705;p185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706" name="Google Shape;10706;p185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707" name="Google Shape;10707;p185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0708" name="Google Shape;10708;p185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0709" name="Google Shape;10709;p185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0" name="Google Shape;10710;p185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1" name="Google Shape;10711;p185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2" name="Google Shape;10712;p185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3" name="Google Shape;10713;p185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4" name="Google Shape;10714;p185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5" name="Google Shape;10715;p185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16" name="Google Shape;10716;p185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17" name="Google Shape;10717;p185"/>
              <p:cNvCxnSpPr>
                <a:stCxn id="10713" idx="5"/>
                <a:endCxn id="1071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18" name="Google Shape;10718;p185"/>
              <p:cNvCxnSpPr>
                <a:stCxn id="10714" idx="4"/>
                <a:endCxn id="1071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19" name="Google Shape;10719;p185"/>
              <p:cNvCxnSpPr>
                <a:stCxn id="10709" idx="6"/>
                <a:endCxn id="1071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0" name="Google Shape;10720;p185"/>
              <p:cNvCxnSpPr>
                <a:stCxn id="10713" idx="7"/>
                <a:endCxn id="1071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1" name="Google Shape;10721;p185"/>
              <p:cNvCxnSpPr>
                <a:stCxn id="10714" idx="6"/>
                <a:endCxn id="1071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2" name="Google Shape;10722;p185"/>
              <p:cNvCxnSpPr>
                <a:stCxn id="10712" idx="7"/>
                <a:endCxn id="1071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3" name="Google Shape;10723;p185"/>
              <p:cNvCxnSpPr>
                <a:stCxn id="10709" idx="6"/>
                <a:endCxn id="1071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4" name="Google Shape;10724;p185"/>
              <p:cNvCxnSpPr>
                <a:stCxn id="10715" idx="6"/>
                <a:endCxn id="1071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5" name="Google Shape;10725;p185"/>
              <p:cNvCxnSpPr>
                <a:stCxn id="10715" idx="6"/>
                <a:endCxn id="1071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6" name="Google Shape;10726;p185"/>
              <p:cNvCxnSpPr>
                <a:stCxn id="10711" idx="7"/>
                <a:endCxn id="1071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7" name="Google Shape;10727;p185"/>
              <p:cNvCxnSpPr>
                <a:stCxn id="10712" idx="6"/>
                <a:endCxn id="1071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8" name="Google Shape;10728;p185"/>
              <p:cNvCxnSpPr>
                <a:stCxn id="10716" idx="0"/>
                <a:endCxn id="1071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9" name="Google Shape;10729;p185"/>
              <p:cNvCxnSpPr>
                <a:stCxn id="10714" idx="5"/>
                <a:endCxn id="1071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0" name="Google Shape;10730;p185"/>
              <p:cNvCxnSpPr>
                <a:stCxn id="10713" idx="6"/>
                <a:endCxn id="1071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1" name="Google Shape;10731;p185"/>
              <p:cNvCxnSpPr>
                <a:stCxn id="10713" idx="4"/>
                <a:endCxn id="1071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32" name="Google Shape;10732;p185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33" name="Google Shape;10733;p185"/>
              <p:cNvCxnSpPr>
                <a:stCxn id="10716" idx="4"/>
                <a:endCxn id="1073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4" name="Google Shape;10734;p185"/>
              <p:cNvCxnSpPr>
                <a:stCxn id="10732" idx="1"/>
                <a:endCxn id="1071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5" name="Google Shape;10735;p185"/>
              <p:cNvCxnSpPr>
                <a:stCxn id="10732" idx="1"/>
                <a:endCxn id="1071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36" name="Google Shape;10736;p185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37" name="Google Shape;10737;p185"/>
              <p:cNvCxnSpPr>
                <a:stCxn id="10714" idx="0"/>
                <a:endCxn id="1073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8" name="Google Shape;10738;p185"/>
              <p:cNvCxnSpPr>
                <a:stCxn id="10710" idx="0"/>
                <a:endCxn id="1073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739" name="Google Shape;10739;p185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0740" name="Google Shape;10740;p185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1" name="Google Shape;10741;p185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2" name="Google Shape;10742;p185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3" name="Google Shape;10743;p185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4" name="Google Shape;10744;p185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5" name="Google Shape;10745;p185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6" name="Google Shape;10746;p185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47" name="Google Shape;10747;p185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48" name="Google Shape;10748;p185"/>
              <p:cNvCxnSpPr>
                <a:stCxn id="10744" idx="5"/>
                <a:endCxn id="1074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49" name="Google Shape;10749;p185"/>
              <p:cNvCxnSpPr>
                <a:stCxn id="10745" idx="4"/>
                <a:endCxn id="1074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0" name="Google Shape;10750;p185"/>
              <p:cNvCxnSpPr>
                <a:stCxn id="10740" idx="6"/>
                <a:endCxn id="1074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1" name="Google Shape;10751;p185"/>
              <p:cNvCxnSpPr>
                <a:stCxn id="10740" idx="0"/>
                <a:endCxn id="1074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2" name="Google Shape;10752;p185"/>
              <p:cNvCxnSpPr>
                <a:stCxn id="10744" idx="7"/>
                <a:endCxn id="1074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3" name="Google Shape;10753;p185"/>
              <p:cNvCxnSpPr>
                <a:stCxn id="10745" idx="6"/>
                <a:endCxn id="1074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4" name="Google Shape;10754;p185"/>
              <p:cNvCxnSpPr>
                <a:stCxn id="10743" idx="7"/>
                <a:endCxn id="1074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5" name="Google Shape;10755;p185"/>
              <p:cNvCxnSpPr>
                <a:stCxn id="10740" idx="5"/>
                <a:endCxn id="1074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6" name="Google Shape;10756;p185"/>
              <p:cNvCxnSpPr>
                <a:stCxn id="10746" idx="7"/>
                <a:endCxn id="1074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7" name="Google Shape;10757;p185"/>
              <p:cNvCxnSpPr>
                <a:stCxn id="10746" idx="7"/>
                <a:endCxn id="1074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8" name="Google Shape;10758;p185"/>
              <p:cNvCxnSpPr>
                <a:stCxn id="10742" idx="0"/>
                <a:endCxn id="1074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9" name="Google Shape;10759;p185"/>
              <p:cNvCxnSpPr>
                <a:stCxn id="10747" idx="1"/>
                <a:endCxn id="1074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0" name="Google Shape;10760;p185"/>
              <p:cNvCxnSpPr>
                <a:stCxn id="10744" idx="6"/>
                <a:endCxn id="1074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1" name="Google Shape;10761;p185"/>
              <p:cNvCxnSpPr>
                <a:stCxn id="10741" idx="4"/>
                <a:endCxn id="1074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62" name="Google Shape;10762;p185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63" name="Google Shape;10763;p185"/>
              <p:cNvCxnSpPr>
                <a:stCxn id="10747" idx="2"/>
                <a:endCxn id="1076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4" name="Google Shape;10764;p185"/>
              <p:cNvCxnSpPr>
                <a:stCxn id="10762" idx="2"/>
                <a:endCxn id="1074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5" name="Google Shape;10765;p185"/>
              <p:cNvCxnSpPr>
                <a:stCxn id="10762" idx="0"/>
                <a:endCxn id="1074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6" name="Google Shape;10766;p185"/>
              <p:cNvCxnSpPr>
                <a:stCxn id="10762" idx="1"/>
                <a:endCxn id="1074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67" name="Google Shape;10767;p185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68" name="Google Shape;10768;p185"/>
              <p:cNvCxnSpPr>
                <a:stCxn id="10742" idx="3"/>
                <a:endCxn id="1076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9" name="Google Shape;10769;p185"/>
              <p:cNvCxnSpPr>
                <a:stCxn id="10767" idx="0"/>
                <a:endCxn id="1074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70" name="Google Shape;10770;p185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71" name="Google Shape;10771;p185"/>
              <p:cNvCxnSpPr>
                <a:stCxn id="10740" idx="6"/>
                <a:endCxn id="1077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72" name="Google Shape;10772;p185"/>
              <p:cNvCxnSpPr>
                <a:stCxn id="10746" idx="0"/>
                <a:endCxn id="1077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73" name="Google Shape;10773;p185"/>
              <p:cNvCxnSpPr>
                <a:stCxn id="10770" idx="6"/>
                <a:endCxn id="1074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74" name="Google Shape;10774;p185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75" name="Google Shape;10775;p185"/>
              <p:cNvCxnSpPr>
                <a:stCxn id="10767" idx="5"/>
                <a:endCxn id="1077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76" name="Google Shape;10776;p185"/>
              <p:cNvCxnSpPr>
                <a:stCxn id="10774" idx="7"/>
                <a:endCxn id="1074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77" name="Google Shape;10777;p185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778" name="Google Shape;10778;p185"/>
              <p:cNvCxnSpPr>
                <a:stCxn id="10767" idx="0"/>
                <a:endCxn id="1077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79" name="Google Shape;10779;p185"/>
              <p:cNvCxnSpPr>
                <a:stCxn id="10777" idx="1"/>
                <a:endCxn id="1074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80" name="Google Shape;10780;p185"/>
              <p:cNvCxnSpPr>
                <a:stCxn id="10777" idx="6"/>
                <a:endCxn id="1074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781" name="Shape 107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0782" name="Shape 10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3" name="Google Shape;10783;p18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784" name="Google Shape;10784;p187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785" name="Google Shape;10785;p187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786" name="Google Shape;10786;p18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87" name="Google Shape;10787;p18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88" name="Google Shape;10788;p18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789" name="Google Shape;10789;p187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790" name="Google Shape;10790;p187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91" name="Google Shape;10791;p18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92" name="Google Shape;10792;p18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93" name="Google Shape;10793;p18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794" name="Google Shape;10794;p187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10795" name="Google Shape;10795;p187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796" name="Google Shape;10796;p187"/>
              <p:cNvCxnSpPr>
                <a:stCxn id="10797" idx="6"/>
                <a:endCxn id="1079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98" name="Google Shape;10798;p187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99" name="Google Shape;10799;p187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00" name="Google Shape;10800;p187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01" name="Google Shape;10801;p187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02" name="Google Shape;10802;p187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03" name="Google Shape;10803;p187"/>
              <p:cNvCxnSpPr>
                <a:stCxn id="10802" idx="4"/>
                <a:endCxn id="1080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4" name="Google Shape;10804;p187"/>
              <p:cNvCxnSpPr>
                <a:stCxn id="10801" idx="4"/>
                <a:endCxn id="1080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5" name="Google Shape;10805;p187"/>
              <p:cNvCxnSpPr>
                <a:stCxn id="10801" idx="5"/>
                <a:endCxn id="1080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6" name="Google Shape;10806;p187"/>
              <p:cNvCxnSpPr>
                <a:stCxn id="10801" idx="0"/>
                <a:endCxn id="1079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7" name="Google Shape;10807;p187"/>
              <p:cNvCxnSpPr>
                <a:stCxn id="10801" idx="7"/>
                <a:endCxn id="1079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8" name="Google Shape;10808;p187"/>
              <p:cNvCxnSpPr>
                <a:stCxn id="10799" idx="5"/>
                <a:endCxn id="1079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9" name="Google Shape;10809;p187"/>
              <p:cNvCxnSpPr>
                <a:stCxn id="10799" idx="6"/>
                <a:endCxn id="1079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0" name="Google Shape;10810;p187"/>
              <p:cNvCxnSpPr>
                <a:stCxn id="10811" idx="1"/>
                <a:endCxn id="1079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2" name="Google Shape;10812;p187"/>
              <p:cNvCxnSpPr>
                <a:stCxn id="10802" idx="0"/>
                <a:endCxn id="1079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3" name="Google Shape;10813;p187"/>
              <p:cNvCxnSpPr>
                <a:stCxn id="10802" idx="0"/>
                <a:endCxn id="1081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4" name="Google Shape;10814;p187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15" name="Google Shape;10815;p187"/>
              <p:cNvCxnSpPr>
                <a:stCxn id="10799" idx="5"/>
                <a:endCxn id="1081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6" name="Google Shape;10816;p187"/>
              <p:cNvCxnSpPr>
                <a:stCxn id="10811" idx="7"/>
                <a:endCxn id="1081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7" name="Google Shape;10817;p187"/>
              <p:cNvCxnSpPr>
                <a:stCxn id="10814" idx="6"/>
                <a:endCxn id="1079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8" name="Google Shape;10818;p187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19" name="Google Shape;10819;p187"/>
              <p:cNvCxnSpPr>
                <a:stCxn id="10818" idx="0"/>
                <a:endCxn id="1079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20" name="Google Shape;10820;p187"/>
              <p:cNvCxnSpPr>
                <a:stCxn id="10818" idx="6"/>
                <a:endCxn id="1079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21" name="Google Shape;10821;p187"/>
              <p:cNvCxnSpPr>
                <a:stCxn id="10818" idx="5"/>
                <a:endCxn id="1080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22" name="Google Shape;10822;p187"/>
              <p:cNvCxnSpPr>
                <a:stCxn id="10818" idx="5"/>
                <a:endCxn id="1080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1" name="Google Shape;10811;p187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797" name="Google Shape;10797;p187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823" name="Google Shape;10823;p187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10824" name="Google Shape;10824;p187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25" name="Google Shape;10825;p187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26" name="Google Shape;10826;p187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27" name="Google Shape;10827;p187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28" name="Google Shape;10828;p187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29" name="Google Shape;10829;p187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30" name="Google Shape;10830;p187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31" name="Google Shape;10831;p187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32" name="Google Shape;10832;p187"/>
              <p:cNvCxnSpPr>
                <a:stCxn id="10828" idx="5"/>
                <a:endCxn id="1082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3" name="Google Shape;10833;p187"/>
              <p:cNvCxnSpPr>
                <a:stCxn id="10829" idx="4"/>
                <a:endCxn id="1082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4" name="Google Shape;10834;p187"/>
              <p:cNvCxnSpPr>
                <a:stCxn id="10824" idx="0"/>
                <a:endCxn id="1082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5" name="Google Shape;10835;p187"/>
              <p:cNvCxnSpPr>
                <a:stCxn id="10828" idx="7"/>
                <a:endCxn id="1082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6" name="Google Shape;10836;p187"/>
              <p:cNvCxnSpPr>
                <a:stCxn id="10829" idx="6"/>
                <a:endCxn id="1082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7" name="Google Shape;10837;p187"/>
              <p:cNvCxnSpPr>
                <a:stCxn id="10827" idx="5"/>
                <a:endCxn id="1082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8" name="Google Shape;10838;p187"/>
              <p:cNvCxnSpPr>
                <a:stCxn id="10824" idx="6"/>
                <a:endCxn id="1083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9" name="Google Shape;10839;p187"/>
              <p:cNvCxnSpPr>
                <a:stCxn id="10824" idx="7"/>
                <a:endCxn id="1082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0" name="Google Shape;10840;p187"/>
              <p:cNvCxnSpPr>
                <a:stCxn id="10830" idx="7"/>
                <a:endCxn id="1082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1" name="Google Shape;10841;p187"/>
              <p:cNvCxnSpPr>
                <a:stCxn id="10826" idx="0"/>
                <a:endCxn id="1082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2" name="Google Shape;10842;p187"/>
              <p:cNvCxnSpPr>
                <a:stCxn id="10831" idx="2"/>
                <a:endCxn id="1082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3" name="Google Shape;10843;p187"/>
              <p:cNvCxnSpPr>
                <a:stCxn id="10828" idx="6"/>
                <a:endCxn id="1083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44" name="Google Shape;10844;p187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45" name="Google Shape;10845;p187"/>
              <p:cNvCxnSpPr>
                <a:stCxn id="10831" idx="3"/>
                <a:endCxn id="1084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6" name="Google Shape;10846;p187"/>
              <p:cNvCxnSpPr>
                <a:stCxn id="10844" idx="2"/>
                <a:endCxn id="1082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7" name="Google Shape;10847;p187"/>
              <p:cNvCxnSpPr>
                <a:stCxn id="10844" idx="0"/>
                <a:endCxn id="1082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8" name="Google Shape;10848;p187"/>
              <p:cNvCxnSpPr>
                <a:stCxn id="10844" idx="1"/>
                <a:endCxn id="1082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49" name="Google Shape;10849;p187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50" name="Google Shape;10850;p187"/>
              <p:cNvCxnSpPr>
                <a:stCxn id="10826" idx="2"/>
                <a:endCxn id="1084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51" name="Google Shape;10851;p187"/>
              <p:cNvCxnSpPr>
                <a:stCxn id="10849" idx="3"/>
                <a:endCxn id="1082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52" name="Google Shape;10852;p187"/>
              <p:cNvCxnSpPr>
                <a:stCxn id="10827" idx="4"/>
                <a:endCxn id="1084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10853" name="Shape 10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" name="Google Shape;10854;p18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855" name="Google Shape;10855;p18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0856" name="Google Shape;10856;p18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0857" name="Google Shape;10857;p18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58" name="Google Shape;10858;p18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59" name="Google Shape;10859;p18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860" name="Google Shape;10860;p18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861" name="Google Shape;10861;p18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62" name="Google Shape;10862;p18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63" name="Google Shape;10863;p18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64" name="Google Shape;10864;p18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865" name="Google Shape;10865;p18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866" name="Google Shape;10866;p18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867" name="Google Shape;10867;p18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68" name="Google Shape;10868;p18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69" name="Google Shape;10869;p18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70" name="Google Shape;10870;p18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71" name="Google Shape;10871;p18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72" name="Google Shape;10872;p18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73" name="Google Shape;10873;p18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74" name="Google Shape;10874;p18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75" name="Google Shape;10875;p188"/>
              <p:cNvCxnSpPr>
                <a:stCxn id="10871" idx="5"/>
                <a:endCxn id="1087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6" name="Google Shape;10876;p188"/>
              <p:cNvCxnSpPr>
                <a:stCxn id="10872" idx="4"/>
                <a:endCxn id="1087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7" name="Google Shape;10877;p188"/>
              <p:cNvCxnSpPr>
                <a:stCxn id="10867" idx="0"/>
                <a:endCxn id="1087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8" name="Google Shape;10878;p188"/>
              <p:cNvCxnSpPr>
                <a:stCxn id="10871" idx="6"/>
                <a:endCxn id="1087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9" name="Google Shape;10879;p188"/>
              <p:cNvCxnSpPr>
                <a:stCxn id="10872" idx="6"/>
                <a:endCxn id="1086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0" name="Google Shape;10880;p188"/>
              <p:cNvCxnSpPr>
                <a:stCxn id="10870" idx="6"/>
                <a:endCxn id="1086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1" name="Google Shape;10881;p188"/>
              <p:cNvCxnSpPr>
                <a:stCxn id="10867" idx="6"/>
                <a:endCxn id="1087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2" name="Google Shape;10882;p188"/>
              <p:cNvCxnSpPr>
                <a:stCxn id="10867" idx="7"/>
                <a:endCxn id="1087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3" name="Google Shape;10883;p188"/>
              <p:cNvCxnSpPr>
                <a:stCxn id="10873" idx="7"/>
                <a:endCxn id="1086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4" name="Google Shape;10884;p188"/>
              <p:cNvCxnSpPr>
                <a:stCxn id="10869" idx="0"/>
                <a:endCxn id="1087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5" name="Google Shape;10885;p188"/>
              <p:cNvCxnSpPr>
                <a:stCxn id="10874" idx="2"/>
                <a:endCxn id="1086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6" name="Google Shape;10886;p188"/>
              <p:cNvCxnSpPr>
                <a:stCxn id="10872" idx="7"/>
                <a:endCxn id="1087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87" name="Google Shape;10887;p18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88" name="Google Shape;10888;p188"/>
              <p:cNvCxnSpPr>
                <a:stCxn id="10874" idx="3"/>
                <a:endCxn id="1088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9" name="Google Shape;10889;p188"/>
              <p:cNvCxnSpPr>
                <a:stCxn id="10887" idx="2"/>
                <a:endCxn id="1086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0" name="Google Shape;10890;p188"/>
              <p:cNvCxnSpPr>
                <a:stCxn id="10887" idx="0"/>
                <a:endCxn id="1086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1" name="Google Shape;10891;p188"/>
              <p:cNvCxnSpPr>
                <a:stCxn id="10887" idx="1"/>
                <a:endCxn id="1087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92" name="Google Shape;10892;p18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93" name="Google Shape;10893;p188"/>
              <p:cNvCxnSpPr>
                <a:stCxn id="10869" idx="2"/>
                <a:endCxn id="1089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4" name="Google Shape;10894;p188"/>
              <p:cNvCxnSpPr>
                <a:stCxn id="10892" idx="3"/>
                <a:endCxn id="1086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5" name="Google Shape;10895;p188"/>
              <p:cNvCxnSpPr>
                <a:stCxn id="10870" idx="4"/>
                <a:endCxn id="1089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96" name="Google Shape;10896;p18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897" name="Google Shape;10897;p188"/>
              <p:cNvCxnSpPr>
                <a:stCxn id="10870" idx="0"/>
                <a:endCxn id="1089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8" name="Google Shape;10898;p188"/>
              <p:cNvCxnSpPr>
                <a:stCxn id="10871" idx="7"/>
                <a:endCxn id="1089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899" name="Google Shape;10899;p18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900" name="Google Shape;10900;p18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1" name="Google Shape;10901;p18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2" name="Google Shape;10902;p18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3" name="Google Shape;10903;p18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4" name="Google Shape;10904;p18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5" name="Google Shape;10905;p18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6" name="Google Shape;10906;p18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07" name="Google Shape;10907;p18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08" name="Google Shape;10908;p188"/>
              <p:cNvCxnSpPr>
                <a:stCxn id="10905" idx="4"/>
                <a:endCxn id="1090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09" name="Google Shape;10909;p188"/>
              <p:cNvCxnSpPr>
                <a:stCxn id="10900" idx="7"/>
                <a:endCxn id="1090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0" name="Google Shape;10910;p188"/>
              <p:cNvCxnSpPr>
                <a:stCxn id="10904" idx="7"/>
                <a:endCxn id="1090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1" name="Google Shape;10911;p188"/>
              <p:cNvCxnSpPr>
                <a:stCxn id="10905" idx="6"/>
                <a:endCxn id="1090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2" name="Google Shape;10912;p188"/>
              <p:cNvCxnSpPr>
                <a:stCxn id="10903" idx="7"/>
                <a:endCxn id="1090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3" name="Google Shape;10913;p188"/>
              <p:cNvCxnSpPr>
                <a:stCxn id="10900" idx="6"/>
                <a:endCxn id="1090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4" name="Google Shape;10914;p188"/>
              <p:cNvCxnSpPr>
                <a:stCxn id="10906" idx="0"/>
                <a:endCxn id="1090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5" name="Google Shape;10915;p188"/>
              <p:cNvCxnSpPr>
                <a:stCxn id="10906" idx="5"/>
                <a:endCxn id="1090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6" name="Google Shape;10916;p188"/>
              <p:cNvCxnSpPr>
                <a:stCxn id="10902" idx="0"/>
                <a:endCxn id="1090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7" name="Google Shape;10917;p188"/>
              <p:cNvCxnSpPr>
                <a:stCxn id="10902" idx="7"/>
                <a:endCxn id="1090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8" name="Google Shape;10918;p188"/>
              <p:cNvCxnSpPr>
                <a:stCxn id="10903" idx="6"/>
                <a:endCxn id="1090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9" name="Google Shape;10919;p188"/>
              <p:cNvCxnSpPr>
                <a:stCxn id="10907" idx="0"/>
                <a:endCxn id="1090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0" name="Google Shape;10920;p188"/>
              <p:cNvCxnSpPr>
                <a:stCxn id="10905" idx="5"/>
                <a:endCxn id="1090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1" name="Google Shape;10921;p188"/>
              <p:cNvCxnSpPr>
                <a:stCxn id="10904" idx="6"/>
                <a:endCxn id="1090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2" name="Google Shape;10922;p188"/>
              <p:cNvCxnSpPr>
                <a:stCxn id="10904" idx="5"/>
                <a:endCxn id="1090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3" name="Google Shape;10923;p188"/>
              <p:cNvCxnSpPr>
                <a:stCxn id="10901" idx="4"/>
                <a:endCxn id="1090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24" name="Google Shape;10924;p18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25" name="Google Shape;10925;p188"/>
              <p:cNvCxnSpPr>
                <a:stCxn id="10907" idx="4"/>
                <a:endCxn id="1092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6" name="Google Shape;10926;p188"/>
              <p:cNvCxnSpPr>
                <a:stCxn id="10924" idx="1"/>
                <a:endCxn id="1090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27" name="Google Shape;10927;p18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28" name="Google Shape;10928;p188"/>
              <p:cNvCxnSpPr>
                <a:stCxn id="10924" idx="2"/>
                <a:endCxn id="1092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9" name="Google Shape;10929;p188"/>
              <p:cNvCxnSpPr>
                <a:stCxn id="10927" idx="1"/>
                <a:endCxn id="1090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30" name="Google Shape;10930;p188"/>
              <p:cNvCxnSpPr>
                <a:stCxn id="10927" idx="7"/>
                <a:endCxn id="1090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10931" name="Shape 10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2" name="Google Shape;10932;p18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933" name="Google Shape;10933;p189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0934" name="Google Shape;10934;p189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0935" name="Google Shape;10935;p18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6" name="Google Shape;10936;p18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7" name="Google Shape;10937;p18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38" name="Google Shape;10938;p189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0939" name="Google Shape;10939;p18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0" name="Google Shape;10940;p189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1" name="Google Shape;10941;p189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2" name="Google Shape;10942;p189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43" name="Google Shape;10943;p189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0944" name="Google Shape;10944;p189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0945" name="Google Shape;10945;p189"/>
              <p:cNvCxnSpPr>
                <a:stCxn id="10946" idx="7"/>
                <a:endCxn id="1094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47" name="Google Shape;10947;p189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8" name="Google Shape;10948;p189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9" name="Google Shape;10949;p189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50" name="Google Shape;10950;p189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51" name="Google Shape;10951;p189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52" name="Google Shape;10952;p189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53" name="Google Shape;10953;p189"/>
              <p:cNvCxnSpPr>
                <a:stCxn id="10952" idx="4"/>
                <a:endCxn id="1094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4" name="Google Shape;10954;p189"/>
              <p:cNvCxnSpPr>
                <a:stCxn id="10951" idx="4"/>
                <a:endCxn id="1094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5" name="Google Shape;10955;p189"/>
              <p:cNvCxnSpPr>
                <a:stCxn id="10951" idx="5"/>
                <a:endCxn id="1095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6" name="Google Shape;10956;p189"/>
              <p:cNvCxnSpPr>
                <a:stCxn id="10951" idx="0"/>
                <a:endCxn id="1094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7" name="Google Shape;10957;p189"/>
              <p:cNvCxnSpPr>
                <a:stCxn id="10951" idx="7"/>
                <a:endCxn id="1094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8" name="Google Shape;10958;p189"/>
              <p:cNvCxnSpPr>
                <a:stCxn id="10948" idx="5"/>
                <a:endCxn id="1094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9" name="Google Shape;10959;p189"/>
              <p:cNvCxnSpPr>
                <a:stCxn id="10948" idx="6"/>
                <a:endCxn id="1094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60" name="Google Shape;10960;p189"/>
              <p:cNvCxnSpPr>
                <a:stCxn id="10950" idx="2"/>
                <a:endCxn id="1094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61" name="Google Shape;10961;p189"/>
              <p:cNvCxnSpPr>
                <a:stCxn id="10952" idx="0"/>
                <a:endCxn id="1094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62" name="Google Shape;10962;p189"/>
              <p:cNvCxnSpPr>
                <a:stCxn id="10952" idx="0"/>
                <a:endCxn id="1095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46" name="Google Shape;10946;p189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63" name="Google Shape;10963;p189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0964" name="Google Shape;10964;p189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65" name="Google Shape;10965;p189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66" name="Google Shape;10966;p189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67" name="Google Shape;10967;p189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68" name="Google Shape;10968;p189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69" name="Google Shape;10969;p189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70" name="Google Shape;10970;p189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71" name="Google Shape;10971;p189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72" name="Google Shape;10972;p189"/>
              <p:cNvCxnSpPr>
                <a:stCxn id="10968" idx="5"/>
                <a:endCxn id="1096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3" name="Google Shape;10973;p189"/>
              <p:cNvCxnSpPr>
                <a:stCxn id="10969" idx="4"/>
                <a:endCxn id="1096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4" name="Google Shape;10974;p189"/>
              <p:cNvCxnSpPr>
                <a:stCxn id="10964" idx="6"/>
                <a:endCxn id="1096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5" name="Google Shape;10975;p189"/>
              <p:cNvCxnSpPr>
                <a:stCxn id="10964" idx="0"/>
                <a:endCxn id="1096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6" name="Google Shape;10976;p189"/>
              <p:cNvCxnSpPr>
                <a:stCxn id="10968" idx="7"/>
                <a:endCxn id="1096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7" name="Google Shape;10977;p189"/>
              <p:cNvCxnSpPr>
                <a:stCxn id="10969" idx="6"/>
                <a:endCxn id="1096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8" name="Google Shape;10978;p189"/>
              <p:cNvCxnSpPr>
                <a:stCxn id="10967" idx="7"/>
                <a:endCxn id="1096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9" name="Google Shape;10979;p189"/>
              <p:cNvCxnSpPr>
                <a:stCxn id="10964" idx="5"/>
                <a:endCxn id="1097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0" name="Google Shape;10980;p189"/>
              <p:cNvCxnSpPr>
                <a:stCxn id="10970" idx="7"/>
                <a:endCxn id="1096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1" name="Google Shape;10981;p189"/>
              <p:cNvCxnSpPr>
                <a:stCxn id="10970" idx="5"/>
                <a:endCxn id="1096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2" name="Google Shape;10982;p189"/>
              <p:cNvCxnSpPr>
                <a:stCxn id="10966" idx="0"/>
                <a:endCxn id="1096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3" name="Google Shape;10983;p189"/>
              <p:cNvCxnSpPr>
                <a:stCxn id="10966" idx="7"/>
                <a:endCxn id="1097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4" name="Google Shape;10984;p189"/>
              <p:cNvCxnSpPr>
                <a:stCxn id="10967" idx="6"/>
                <a:endCxn id="1097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5" name="Google Shape;10985;p189"/>
              <p:cNvCxnSpPr>
                <a:stCxn id="10971" idx="0"/>
                <a:endCxn id="1096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6" name="Google Shape;10986;p189"/>
              <p:cNvCxnSpPr>
                <a:stCxn id="10968" idx="4"/>
                <a:endCxn id="1096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7" name="Google Shape;10987;p189"/>
              <p:cNvCxnSpPr>
                <a:stCxn id="10965" idx="4"/>
                <a:endCxn id="1096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8" name="Google Shape;10988;p189"/>
              <p:cNvCxnSpPr>
                <a:stCxn id="10964" idx="5"/>
                <a:endCxn id="1096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89" name="Google Shape;10989;p189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90" name="Google Shape;10990;p189"/>
              <p:cNvCxnSpPr>
                <a:stCxn id="10971" idx="4"/>
                <a:endCxn id="1098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1" name="Google Shape;10991;p189"/>
              <p:cNvCxnSpPr>
                <a:stCxn id="10989" idx="2"/>
                <a:endCxn id="1096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2" name="Google Shape;10992;p189"/>
              <p:cNvCxnSpPr>
                <a:stCxn id="10989" idx="0"/>
                <a:endCxn id="1096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3" name="Google Shape;10993;p189"/>
              <p:cNvCxnSpPr>
                <a:stCxn id="10989" idx="1"/>
                <a:endCxn id="1096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94" name="Google Shape;10994;p189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995" name="Google Shape;10995;p189"/>
              <p:cNvCxnSpPr>
                <a:stCxn id="10989" idx="2"/>
                <a:endCxn id="1099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6" name="Google Shape;10996;p189"/>
              <p:cNvCxnSpPr>
                <a:stCxn id="10994" idx="1"/>
                <a:endCxn id="1097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10997" name="Shape 10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8" name="Google Shape;10998;p19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999" name="Google Shape;10999;p190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1000" name="Google Shape;11000;p190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1001" name="Google Shape;11001;p190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2" name="Google Shape;11002;p19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3" name="Google Shape;11003;p19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4" name="Google Shape;11004;p19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005" name="Google Shape;11005;p190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1006" name="Google Shape;11006;p19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7" name="Google Shape;11007;p19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8" name="Google Shape;11008;p19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009" name="Google Shape;11009;p190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1010" name="Google Shape;11010;p190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1011" name="Google Shape;11011;p190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2" name="Google Shape;11012;p190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3" name="Google Shape;11013;p190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4" name="Google Shape;11014;p190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5" name="Google Shape;11015;p190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6" name="Google Shape;11016;p190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7" name="Google Shape;11017;p190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8" name="Google Shape;11018;p190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19" name="Google Shape;11019;p190"/>
              <p:cNvCxnSpPr>
                <a:stCxn id="11015" idx="5"/>
                <a:endCxn id="1101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0" name="Google Shape;11020;p190"/>
              <p:cNvCxnSpPr>
                <a:stCxn id="11016" idx="4"/>
                <a:endCxn id="1101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1" name="Google Shape;11021;p190"/>
              <p:cNvCxnSpPr>
                <a:stCxn id="11011" idx="6"/>
                <a:endCxn id="1101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2" name="Google Shape;11022;p190"/>
              <p:cNvCxnSpPr>
                <a:stCxn id="11015" idx="7"/>
                <a:endCxn id="1101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3" name="Google Shape;11023;p190"/>
              <p:cNvCxnSpPr>
                <a:stCxn id="11016" idx="6"/>
                <a:endCxn id="1101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4" name="Google Shape;11024;p190"/>
              <p:cNvCxnSpPr>
                <a:stCxn id="11014" idx="7"/>
                <a:endCxn id="1101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5" name="Google Shape;11025;p190"/>
              <p:cNvCxnSpPr>
                <a:stCxn id="11011" idx="6"/>
                <a:endCxn id="1101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6" name="Google Shape;11026;p190"/>
              <p:cNvCxnSpPr>
                <a:stCxn id="11017" idx="6"/>
                <a:endCxn id="1101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7" name="Google Shape;11027;p190"/>
              <p:cNvCxnSpPr>
                <a:stCxn id="11017" idx="5"/>
                <a:endCxn id="1101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8" name="Google Shape;11028;p190"/>
              <p:cNvCxnSpPr>
                <a:stCxn id="11013" idx="0"/>
                <a:endCxn id="1101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9" name="Google Shape;11029;p190"/>
              <p:cNvCxnSpPr>
                <a:stCxn id="11013" idx="7"/>
                <a:endCxn id="1101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0" name="Google Shape;11030;p190"/>
              <p:cNvCxnSpPr>
                <a:stCxn id="11014" idx="6"/>
                <a:endCxn id="1101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1" name="Google Shape;11031;p190"/>
              <p:cNvCxnSpPr>
                <a:stCxn id="11018" idx="0"/>
                <a:endCxn id="1101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2" name="Google Shape;11032;p190"/>
              <p:cNvCxnSpPr>
                <a:stCxn id="11016" idx="5"/>
                <a:endCxn id="1101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3" name="Google Shape;11033;p190"/>
              <p:cNvCxnSpPr>
                <a:stCxn id="11015" idx="6"/>
                <a:endCxn id="1101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4" name="Google Shape;11034;p190"/>
              <p:cNvCxnSpPr>
                <a:stCxn id="11015" idx="4"/>
                <a:endCxn id="1101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5" name="Google Shape;11035;p190"/>
              <p:cNvCxnSpPr>
                <a:stCxn id="11012" idx="4"/>
                <a:endCxn id="1101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36" name="Google Shape;11036;p190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37" name="Google Shape;11037;p190"/>
              <p:cNvCxnSpPr>
                <a:stCxn id="11018" idx="4"/>
                <a:endCxn id="1103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8" name="Google Shape;11038;p190"/>
              <p:cNvCxnSpPr>
                <a:stCxn id="11036" idx="1"/>
                <a:endCxn id="1101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9" name="Google Shape;11039;p190"/>
              <p:cNvCxnSpPr>
                <a:stCxn id="11036" idx="0"/>
                <a:endCxn id="1101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40" name="Google Shape;11040;p190"/>
              <p:cNvCxnSpPr>
                <a:stCxn id="11036" idx="1"/>
                <a:endCxn id="1101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41" name="Google Shape;11041;p190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2" name="Google Shape;11042;p190"/>
              <p:cNvCxnSpPr>
                <a:stCxn id="11036" idx="2"/>
                <a:endCxn id="1104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43" name="Google Shape;11043;p190"/>
              <p:cNvCxnSpPr>
                <a:stCxn id="11041" idx="1"/>
                <a:endCxn id="1101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44" name="Google Shape;11044;p190"/>
              <p:cNvCxnSpPr>
                <a:stCxn id="11041" idx="7"/>
                <a:endCxn id="1101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045" name="Google Shape;11045;p190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1046" name="Google Shape;11046;p190"/>
              <p:cNvCxnSpPr>
                <a:stCxn id="11047" idx="6"/>
                <a:endCxn id="1104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48" name="Google Shape;11048;p190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49" name="Google Shape;11049;p190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50" name="Google Shape;11050;p190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51" name="Google Shape;11051;p190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52" name="Google Shape;11052;p190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53" name="Google Shape;11053;p190"/>
              <p:cNvCxnSpPr>
                <a:stCxn id="11052" idx="4"/>
                <a:endCxn id="1105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4" name="Google Shape;11054;p190"/>
              <p:cNvCxnSpPr>
                <a:stCxn id="11051" idx="4"/>
                <a:endCxn id="1105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5" name="Google Shape;11055;p190"/>
              <p:cNvCxnSpPr>
                <a:stCxn id="11051" idx="5"/>
                <a:endCxn id="1105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6" name="Google Shape;11056;p190"/>
              <p:cNvCxnSpPr>
                <a:stCxn id="11051" idx="0"/>
                <a:endCxn id="1104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7" name="Google Shape;11057;p190"/>
              <p:cNvCxnSpPr>
                <a:stCxn id="11051" idx="7"/>
                <a:endCxn id="1104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8" name="Google Shape;11058;p190"/>
              <p:cNvCxnSpPr>
                <a:stCxn id="11049" idx="5"/>
                <a:endCxn id="1104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9" name="Google Shape;11059;p190"/>
              <p:cNvCxnSpPr>
                <a:stCxn id="11049" idx="6"/>
                <a:endCxn id="1104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0" name="Google Shape;11060;p190"/>
              <p:cNvCxnSpPr>
                <a:stCxn id="11061" idx="1"/>
                <a:endCxn id="1104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2" name="Google Shape;11062;p190"/>
              <p:cNvCxnSpPr>
                <a:stCxn id="11052" idx="0"/>
                <a:endCxn id="1104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3" name="Google Shape;11063;p190"/>
              <p:cNvCxnSpPr>
                <a:stCxn id="11052" idx="0"/>
                <a:endCxn id="1106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64" name="Google Shape;11064;p190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65" name="Google Shape;11065;p190"/>
              <p:cNvCxnSpPr>
                <a:stCxn id="11049" idx="5"/>
                <a:endCxn id="1106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6" name="Google Shape;11066;p190"/>
              <p:cNvCxnSpPr>
                <a:stCxn id="11061" idx="7"/>
                <a:endCxn id="1106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7" name="Google Shape;11067;p190"/>
              <p:cNvCxnSpPr>
                <a:stCxn id="11064" idx="6"/>
                <a:endCxn id="1104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68" name="Google Shape;11068;p190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69" name="Google Shape;11069;p190"/>
              <p:cNvCxnSpPr>
                <a:stCxn id="11068" idx="0"/>
                <a:endCxn id="1104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0" name="Google Shape;11070;p190"/>
              <p:cNvCxnSpPr>
                <a:stCxn id="11068" idx="6"/>
                <a:endCxn id="1104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1" name="Google Shape;11071;p190"/>
              <p:cNvCxnSpPr>
                <a:stCxn id="11068" idx="5"/>
                <a:endCxn id="1105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2" name="Google Shape;11072;p190"/>
              <p:cNvCxnSpPr>
                <a:stCxn id="11068" idx="5"/>
                <a:endCxn id="1105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61" name="Google Shape;11061;p190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47" name="Google Shape;11047;p190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11073" name="Shape 1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4" name="Google Shape;11074;p1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75" name="Google Shape;11075;p191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1076" name="Google Shape;11076;p191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1077" name="Google Shape;11077;p191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1078" name="Google Shape;11078;p19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79" name="Google Shape;11079;p19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80" name="Google Shape;11080;p19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081" name="Google Shape;11081;p191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1082" name="Google Shape;11082;p19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83" name="Google Shape;11083;p191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84" name="Google Shape;11084;p191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85" name="Google Shape;11085;p191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086" name="Google Shape;11086;p191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1087" name="Google Shape;11087;p191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1088" name="Google Shape;11088;p191"/>
              <p:cNvCxnSpPr>
                <a:stCxn id="11089" idx="7"/>
                <a:endCxn id="1109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90" name="Google Shape;11090;p191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91" name="Google Shape;11091;p191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92" name="Google Shape;11092;p191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93" name="Google Shape;11093;p191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94" name="Google Shape;11094;p191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95" name="Google Shape;11095;p191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96" name="Google Shape;11096;p191"/>
              <p:cNvCxnSpPr>
                <a:stCxn id="11095" idx="4"/>
                <a:endCxn id="1109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7" name="Google Shape;11097;p191"/>
              <p:cNvCxnSpPr>
                <a:stCxn id="11094" idx="4"/>
                <a:endCxn id="1109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8" name="Google Shape;11098;p191"/>
              <p:cNvCxnSpPr>
                <a:stCxn id="11094" idx="5"/>
                <a:endCxn id="1109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9" name="Google Shape;11099;p191"/>
              <p:cNvCxnSpPr>
                <a:stCxn id="11094" idx="0"/>
                <a:endCxn id="1109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0" name="Google Shape;11100;p191"/>
              <p:cNvCxnSpPr>
                <a:stCxn id="11094" idx="7"/>
                <a:endCxn id="1108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1" name="Google Shape;11101;p191"/>
              <p:cNvCxnSpPr>
                <a:stCxn id="11091" idx="5"/>
                <a:endCxn id="1108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2" name="Google Shape;11102;p191"/>
              <p:cNvCxnSpPr>
                <a:stCxn id="11091" idx="6"/>
                <a:endCxn id="1109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3" name="Google Shape;11103;p191"/>
              <p:cNvCxnSpPr>
                <a:stCxn id="11093" idx="2"/>
                <a:endCxn id="1109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4" name="Google Shape;11104;p191"/>
              <p:cNvCxnSpPr>
                <a:stCxn id="11095" idx="0"/>
                <a:endCxn id="1108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5" name="Google Shape;11105;p191"/>
              <p:cNvCxnSpPr>
                <a:stCxn id="11095" idx="0"/>
                <a:endCxn id="1109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89" name="Google Shape;11089;p191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106" name="Google Shape;11106;p191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1107" name="Google Shape;11107;p191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08" name="Google Shape;11108;p191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09" name="Google Shape;11109;p191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10" name="Google Shape;11110;p191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11" name="Google Shape;11111;p191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12" name="Google Shape;11112;p191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13" name="Google Shape;11113;p191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14" name="Google Shape;11114;p191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15" name="Google Shape;11115;p191"/>
              <p:cNvCxnSpPr>
                <a:stCxn id="11111" idx="5"/>
                <a:endCxn id="1111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6" name="Google Shape;11116;p191"/>
              <p:cNvCxnSpPr>
                <a:stCxn id="11112" idx="4"/>
                <a:endCxn id="1111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7" name="Google Shape;11117;p191"/>
              <p:cNvCxnSpPr>
                <a:stCxn id="11107" idx="6"/>
                <a:endCxn id="1111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8" name="Google Shape;11118;p191"/>
              <p:cNvCxnSpPr>
                <a:stCxn id="11107" idx="0"/>
                <a:endCxn id="1111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9" name="Google Shape;11119;p191"/>
              <p:cNvCxnSpPr>
                <a:stCxn id="11111" idx="7"/>
                <a:endCxn id="1111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0" name="Google Shape;11120;p191"/>
              <p:cNvCxnSpPr>
                <a:stCxn id="11112" idx="6"/>
                <a:endCxn id="1110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1" name="Google Shape;11121;p191"/>
              <p:cNvCxnSpPr>
                <a:stCxn id="11110" idx="7"/>
                <a:endCxn id="1110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2" name="Google Shape;11122;p191"/>
              <p:cNvCxnSpPr>
                <a:stCxn id="11107" idx="5"/>
                <a:endCxn id="1111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3" name="Google Shape;11123;p191"/>
              <p:cNvCxnSpPr>
                <a:stCxn id="11113" idx="7"/>
                <a:endCxn id="1111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4" name="Google Shape;11124;p191"/>
              <p:cNvCxnSpPr>
                <a:stCxn id="11113" idx="5"/>
                <a:endCxn id="1110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5" name="Google Shape;11125;p191"/>
              <p:cNvCxnSpPr>
                <a:stCxn id="11109" idx="0"/>
                <a:endCxn id="1111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6" name="Google Shape;11126;p191"/>
              <p:cNvCxnSpPr>
                <a:stCxn id="11109" idx="7"/>
                <a:endCxn id="1111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7" name="Google Shape;11127;p191"/>
              <p:cNvCxnSpPr>
                <a:stCxn id="11110" idx="6"/>
                <a:endCxn id="1111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8" name="Google Shape;11128;p191"/>
              <p:cNvCxnSpPr>
                <a:stCxn id="11114" idx="0"/>
                <a:endCxn id="1110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29" name="Google Shape;11129;p191"/>
              <p:cNvCxnSpPr>
                <a:stCxn id="11111" idx="4"/>
                <a:endCxn id="1110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0" name="Google Shape;11130;p191"/>
              <p:cNvCxnSpPr>
                <a:stCxn id="11108" idx="4"/>
                <a:endCxn id="1110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1" name="Google Shape;11131;p191"/>
              <p:cNvCxnSpPr>
                <a:stCxn id="11107" idx="5"/>
                <a:endCxn id="1110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32" name="Google Shape;11132;p191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33" name="Google Shape;11133;p191"/>
              <p:cNvCxnSpPr>
                <a:stCxn id="11114" idx="4"/>
                <a:endCxn id="1113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4" name="Google Shape;11134;p191"/>
              <p:cNvCxnSpPr>
                <a:stCxn id="11132" idx="2"/>
                <a:endCxn id="1110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5" name="Google Shape;11135;p191"/>
              <p:cNvCxnSpPr>
                <a:stCxn id="11132" idx="0"/>
                <a:endCxn id="1110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6" name="Google Shape;11136;p191"/>
              <p:cNvCxnSpPr>
                <a:stCxn id="11132" idx="1"/>
                <a:endCxn id="1111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37" name="Google Shape;11137;p191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38" name="Google Shape;11138;p191"/>
              <p:cNvCxnSpPr>
                <a:stCxn id="11132" idx="2"/>
                <a:endCxn id="1113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9" name="Google Shape;11139;p191"/>
              <p:cNvCxnSpPr>
                <a:stCxn id="11137" idx="1"/>
                <a:endCxn id="1111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140" name="Shape 1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1" name="Google Shape;11141;p1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42" name="Google Shape;11142;p192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3" name="Google Shape;11143;p192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4" name="Google Shape;11144;p192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5" name="Google Shape;11145;p192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46" name="Google Shape;11146;p192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147" name="Google Shape;11147;p192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148" name="Google Shape;11148;p192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1149" name="Google Shape;11149;p192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1150" name="Google Shape;11150;p19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51" name="Google Shape;11151;p19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52" name="Google Shape;11152;p19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153" name="Google Shape;11153;p192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1154" name="Google Shape;11154;p19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55" name="Google Shape;11155;p19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56" name="Google Shape;11156;p19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57" name="Google Shape;11157;p19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158" name="Google Shape;11158;p192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1159" name="Google Shape;11159;p192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1160" name="Google Shape;11160;p192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1" name="Google Shape;11161;p192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2" name="Google Shape;11162;p192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3" name="Google Shape;11163;p192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4" name="Google Shape;11164;p192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5" name="Google Shape;11165;p192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6" name="Google Shape;11166;p192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67" name="Google Shape;11167;p192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8" name="Google Shape;11168;p192"/>
              <p:cNvCxnSpPr>
                <a:stCxn id="11164" idx="5"/>
                <a:endCxn id="1116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69" name="Google Shape;11169;p192"/>
              <p:cNvCxnSpPr>
                <a:stCxn id="11165" idx="4"/>
                <a:endCxn id="1116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0" name="Google Shape;11170;p192"/>
              <p:cNvCxnSpPr>
                <a:stCxn id="11160" idx="0"/>
                <a:endCxn id="1116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1" name="Google Shape;11171;p192"/>
              <p:cNvCxnSpPr>
                <a:stCxn id="11164" idx="6"/>
                <a:endCxn id="1116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2" name="Google Shape;11172;p192"/>
              <p:cNvCxnSpPr>
                <a:stCxn id="11165" idx="6"/>
                <a:endCxn id="1116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3" name="Google Shape;11173;p192"/>
              <p:cNvCxnSpPr>
                <a:stCxn id="11163" idx="6"/>
                <a:endCxn id="1116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4" name="Google Shape;11174;p192"/>
              <p:cNvCxnSpPr>
                <a:stCxn id="11160" idx="6"/>
                <a:endCxn id="1116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5" name="Google Shape;11175;p192"/>
              <p:cNvCxnSpPr>
                <a:stCxn id="11160" idx="7"/>
                <a:endCxn id="1116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6" name="Google Shape;11176;p192"/>
              <p:cNvCxnSpPr>
                <a:stCxn id="11166" idx="7"/>
                <a:endCxn id="1116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7" name="Google Shape;11177;p192"/>
              <p:cNvCxnSpPr>
                <a:stCxn id="11162" idx="0"/>
                <a:endCxn id="1116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8" name="Google Shape;11178;p192"/>
              <p:cNvCxnSpPr>
                <a:stCxn id="11167" idx="2"/>
                <a:endCxn id="1116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9" name="Google Shape;11179;p192"/>
              <p:cNvCxnSpPr>
                <a:stCxn id="11165" idx="7"/>
                <a:endCxn id="1116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80" name="Google Shape;11180;p192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81" name="Google Shape;11181;p192"/>
              <p:cNvCxnSpPr>
                <a:stCxn id="11167" idx="3"/>
                <a:endCxn id="1118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2" name="Google Shape;11182;p192"/>
              <p:cNvCxnSpPr>
                <a:stCxn id="11180" idx="2"/>
                <a:endCxn id="1116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3" name="Google Shape;11183;p192"/>
              <p:cNvCxnSpPr>
                <a:stCxn id="11180" idx="0"/>
                <a:endCxn id="1116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4" name="Google Shape;11184;p192"/>
              <p:cNvCxnSpPr>
                <a:stCxn id="11180" idx="1"/>
                <a:endCxn id="1116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85" name="Google Shape;11185;p192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86" name="Google Shape;11186;p192"/>
              <p:cNvCxnSpPr>
                <a:stCxn id="11162" idx="2"/>
                <a:endCxn id="1118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7" name="Google Shape;11187;p192"/>
              <p:cNvCxnSpPr>
                <a:stCxn id="11185" idx="3"/>
                <a:endCxn id="1116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8" name="Google Shape;11188;p192"/>
              <p:cNvCxnSpPr>
                <a:stCxn id="11163" idx="4"/>
                <a:endCxn id="1118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89" name="Google Shape;11189;p192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90" name="Google Shape;11190;p192"/>
              <p:cNvCxnSpPr>
                <a:stCxn id="11163" idx="0"/>
                <a:endCxn id="1118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91" name="Google Shape;11191;p192"/>
              <p:cNvCxnSpPr>
                <a:stCxn id="11164" idx="7"/>
                <a:endCxn id="1118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192" name="Google Shape;11192;p192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1193" name="Google Shape;11193;p192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4" name="Google Shape;11194;p192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5" name="Google Shape;11195;p192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6" name="Google Shape;11196;p192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7" name="Google Shape;11197;p192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8" name="Google Shape;11198;p192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99" name="Google Shape;11199;p192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00" name="Google Shape;11200;p192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1" name="Google Shape;11201;p192"/>
              <p:cNvCxnSpPr>
                <a:stCxn id="11198" idx="4"/>
                <a:endCxn id="1119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2" name="Google Shape;11202;p192"/>
              <p:cNvCxnSpPr>
                <a:stCxn id="11193" idx="7"/>
                <a:endCxn id="1119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3" name="Google Shape;11203;p192"/>
              <p:cNvCxnSpPr>
                <a:stCxn id="11197" idx="7"/>
                <a:endCxn id="1119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4" name="Google Shape;11204;p192"/>
              <p:cNvCxnSpPr>
                <a:stCxn id="11198" idx="6"/>
                <a:endCxn id="1119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5" name="Google Shape;11205;p192"/>
              <p:cNvCxnSpPr>
                <a:stCxn id="11196" idx="7"/>
                <a:endCxn id="1119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6" name="Google Shape;11206;p192"/>
              <p:cNvCxnSpPr>
                <a:stCxn id="11193" idx="6"/>
                <a:endCxn id="1119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7" name="Google Shape;11207;p192"/>
              <p:cNvCxnSpPr>
                <a:stCxn id="11199" idx="0"/>
                <a:endCxn id="1119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8" name="Google Shape;11208;p192"/>
              <p:cNvCxnSpPr>
                <a:stCxn id="11199" idx="5"/>
                <a:endCxn id="1119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9" name="Google Shape;11209;p192"/>
              <p:cNvCxnSpPr>
                <a:stCxn id="11195" idx="0"/>
                <a:endCxn id="1119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0" name="Google Shape;11210;p192"/>
              <p:cNvCxnSpPr>
                <a:stCxn id="11195" idx="7"/>
                <a:endCxn id="1120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1" name="Google Shape;11211;p192"/>
              <p:cNvCxnSpPr>
                <a:stCxn id="11196" idx="6"/>
                <a:endCxn id="1120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2" name="Google Shape;11212;p192"/>
              <p:cNvCxnSpPr>
                <a:stCxn id="11200" idx="0"/>
                <a:endCxn id="1119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3" name="Google Shape;11213;p192"/>
              <p:cNvCxnSpPr>
                <a:stCxn id="11198" idx="5"/>
                <a:endCxn id="1120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4" name="Google Shape;11214;p192"/>
              <p:cNvCxnSpPr>
                <a:stCxn id="11197" idx="6"/>
                <a:endCxn id="1120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5" name="Google Shape;11215;p192"/>
              <p:cNvCxnSpPr>
                <a:stCxn id="11197" idx="5"/>
                <a:endCxn id="1119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6" name="Google Shape;11216;p192"/>
              <p:cNvCxnSpPr>
                <a:stCxn id="11194" idx="4"/>
                <a:endCxn id="1119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17" name="Google Shape;11217;p192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18" name="Google Shape;11218;p192"/>
              <p:cNvCxnSpPr>
                <a:stCxn id="11200" idx="4"/>
                <a:endCxn id="1121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9" name="Google Shape;11219;p192"/>
              <p:cNvCxnSpPr>
                <a:stCxn id="11217" idx="1"/>
                <a:endCxn id="1119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20" name="Google Shape;11220;p192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21" name="Google Shape;11221;p192"/>
              <p:cNvCxnSpPr>
                <a:stCxn id="11217" idx="2"/>
                <a:endCxn id="1122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2" name="Google Shape;11222;p192"/>
              <p:cNvCxnSpPr>
                <a:stCxn id="11220" idx="1"/>
                <a:endCxn id="1119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3" name="Google Shape;11223;p192"/>
              <p:cNvCxnSpPr>
                <a:stCxn id="11220" idx="7"/>
                <a:endCxn id="1119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224" name="Shape 1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5" name="Google Shape;11225;p1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26" name="Google Shape;11226;p193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27" name="Google Shape;11227;p193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28" name="Google Shape;11228;p193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29" name="Google Shape;11229;p193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30" name="Google Shape;11230;p193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31" name="Google Shape;11231;p193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32" name="Google Shape;11232;p193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33" name="Google Shape;11233;p193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34" name="Google Shape;11234;p193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35" name="Google Shape;11235;p193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36" name="Google Shape;11236;p193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37" name="Google Shape;11237;p193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238" name="Google Shape;11238;p19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1239" name="Google Shape;11239;p193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1240" name="Google Shape;11240;p19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41" name="Google Shape;11241;p19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42" name="Google Shape;11242;p19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3" name="Google Shape;11243;p193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1244" name="Google Shape;11244;p19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45" name="Google Shape;11245;p19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46" name="Google Shape;11246;p19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47" name="Google Shape;11247;p19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248" name="Google Shape;11248;p193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1249" name="Google Shape;11249;p19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1250" name="Google Shape;11250;p193"/>
              <p:cNvCxnSpPr>
                <a:stCxn id="11251" idx="6"/>
                <a:endCxn id="1125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52" name="Google Shape;11252;p19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53" name="Google Shape;11253;p19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54" name="Google Shape;11254;p19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55" name="Google Shape;11255;p19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56" name="Google Shape;11256;p19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57" name="Google Shape;11257;p193"/>
              <p:cNvCxnSpPr>
                <a:stCxn id="11256" idx="4"/>
                <a:endCxn id="1125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8" name="Google Shape;11258;p193"/>
              <p:cNvCxnSpPr>
                <a:stCxn id="11255" idx="4"/>
                <a:endCxn id="1125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9" name="Google Shape;11259;p193"/>
              <p:cNvCxnSpPr>
                <a:stCxn id="11255" idx="5"/>
                <a:endCxn id="1125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0" name="Google Shape;11260;p193"/>
              <p:cNvCxnSpPr>
                <a:stCxn id="11255" idx="0"/>
                <a:endCxn id="1125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1" name="Google Shape;11261;p193"/>
              <p:cNvCxnSpPr>
                <a:stCxn id="11255" idx="7"/>
                <a:endCxn id="1125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2" name="Google Shape;11262;p193"/>
              <p:cNvCxnSpPr>
                <a:stCxn id="11253" idx="5"/>
                <a:endCxn id="1125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3" name="Google Shape;11263;p193"/>
              <p:cNvCxnSpPr>
                <a:stCxn id="11253" idx="6"/>
                <a:endCxn id="1125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4" name="Google Shape;11264;p193"/>
              <p:cNvCxnSpPr>
                <a:stCxn id="11265" idx="1"/>
                <a:endCxn id="1125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6" name="Google Shape;11266;p193"/>
              <p:cNvCxnSpPr>
                <a:stCxn id="11256" idx="0"/>
                <a:endCxn id="1125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7" name="Google Shape;11267;p193"/>
              <p:cNvCxnSpPr>
                <a:stCxn id="11256" idx="0"/>
                <a:endCxn id="1126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68" name="Google Shape;11268;p19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69" name="Google Shape;11269;p193"/>
              <p:cNvCxnSpPr>
                <a:stCxn id="11253" idx="5"/>
                <a:endCxn id="1126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0" name="Google Shape;11270;p193"/>
              <p:cNvCxnSpPr>
                <a:stCxn id="11265" idx="7"/>
                <a:endCxn id="1126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1" name="Google Shape;11271;p193"/>
              <p:cNvCxnSpPr>
                <a:stCxn id="11268" idx="6"/>
                <a:endCxn id="1125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72" name="Google Shape;11272;p19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73" name="Google Shape;11273;p193"/>
              <p:cNvCxnSpPr>
                <a:stCxn id="11272" idx="0"/>
                <a:endCxn id="1125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4" name="Google Shape;11274;p193"/>
              <p:cNvCxnSpPr>
                <a:stCxn id="11272" idx="6"/>
                <a:endCxn id="1125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5" name="Google Shape;11275;p193"/>
              <p:cNvCxnSpPr>
                <a:stCxn id="11272" idx="5"/>
                <a:endCxn id="1125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6" name="Google Shape;11276;p193"/>
              <p:cNvCxnSpPr>
                <a:stCxn id="11272" idx="5"/>
                <a:endCxn id="1125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65" name="Google Shape;11265;p19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51" name="Google Shape;11251;p19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77" name="Google Shape;11277;p193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78" name="Google Shape;11278;p19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9" name="Google Shape;11279;p19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0" name="Google Shape;11280;p19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1" name="Google Shape;11281;p19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2" name="Google Shape;11282;p19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3" name="Google Shape;11283;p19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4" name="Google Shape;11284;p19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5" name="Google Shape;11285;p19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86" name="Google Shape;11286;p193"/>
              <p:cNvCxnSpPr>
                <a:stCxn id="11282" idx="5"/>
                <a:endCxn id="1128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7" name="Google Shape;11287;p193"/>
              <p:cNvCxnSpPr>
                <a:stCxn id="11283" idx="4"/>
                <a:endCxn id="1128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8" name="Google Shape;11288;p193"/>
              <p:cNvCxnSpPr>
                <a:stCxn id="11278" idx="0"/>
                <a:endCxn id="1128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9" name="Google Shape;11289;p193"/>
              <p:cNvCxnSpPr>
                <a:stCxn id="11282" idx="7"/>
                <a:endCxn id="1128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0" name="Google Shape;11290;p193"/>
              <p:cNvCxnSpPr>
                <a:stCxn id="11283" idx="6"/>
                <a:endCxn id="1127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1" name="Google Shape;11291;p193"/>
              <p:cNvCxnSpPr>
                <a:stCxn id="11281" idx="5"/>
                <a:endCxn id="1127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2" name="Google Shape;11292;p193"/>
              <p:cNvCxnSpPr>
                <a:stCxn id="11278" idx="6"/>
                <a:endCxn id="1128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3" name="Google Shape;11293;p193"/>
              <p:cNvCxnSpPr>
                <a:stCxn id="11278" idx="7"/>
                <a:endCxn id="1128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4" name="Google Shape;11294;p193"/>
              <p:cNvCxnSpPr>
                <a:stCxn id="11284" idx="7"/>
                <a:endCxn id="1128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5" name="Google Shape;11295;p193"/>
              <p:cNvCxnSpPr>
                <a:stCxn id="11280" idx="0"/>
                <a:endCxn id="1128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6" name="Google Shape;11296;p193"/>
              <p:cNvCxnSpPr>
                <a:stCxn id="11285" idx="2"/>
                <a:endCxn id="1127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7" name="Google Shape;11297;p193"/>
              <p:cNvCxnSpPr>
                <a:stCxn id="11282" idx="6"/>
                <a:endCxn id="1128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98" name="Google Shape;11298;p19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99" name="Google Shape;11299;p193"/>
              <p:cNvCxnSpPr>
                <a:stCxn id="11285" idx="3"/>
                <a:endCxn id="1129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0" name="Google Shape;11300;p193"/>
              <p:cNvCxnSpPr>
                <a:stCxn id="11298" idx="2"/>
                <a:endCxn id="1128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1" name="Google Shape;11301;p193"/>
              <p:cNvCxnSpPr>
                <a:stCxn id="11298" idx="0"/>
                <a:endCxn id="1127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2" name="Google Shape;11302;p193"/>
              <p:cNvCxnSpPr>
                <a:stCxn id="11298" idx="1"/>
                <a:endCxn id="1128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03" name="Google Shape;11303;p19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04" name="Google Shape;11304;p193"/>
              <p:cNvCxnSpPr>
                <a:stCxn id="11280" idx="2"/>
                <a:endCxn id="1130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5" name="Google Shape;11305;p193"/>
              <p:cNvCxnSpPr>
                <a:stCxn id="11303" idx="3"/>
                <a:endCxn id="1127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6" name="Google Shape;11306;p193"/>
              <p:cNvCxnSpPr>
                <a:stCxn id="11281" idx="4"/>
                <a:endCxn id="1130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307" name="Shape 1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8" name="Google Shape;11308;p194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09" name="Google Shape;11309;p194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0" name="Google Shape;11310;p194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1" name="Google Shape;11311;p194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2" name="Google Shape;11312;p194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3" name="Google Shape;11313;p194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4" name="Google Shape;11314;p194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5" name="Google Shape;11315;p194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16" name="Google Shape;11316;p194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17" name="Google Shape;11317;p194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18" name="Google Shape;11318;p194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19" name="Google Shape;11319;p194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20" name="Google Shape;11320;p194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321" name="Google Shape;11321;p194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1322" name="Google Shape;11322;p194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1323" name="Google Shape;11323;p194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4" name="Google Shape;11324;p194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5" name="Google Shape;11325;p194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6" name="Google Shape;11326;p194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7" name="Google Shape;11327;p194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8" name="Google Shape;11328;p194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9" name="Google Shape;11329;p194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30" name="Google Shape;11330;p194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1" name="Google Shape;11331;p194"/>
              <p:cNvCxnSpPr>
                <a:stCxn id="11327" idx="5"/>
                <a:endCxn id="1132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2" name="Google Shape;11332;p194"/>
              <p:cNvCxnSpPr>
                <a:stCxn id="11328" idx="4"/>
                <a:endCxn id="1132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3" name="Google Shape;11333;p194"/>
              <p:cNvCxnSpPr>
                <a:stCxn id="11323" idx="0"/>
                <a:endCxn id="1132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4" name="Google Shape;11334;p194"/>
              <p:cNvCxnSpPr>
                <a:stCxn id="11327" idx="6"/>
                <a:endCxn id="1132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5" name="Google Shape;11335;p194"/>
              <p:cNvCxnSpPr>
                <a:stCxn id="11328" idx="6"/>
                <a:endCxn id="1132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6" name="Google Shape;11336;p194"/>
              <p:cNvCxnSpPr>
                <a:stCxn id="11326" idx="6"/>
                <a:endCxn id="1132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7" name="Google Shape;11337;p194"/>
              <p:cNvCxnSpPr>
                <a:stCxn id="11323" idx="6"/>
                <a:endCxn id="1132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8" name="Google Shape;11338;p194"/>
              <p:cNvCxnSpPr>
                <a:stCxn id="11323" idx="7"/>
                <a:endCxn id="1132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9" name="Google Shape;11339;p194"/>
              <p:cNvCxnSpPr>
                <a:stCxn id="11329" idx="7"/>
                <a:endCxn id="1132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0" name="Google Shape;11340;p194"/>
              <p:cNvCxnSpPr>
                <a:stCxn id="11325" idx="0"/>
                <a:endCxn id="1132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1" name="Google Shape;11341;p194"/>
              <p:cNvCxnSpPr>
                <a:stCxn id="11330" idx="2"/>
                <a:endCxn id="1132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2" name="Google Shape;11342;p194"/>
              <p:cNvCxnSpPr>
                <a:stCxn id="11328" idx="7"/>
                <a:endCxn id="1133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43" name="Google Shape;11343;p194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44" name="Google Shape;11344;p194"/>
              <p:cNvCxnSpPr>
                <a:stCxn id="11330" idx="3"/>
                <a:endCxn id="1134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5" name="Google Shape;11345;p194"/>
              <p:cNvCxnSpPr>
                <a:stCxn id="11343" idx="2"/>
                <a:endCxn id="1132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6" name="Google Shape;11346;p194"/>
              <p:cNvCxnSpPr>
                <a:stCxn id="11343" idx="0"/>
                <a:endCxn id="1132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7" name="Google Shape;11347;p194"/>
              <p:cNvCxnSpPr>
                <a:stCxn id="11343" idx="1"/>
                <a:endCxn id="1132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48" name="Google Shape;11348;p194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49" name="Google Shape;11349;p194"/>
              <p:cNvCxnSpPr>
                <a:stCxn id="11325" idx="2"/>
                <a:endCxn id="1134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0" name="Google Shape;11350;p194"/>
              <p:cNvCxnSpPr>
                <a:stCxn id="11348" idx="3"/>
                <a:endCxn id="1132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1" name="Google Shape;11351;p194"/>
              <p:cNvCxnSpPr>
                <a:stCxn id="11326" idx="4"/>
                <a:endCxn id="1134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52" name="Google Shape;11352;p194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53" name="Google Shape;11353;p194"/>
              <p:cNvCxnSpPr>
                <a:stCxn id="11326" idx="0"/>
                <a:endCxn id="1135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4" name="Google Shape;11354;p194"/>
              <p:cNvCxnSpPr>
                <a:stCxn id="11352" idx="3"/>
                <a:endCxn id="1132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355" name="Google Shape;11355;p194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1356" name="Google Shape;11356;p194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57" name="Google Shape;11357;p194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58" name="Google Shape;11358;p194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59" name="Google Shape;11359;p194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60" name="Google Shape;11360;p194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61" name="Google Shape;11361;p194"/>
              <p:cNvCxnSpPr>
                <a:stCxn id="11359" idx="5"/>
                <a:endCxn id="1135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2" name="Google Shape;11362;p194"/>
              <p:cNvCxnSpPr>
                <a:stCxn id="11356" idx="6"/>
                <a:endCxn id="1135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3" name="Google Shape;11363;p194"/>
              <p:cNvCxnSpPr>
                <a:stCxn id="11356" idx="6"/>
                <a:endCxn id="1136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4" name="Google Shape;11364;p194"/>
              <p:cNvCxnSpPr>
                <a:stCxn id="11360" idx="6"/>
                <a:endCxn id="1135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5" name="Google Shape;11365;p194"/>
              <p:cNvCxnSpPr>
                <a:stCxn id="11360" idx="6"/>
                <a:endCxn id="1135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6" name="Google Shape;11366;p194"/>
              <p:cNvCxnSpPr>
                <a:stCxn id="11359" idx="4"/>
                <a:endCxn id="1135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7" name="Google Shape;11367;p194"/>
              <p:cNvCxnSpPr>
                <a:stCxn id="11357" idx="7"/>
                <a:endCxn id="1135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368" name="Google Shape;11368;p194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1369" name="Google Shape;11369;p194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1370" name="Google Shape;11370;p194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71" name="Google Shape;11371;p19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72" name="Google Shape;11372;p19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373" name="Google Shape;11373;p194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1374" name="Google Shape;11374;p194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75" name="Google Shape;11375;p194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76" name="Google Shape;11376;p194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77" name="Google Shape;11377;p194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78" name="Shape 1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9" name="Google Shape;11379;p195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80" name="Google Shape;11380;p195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81" name="Google Shape;11381;p195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1382" name="Google Shape;11382;p195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1383" name="Google Shape;11383;p195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1384" name="Google Shape;11384;p195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85" name="Google Shape;11385;p195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86" name="Google Shape;11386;p195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87" name="Google Shape;11387;p195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88" name="Google Shape;11388;p195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89" name="Google Shape;11389;p195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90" name="Google Shape;11390;p195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91" name="Google Shape;11391;p195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92" name="Google Shape;11392;p195"/>
              <p:cNvCxnSpPr>
                <a:stCxn id="11388" idx="5"/>
                <a:endCxn id="1138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3" name="Google Shape;11393;p195"/>
              <p:cNvCxnSpPr>
                <a:stCxn id="11389" idx="4"/>
                <a:endCxn id="1138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4" name="Google Shape;11394;p195"/>
              <p:cNvCxnSpPr>
                <a:stCxn id="11384" idx="6"/>
                <a:endCxn id="1138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5" name="Google Shape;11395;p195"/>
              <p:cNvCxnSpPr>
                <a:stCxn id="11388" idx="7"/>
                <a:endCxn id="1138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6" name="Google Shape;11396;p195"/>
              <p:cNvCxnSpPr>
                <a:stCxn id="11389" idx="6"/>
                <a:endCxn id="1138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7" name="Google Shape;11397;p195"/>
              <p:cNvCxnSpPr>
                <a:stCxn id="11387" idx="7"/>
                <a:endCxn id="1138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8" name="Google Shape;11398;p195"/>
              <p:cNvCxnSpPr>
                <a:stCxn id="11384" idx="6"/>
                <a:endCxn id="1139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9" name="Google Shape;11399;p195"/>
              <p:cNvCxnSpPr>
                <a:stCxn id="11390" idx="6"/>
                <a:endCxn id="1138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0" name="Google Shape;11400;p195"/>
              <p:cNvCxnSpPr>
                <a:stCxn id="11390" idx="6"/>
                <a:endCxn id="1138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1" name="Google Shape;11401;p195"/>
              <p:cNvCxnSpPr>
                <a:stCxn id="11386" idx="7"/>
                <a:endCxn id="1139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2" name="Google Shape;11402;p195"/>
              <p:cNvCxnSpPr>
                <a:stCxn id="11387" idx="6"/>
                <a:endCxn id="1139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3" name="Google Shape;11403;p195"/>
              <p:cNvCxnSpPr>
                <a:stCxn id="11391" idx="0"/>
                <a:endCxn id="1138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4" name="Google Shape;11404;p195"/>
              <p:cNvCxnSpPr>
                <a:stCxn id="11389" idx="5"/>
                <a:endCxn id="1139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5" name="Google Shape;11405;p195"/>
              <p:cNvCxnSpPr>
                <a:stCxn id="11388" idx="6"/>
                <a:endCxn id="1139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6" name="Google Shape;11406;p195"/>
              <p:cNvCxnSpPr>
                <a:stCxn id="11388" idx="4"/>
                <a:endCxn id="1138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07" name="Google Shape;11407;p195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08" name="Google Shape;11408;p195"/>
              <p:cNvCxnSpPr>
                <a:stCxn id="11391" idx="4"/>
                <a:endCxn id="1140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9" name="Google Shape;11409;p195"/>
              <p:cNvCxnSpPr>
                <a:stCxn id="11407" idx="1"/>
                <a:endCxn id="1138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0" name="Google Shape;11410;p195"/>
              <p:cNvCxnSpPr>
                <a:stCxn id="11407" idx="1"/>
                <a:endCxn id="1138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11" name="Google Shape;11411;p195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12" name="Google Shape;11412;p195"/>
              <p:cNvCxnSpPr>
                <a:stCxn id="11389" idx="0"/>
                <a:endCxn id="1141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3" name="Google Shape;11413;p195"/>
              <p:cNvCxnSpPr>
                <a:stCxn id="11385" idx="0"/>
                <a:endCxn id="1141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414" name="Google Shape;11414;p195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415" name="Google Shape;11415;p195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16" name="Google Shape;11416;p195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17" name="Google Shape;11417;p195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18" name="Google Shape;11418;p195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19" name="Google Shape;11419;p195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20" name="Google Shape;11420;p195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21" name="Google Shape;11421;p195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22" name="Google Shape;11422;p195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23" name="Google Shape;11423;p195"/>
              <p:cNvCxnSpPr>
                <a:stCxn id="11419" idx="5"/>
                <a:endCxn id="1141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4" name="Google Shape;11424;p195"/>
              <p:cNvCxnSpPr>
                <a:stCxn id="11420" idx="4"/>
                <a:endCxn id="1141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5" name="Google Shape;11425;p195"/>
              <p:cNvCxnSpPr>
                <a:stCxn id="11415" idx="6"/>
                <a:endCxn id="1141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6" name="Google Shape;11426;p195"/>
              <p:cNvCxnSpPr>
                <a:stCxn id="11415" idx="0"/>
                <a:endCxn id="1141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7" name="Google Shape;11427;p195"/>
              <p:cNvCxnSpPr>
                <a:stCxn id="11419" idx="7"/>
                <a:endCxn id="1142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8" name="Google Shape;11428;p195"/>
              <p:cNvCxnSpPr>
                <a:stCxn id="11420" idx="6"/>
                <a:endCxn id="1141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9" name="Google Shape;11429;p195"/>
              <p:cNvCxnSpPr>
                <a:stCxn id="11418" idx="7"/>
                <a:endCxn id="1141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0" name="Google Shape;11430;p195"/>
              <p:cNvCxnSpPr>
                <a:stCxn id="11415" idx="5"/>
                <a:endCxn id="1142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1" name="Google Shape;11431;p195"/>
              <p:cNvCxnSpPr>
                <a:stCxn id="11421" idx="7"/>
                <a:endCxn id="1141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2" name="Google Shape;11432;p195"/>
              <p:cNvCxnSpPr>
                <a:stCxn id="11421" idx="7"/>
                <a:endCxn id="1141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3" name="Google Shape;11433;p195"/>
              <p:cNvCxnSpPr>
                <a:stCxn id="11417" idx="0"/>
                <a:endCxn id="1141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4" name="Google Shape;11434;p195"/>
              <p:cNvCxnSpPr>
                <a:stCxn id="11422" idx="1"/>
                <a:endCxn id="1141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5" name="Google Shape;11435;p195"/>
              <p:cNvCxnSpPr>
                <a:stCxn id="11419" idx="6"/>
                <a:endCxn id="1142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6" name="Google Shape;11436;p195"/>
              <p:cNvCxnSpPr>
                <a:stCxn id="11416" idx="4"/>
                <a:endCxn id="1141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37" name="Google Shape;11437;p195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38" name="Google Shape;11438;p195"/>
              <p:cNvCxnSpPr>
                <a:stCxn id="11422" idx="2"/>
                <a:endCxn id="1143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9" name="Google Shape;11439;p195"/>
              <p:cNvCxnSpPr>
                <a:stCxn id="11437" idx="2"/>
                <a:endCxn id="1141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0" name="Google Shape;11440;p195"/>
              <p:cNvCxnSpPr>
                <a:stCxn id="11437" idx="0"/>
                <a:endCxn id="1141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1" name="Google Shape;11441;p195"/>
              <p:cNvCxnSpPr>
                <a:stCxn id="11437" idx="1"/>
                <a:endCxn id="1141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42" name="Google Shape;11442;p195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43" name="Google Shape;11443;p195"/>
              <p:cNvCxnSpPr>
                <a:stCxn id="11417" idx="3"/>
                <a:endCxn id="1144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4" name="Google Shape;11444;p195"/>
              <p:cNvCxnSpPr>
                <a:stCxn id="11442" idx="0"/>
                <a:endCxn id="1142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45" name="Google Shape;11445;p195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46" name="Google Shape;11446;p195"/>
              <p:cNvCxnSpPr>
                <a:stCxn id="11415" idx="6"/>
                <a:endCxn id="1144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7" name="Google Shape;11447;p195"/>
              <p:cNvCxnSpPr>
                <a:stCxn id="11421" idx="0"/>
                <a:endCxn id="1144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8" name="Google Shape;11448;p195"/>
              <p:cNvCxnSpPr>
                <a:stCxn id="11445" idx="6"/>
                <a:endCxn id="1141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49" name="Google Shape;11449;p195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50" name="Google Shape;11450;p195"/>
              <p:cNvCxnSpPr>
                <a:stCxn id="11442" idx="5"/>
                <a:endCxn id="1144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51" name="Google Shape;11451;p195"/>
              <p:cNvCxnSpPr>
                <a:stCxn id="11449" idx="7"/>
                <a:endCxn id="1141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52" name="Google Shape;11452;p195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53" name="Google Shape;11453;p195"/>
              <p:cNvCxnSpPr>
                <a:stCxn id="11442" idx="0"/>
                <a:endCxn id="1145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54" name="Google Shape;11454;p195"/>
              <p:cNvCxnSpPr>
                <a:stCxn id="11452" idx="1"/>
                <a:endCxn id="1142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55" name="Google Shape;11455;p195"/>
              <p:cNvCxnSpPr>
                <a:stCxn id="11452" idx="6"/>
                <a:endCxn id="1141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456" name="Shape 1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57" name="Google Shape;11457;p196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1458" name="Google Shape;11458;p196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1459" name="Google Shape;11459;p19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60" name="Google Shape;11460;p19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61" name="Google Shape;11461;p19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462" name="Google Shape;11462;p196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1463" name="Google Shape;11463;p19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64" name="Google Shape;11464;p196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65" name="Google Shape;11465;p196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66" name="Google Shape;11466;p196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467" name="Google Shape;11467;p196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1468" name="Google Shape;11468;p196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1469" name="Google Shape;11469;p196"/>
              <p:cNvCxnSpPr>
                <a:stCxn id="11470" idx="7"/>
                <a:endCxn id="1147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71" name="Google Shape;11471;p196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72" name="Google Shape;11472;p196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73" name="Google Shape;11473;p196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74" name="Google Shape;11474;p196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75" name="Google Shape;11475;p196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76" name="Google Shape;11476;p196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77" name="Google Shape;11477;p196"/>
              <p:cNvCxnSpPr>
                <a:stCxn id="11476" idx="4"/>
                <a:endCxn id="1147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78" name="Google Shape;11478;p196"/>
              <p:cNvCxnSpPr>
                <a:stCxn id="11475" idx="4"/>
                <a:endCxn id="1147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79" name="Google Shape;11479;p196"/>
              <p:cNvCxnSpPr>
                <a:stCxn id="11475" idx="5"/>
                <a:endCxn id="1147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0" name="Google Shape;11480;p196"/>
              <p:cNvCxnSpPr>
                <a:stCxn id="11475" idx="0"/>
                <a:endCxn id="1147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1" name="Google Shape;11481;p196"/>
              <p:cNvCxnSpPr>
                <a:stCxn id="11475" idx="7"/>
                <a:endCxn id="1147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2" name="Google Shape;11482;p196"/>
              <p:cNvCxnSpPr>
                <a:stCxn id="11472" idx="5"/>
                <a:endCxn id="1147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3" name="Google Shape;11483;p196"/>
              <p:cNvCxnSpPr>
                <a:stCxn id="11472" idx="6"/>
                <a:endCxn id="1147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4" name="Google Shape;11484;p196"/>
              <p:cNvCxnSpPr>
                <a:stCxn id="11474" idx="2"/>
                <a:endCxn id="1147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5" name="Google Shape;11485;p196"/>
              <p:cNvCxnSpPr>
                <a:stCxn id="11476" idx="0"/>
                <a:endCxn id="1147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6" name="Google Shape;11486;p196"/>
              <p:cNvCxnSpPr>
                <a:stCxn id="11476" idx="0"/>
                <a:endCxn id="1147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70" name="Google Shape;11470;p196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487" name="Google Shape;11487;p196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1488" name="Google Shape;11488;p196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89" name="Google Shape;11489;p196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90" name="Google Shape;11490;p196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91" name="Google Shape;11491;p196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92" name="Google Shape;11492;p196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93" name="Google Shape;11493;p196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94" name="Google Shape;11494;p196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95" name="Google Shape;11495;p196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96" name="Google Shape;11496;p196"/>
              <p:cNvCxnSpPr>
                <a:stCxn id="11492" idx="5"/>
                <a:endCxn id="1149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7" name="Google Shape;11497;p196"/>
              <p:cNvCxnSpPr>
                <a:stCxn id="11493" idx="4"/>
                <a:endCxn id="1149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8" name="Google Shape;11498;p196"/>
              <p:cNvCxnSpPr>
                <a:stCxn id="11488" idx="6"/>
                <a:endCxn id="1149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9" name="Google Shape;11499;p196"/>
              <p:cNvCxnSpPr>
                <a:stCxn id="11488" idx="0"/>
                <a:endCxn id="1149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0" name="Google Shape;11500;p196"/>
              <p:cNvCxnSpPr>
                <a:stCxn id="11492" idx="7"/>
                <a:endCxn id="1149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1" name="Google Shape;11501;p196"/>
              <p:cNvCxnSpPr>
                <a:stCxn id="11493" idx="6"/>
                <a:endCxn id="1148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2" name="Google Shape;11502;p196"/>
              <p:cNvCxnSpPr>
                <a:stCxn id="11491" idx="7"/>
                <a:endCxn id="1148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3" name="Google Shape;11503;p196"/>
              <p:cNvCxnSpPr>
                <a:stCxn id="11488" idx="5"/>
                <a:endCxn id="1149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4" name="Google Shape;11504;p196"/>
              <p:cNvCxnSpPr>
                <a:stCxn id="11494" idx="7"/>
                <a:endCxn id="1149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5" name="Google Shape;11505;p196"/>
              <p:cNvCxnSpPr>
                <a:stCxn id="11494" idx="5"/>
                <a:endCxn id="1149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6" name="Google Shape;11506;p196"/>
              <p:cNvCxnSpPr>
                <a:stCxn id="11490" idx="0"/>
                <a:endCxn id="1149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7" name="Google Shape;11507;p196"/>
              <p:cNvCxnSpPr>
                <a:stCxn id="11490" idx="7"/>
                <a:endCxn id="1149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8" name="Google Shape;11508;p196"/>
              <p:cNvCxnSpPr>
                <a:stCxn id="11491" idx="6"/>
                <a:endCxn id="1149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9" name="Google Shape;11509;p196"/>
              <p:cNvCxnSpPr>
                <a:stCxn id="11495" idx="0"/>
                <a:endCxn id="1148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0" name="Google Shape;11510;p196"/>
              <p:cNvCxnSpPr>
                <a:stCxn id="11492" idx="4"/>
                <a:endCxn id="1149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1" name="Google Shape;11511;p196"/>
              <p:cNvCxnSpPr>
                <a:stCxn id="11489" idx="4"/>
                <a:endCxn id="1149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2" name="Google Shape;11512;p196"/>
              <p:cNvCxnSpPr>
                <a:stCxn id="11488" idx="5"/>
                <a:endCxn id="1149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13" name="Google Shape;11513;p196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4" name="Google Shape;11514;p196"/>
              <p:cNvCxnSpPr>
                <a:stCxn id="11495" idx="4"/>
                <a:endCxn id="1151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5" name="Google Shape;11515;p196"/>
              <p:cNvCxnSpPr>
                <a:stCxn id="11513" idx="2"/>
                <a:endCxn id="1149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6" name="Google Shape;11516;p196"/>
              <p:cNvCxnSpPr>
                <a:stCxn id="11513" idx="0"/>
                <a:endCxn id="1148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7" name="Google Shape;11517;p196"/>
              <p:cNvCxnSpPr>
                <a:stCxn id="11513" idx="1"/>
                <a:endCxn id="1149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18" name="Google Shape;11518;p196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9" name="Google Shape;11519;p196"/>
              <p:cNvCxnSpPr>
                <a:stCxn id="11513" idx="2"/>
                <a:endCxn id="1151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0" name="Google Shape;11520;p196"/>
              <p:cNvCxnSpPr>
                <a:stCxn id="11518" idx="1"/>
                <a:endCxn id="1149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521" name="Shape 1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2" name="Google Shape;11522;p197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1523" name="Google Shape;11523;p197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1524" name="Google Shape;11524;p19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25" name="Google Shape;11525;p19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26" name="Google Shape;11526;p19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527" name="Google Shape;11527;p197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1528" name="Google Shape;11528;p19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29" name="Google Shape;11529;p197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0" name="Google Shape;11530;p197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1" name="Google Shape;11531;p197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532" name="Google Shape;11532;p197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1533" name="Google Shape;11533;p197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1534" name="Google Shape;11534;p197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5" name="Google Shape;11535;p197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6" name="Google Shape;11536;p197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7" name="Google Shape;11537;p197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8" name="Google Shape;11538;p197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39" name="Google Shape;11539;p197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40" name="Google Shape;11540;p197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41" name="Google Shape;11541;p197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42" name="Google Shape;11542;p197"/>
              <p:cNvCxnSpPr>
                <a:stCxn id="11538" idx="5"/>
                <a:endCxn id="1153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3" name="Google Shape;11543;p197"/>
              <p:cNvCxnSpPr>
                <a:stCxn id="11539" idx="4"/>
                <a:endCxn id="1153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4" name="Google Shape;11544;p197"/>
              <p:cNvCxnSpPr>
                <a:stCxn id="11534" idx="0"/>
                <a:endCxn id="1153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5" name="Google Shape;11545;p197"/>
              <p:cNvCxnSpPr>
                <a:stCxn id="11538" idx="6"/>
                <a:endCxn id="1153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6" name="Google Shape;11546;p197"/>
              <p:cNvCxnSpPr>
                <a:stCxn id="11539" idx="6"/>
                <a:endCxn id="1153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7" name="Google Shape;11547;p197"/>
              <p:cNvCxnSpPr>
                <a:stCxn id="11537" idx="6"/>
                <a:endCxn id="1153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8" name="Google Shape;11548;p197"/>
              <p:cNvCxnSpPr>
                <a:stCxn id="11534" idx="6"/>
                <a:endCxn id="1154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9" name="Google Shape;11549;p197"/>
              <p:cNvCxnSpPr>
                <a:stCxn id="11534" idx="7"/>
                <a:endCxn id="1153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0" name="Google Shape;11550;p197"/>
              <p:cNvCxnSpPr>
                <a:stCxn id="11540" idx="7"/>
                <a:endCxn id="1153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1" name="Google Shape;11551;p197"/>
              <p:cNvCxnSpPr>
                <a:stCxn id="11536" idx="0"/>
                <a:endCxn id="1153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2" name="Google Shape;11552;p197"/>
              <p:cNvCxnSpPr>
                <a:stCxn id="11541" idx="2"/>
                <a:endCxn id="1153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3" name="Google Shape;11553;p197"/>
              <p:cNvCxnSpPr>
                <a:stCxn id="11539" idx="7"/>
                <a:endCxn id="1154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54" name="Google Shape;11554;p197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55" name="Google Shape;11555;p197"/>
              <p:cNvCxnSpPr>
                <a:stCxn id="11541" idx="3"/>
                <a:endCxn id="1155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6" name="Google Shape;11556;p197"/>
              <p:cNvCxnSpPr>
                <a:stCxn id="11554" idx="2"/>
                <a:endCxn id="1153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7" name="Google Shape;11557;p197"/>
              <p:cNvCxnSpPr>
                <a:stCxn id="11554" idx="0"/>
                <a:endCxn id="1153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8" name="Google Shape;11558;p197"/>
              <p:cNvCxnSpPr>
                <a:stCxn id="11554" idx="1"/>
                <a:endCxn id="1153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59" name="Google Shape;11559;p197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60" name="Google Shape;11560;p197"/>
              <p:cNvCxnSpPr>
                <a:stCxn id="11536" idx="2"/>
                <a:endCxn id="1155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61" name="Google Shape;11561;p197"/>
              <p:cNvCxnSpPr>
                <a:stCxn id="11559" idx="3"/>
                <a:endCxn id="1153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62" name="Google Shape;11562;p197"/>
              <p:cNvCxnSpPr>
                <a:stCxn id="11537" idx="4"/>
                <a:endCxn id="1155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63" name="Google Shape;11563;p197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64" name="Google Shape;11564;p197"/>
              <p:cNvCxnSpPr>
                <a:stCxn id="11537" idx="0"/>
                <a:endCxn id="1156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65" name="Google Shape;11565;p197"/>
              <p:cNvCxnSpPr>
                <a:stCxn id="11538" idx="7"/>
                <a:endCxn id="1156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566" name="Google Shape;11566;p197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1567" name="Google Shape;11567;p197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68" name="Google Shape;11568;p197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69" name="Google Shape;11569;p197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70" name="Google Shape;11570;p197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71" name="Google Shape;11571;p197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72" name="Google Shape;11572;p197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73" name="Google Shape;11573;p197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74" name="Google Shape;11574;p197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75" name="Google Shape;11575;p197"/>
              <p:cNvCxnSpPr>
                <a:stCxn id="11572" idx="4"/>
                <a:endCxn id="1157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76" name="Google Shape;11576;p197"/>
              <p:cNvCxnSpPr>
                <a:stCxn id="11567" idx="7"/>
                <a:endCxn id="1157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77" name="Google Shape;11577;p197"/>
              <p:cNvCxnSpPr>
                <a:stCxn id="11571" idx="7"/>
                <a:endCxn id="1157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78" name="Google Shape;11578;p197"/>
              <p:cNvCxnSpPr>
                <a:stCxn id="11572" idx="6"/>
                <a:endCxn id="1156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79" name="Google Shape;11579;p197"/>
              <p:cNvCxnSpPr>
                <a:stCxn id="11570" idx="7"/>
                <a:endCxn id="1156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0" name="Google Shape;11580;p197"/>
              <p:cNvCxnSpPr>
                <a:stCxn id="11567" idx="6"/>
                <a:endCxn id="1157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1" name="Google Shape;11581;p197"/>
              <p:cNvCxnSpPr>
                <a:stCxn id="11573" idx="0"/>
                <a:endCxn id="1157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2" name="Google Shape;11582;p197"/>
              <p:cNvCxnSpPr>
                <a:stCxn id="11573" idx="5"/>
                <a:endCxn id="1156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3" name="Google Shape;11583;p197"/>
              <p:cNvCxnSpPr>
                <a:stCxn id="11569" idx="0"/>
                <a:endCxn id="1157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4" name="Google Shape;11584;p197"/>
              <p:cNvCxnSpPr>
                <a:stCxn id="11569" idx="7"/>
                <a:endCxn id="1157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5" name="Google Shape;11585;p197"/>
              <p:cNvCxnSpPr>
                <a:stCxn id="11570" idx="6"/>
                <a:endCxn id="1157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6" name="Google Shape;11586;p197"/>
              <p:cNvCxnSpPr>
                <a:stCxn id="11574" idx="0"/>
                <a:endCxn id="1156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7" name="Google Shape;11587;p197"/>
              <p:cNvCxnSpPr>
                <a:stCxn id="11572" idx="5"/>
                <a:endCxn id="1157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8" name="Google Shape;11588;p197"/>
              <p:cNvCxnSpPr>
                <a:stCxn id="11571" idx="6"/>
                <a:endCxn id="1157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9" name="Google Shape;11589;p197"/>
              <p:cNvCxnSpPr>
                <a:stCxn id="11571" idx="5"/>
                <a:endCxn id="1157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90" name="Google Shape;11590;p197"/>
              <p:cNvCxnSpPr>
                <a:stCxn id="11568" idx="4"/>
                <a:endCxn id="1156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91" name="Google Shape;11591;p197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92" name="Google Shape;11592;p197"/>
              <p:cNvCxnSpPr>
                <a:stCxn id="11574" idx="4"/>
                <a:endCxn id="1159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93" name="Google Shape;11593;p197"/>
              <p:cNvCxnSpPr>
                <a:stCxn id="11591" idx="1"/>
                <a:endCxn id="1156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94" name="Google Shape;11594;p197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95" name="Google Shape;11595;p197"/>
              <p:cNvCxnSpPr>
                <a:stCxn id="11591" idx="2"/>
                <a:endCxn id="1159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96" name="Google Shape;11596;p197"/>
              <p:cNvCxnSpPr>
                <a:stCxn id="11594" idx="1"/>
                <a:endCxn id="1157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97" name="Google Shape;11597;p197"/>
              <p:cNvCxnSpPr>
                <a:stCxn id="11594" idx="7"/>
                <a:endCxn id="1156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601" name="Shape 1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2" name="Google Shape;11602;p199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603" name="Google Shape;11603;p199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604" name="Google Shape;11604;p199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1605" name="Google Shape;11605;p199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1606" name="Google Shape;11606;p199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07" name="Google Shape;11607;p199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08" name="Google Shape;11608;p199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09" name="Google Shape;11609;p199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10" name="Google Shape;11610;p199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11" name="Google Shape;11611;p199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12" name="Google Shape;11612;p199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13" name="Google Shape;11613;p199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14" name="Google Shape;11614;p199"/>
              <p:cNvCxnSpPr>
                <a:stCxn id="11610" idx="5"/>
                <a:endCxn id="1160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5" name="Google Shape;11615;p199"/>
              <p:cNvCxnSpPr>
                <a:stCxn id="11611" idx="4"/>
                <a:endCxn id="1160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6" name="Google Shape;11616;p199"/>
              <p:cNvCxnSpPr>
                <a:stCxn id="11606" idx="6"/>
                <a:endCxn id="1160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7" name="Google Shape;11617;p199"/>
              <p:cNvCxnSpPr>
                <a:stCxn id="11606" idx="0"/>
                <a:endCxn id="1161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8" name="Google Shape;11618;p199"/>
              <p:cNvCxnSpPr>
                <a:stCxn id="11610" idx="7"/>
                <a:endCxn id="1161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9" name="Google Shape;11619;p199"/>
              <p:cNvCxnSpPr>
                <a:stCxn id="11611" idx="6"/>
                <a:endCxn id="1160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0" name="Google Shape;11620;p199"/>
              <p:cNvCxnSpPr>
                <a:stCxn id="11609" idx="7"/>
                <a:endCxn id="1160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1" name="Google Shape;11621;p199"/>
              <p:cNvCxnSpPr>
                <a:stCxn id="11606" idx="5"/>
                <a:endCxn id="1161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2" name="Google Shape;11622;p199"/>
              <p:cNvCxnSpPr>
                <a:stCxn id="11612" idx="7"/>
                <a:endCxn id="1160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3" name="Google Shape;11623;p199"/>
              <p:cNvCxnSpPr>
                <a:stCxn id="11612" idx="7"/>
                <a:endCxn id="1160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4" name="Google Shape;11624;p199"/>
              <p:cNvCxnSpPr>
                <a:stCxn id="11608" idx="0"/>
                <a:endCxn id="1160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5" name="Google Shape;11625;p199"/>
              <p:cNvCxnSpPr>
                <a:stCxn id="11608" idx="7"/>
                <a:endCxn id="1161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6" name="Google Shape;11626;p199"/>
              <p:cNvCxnSpPr>
                <a:stCxn id="11613" idx="1"/>
                <a:endCxn id="1160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7" name="Google Shape;11627;p199"/>
              <p:cNvCxnSpPr>
                <a:stCxn id="11610" idx="6"/>
                <a:endCxn id="1161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8" name="Google Shape;11628;p199"/>
              <p:cNvCxnSpPr>
                <a:stCxn id="11607" idx="4"/>
                <a:endCxn id="1160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9" name="Google Shape;11629;p199"/>
              <p:cNvCxnSpPr>
                <a:stCxn id="11606" idx="5"/>
                <a:endCxn id="1160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30" name="Google Shape;11630;p199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31" name="Google Shape;11631;p199"/>
              <p:cNvCxnSpPr>
                <a:stCxn id="11613" idx="2"/>
                <a:endCxn id="1163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32" name="Google Shape;11632;p199"/>
              <p:cNvCxnSpPr>
                <a:stCxn id="11630" idx="2"/>
                <a:endCxn id="1160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33" name="Google Shape;11633;p199"/>
              <p:cNvCxnSpPr>
                <a:stCxn id="11630" idx="0"/>
                <a:endCxn id="1160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34" name="Google Shape;11634;p199"/>
              <p:cNvCxnSpPr>
                <a:stCxn id="11630" idx="1"/>
                <a:endCxn id="1160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35" name="Google Shape;11635;p199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36" name="Google Shape;11636;p199"/>
              <p:cNvCxnSpPr>
                <a:stCxn id="11608" idx="2"/>
                <a:endCxn id="1163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37" name="Google Shape;11637;p199"/>
              <p:cNvCxnSpPr>
                <a:stCxn id="11635" idx="1"/>
                <a:endCxn id="1161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638" name="Google Shape;11638;p199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11639" name="Google Shape;11639;p199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0" name="Google Shape;11640;p199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1" name="Google Shape;11641;p199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2" name="Google Shape;11642;p199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3" name="Google Shape;11643;p199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4" name="Google Shape;11644;p199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5" name="Google Shape;11645;p199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46" name="Google Shape;11646;p199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47" name="Google Shape;11647;p199"/>
              <p:cNvCxnSpPr>
                <a:stCxn id="11643" idx="5"/>
                <a:endCxn id="1164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48" name="Google Shape;11648;p199"/>
              <p:cNvCxnSpPr>
                <a:stCxn id="11644" idx="4"/>
                <a:endCxn id="1164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49" name="Google Shape;11649;p199"/>
              <p:cNvCxnSpPr>
                <a:stCxn id="11639" idx="6"/>
                <a:endCxn id="1164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0" name="Google Shape;11650;p199"/>
              <p:cNvCxnSpPr>
                <a:stCxn id="11643" idx="7"/>
                <a:endCxn id="1164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1" name="Google Shape;11651;p199"/>
              <p:cNvCxnSpPr>
                <a:stCxn id="11644" idx="6"/>
                <a:endCxn id="1164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2" name="Google Shape;11652;p199"/>
              <p:cNvCxnSpPr>
                <a:stCxn id="11642" idx="7"/>
                <a:endCxn id="1164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3" name="Google Shape;11653;p199"/>
              <p:cNvCxnSpPr>
                <a:stCxn id="11639" idx="6"/>
                <a:endCxn id="1164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4" name="Google Shape;11654;p199"/>
              <p:cNvCxnSpPr>
                <a:stCxn id="11645" idx="7"/>
                <a:endCxn id="1164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5" name="Google Shape;11655;p199"/>
              <p:cNvCxnSpPr>
                <a:stCxn id="11645" idx="5"/>
                <a:endCxn id="1164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6" name="Google Shape;11656;p199"/>
              <p:cNvCxnSpPr>
                <a:stCxn id="11641" idx="0"/>
                <a:endCxn id="1164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7" name="Google Shape;11657;p199"/>
              <p:cNvCxnSpPr>
                <a:stCxn id="11641" idx="7"/>
                <a:endCxn id="1164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8" name="Google Shape;11658;p199"/>
              <p:cNvCxnSpPr>
                <a:stCxn id="11642" idx="6"/>
                <a:endCxn id="1164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9" name="Google Shape;11659;p199"/>
              <p:cNvCxnSpPr>
                <a:stCxn id="11646" idx="0"/>
                <a:endCxn id="1164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0" name="Google Shape;11660;p199"/>
              <p:cNvCxnSpPr>
                <a:stCxn id="11644" idx="5"/>
                <a:endCxn id="1164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1" name="Google Shape;11661;p199"/>
              <p:cNvCxnSpPr>
                <a:stCxn id="11643" idx="6"/>
                <a:endCxn id="1164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2" name="Google Shape;11662;p199"/>
              <p:cNvCxnSpPr>
                <a:stCxn id="11643" idx="4"/>
                <a:endCxn id="1164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3" name="Google Shape;11663;p199"/>
              <p:cNvCxnSpPr>
                <a:stCxn id="11640" idx="4"/>
                <a:endCxn id="1164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4" name="Google Shape;11664;p199"/>
              <p:cNvCxnSpPr>
                <a:stCxn id="11639" idx="6"/>
                <a:endCxn id="1164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65" name="Google Shape;11665;p199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66" name="Google Shape;11666;p199"/>
              <p:cNvCxnSpPr>
                <a:stCxn id="11646" idx="4"/>
                <a:endCxn id="1166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7" name="Google Shape;11667;p199"/>
              <p:cNvCxnSpPr>
                <a:stCxn id="11665" idx="2"/>
                <a:endCxn id="1164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8" name="Google Shape;11668;p199"/>
              <p:cNvCxnSpPr>
                <a:stCxn id="11665" idx="0"/>
                <a:endCxn id="1164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9" name="Google Shape;11669;p199"/>
              <p:cNvCxnSpPr>
                <a:stCxn id="11665" idx="1"/>
                <a:endCxn id="1164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70" name="Google Shape;11670;p199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71" name="Google Shape;11671;p199"/>
              <p:cNvCxnSpPr>
                <a:stCxn id="11665" idx="2"/>
                <a:endCxn id="1167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72" name="Google Shape;11672;p199"/>
              <p:cNvCxnSpPr>
                <a:stCxn id="11670" idx="1"/>
                <a:endCxn id="1164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73" name="Shape 1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" name="Google Shape;11674;p200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675" name="Google Shape;11675;p200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76" name="Google Shape;11676;p200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77" name="Google Shape;11677;p200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1678" name="Google Shape;11678;p200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1679" name="Google Shape;11679;p200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0" name="Google Shape;11680;p200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1" name="Google Shape;11681;p200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2" name="Google Shape;11682;p200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3" name="Google Shape;11683;p200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4" name="Google Shape;11684;p200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5" name="Google Shape;11685;p200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86" name="Google Shape;11686;p200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687" name="Google Shape;11687;p200"/>
              <p:cNvCxnSpPr>
                <a:stCxn id="11683" idx="5"/>
                <a:endCxn id="1168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88" name="Google Shape;11688;p200"/>
              <p:cNvCxnSpPr>
                <a:stCxn id="11684" idx="4"/>
                <a:endCxn id="1168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89" name="Google Shape;11689;p200"/>
              <p:cNvCxnSpPr>
                <a:stCxn id="11679" idx="6"/>
                <a:endCxn id="1168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0" name="Google Shape;11690;p200"/>
              <p:cNvCxnSpPr>
                <a:stCxn id="11683" idx="7"/>
                <a:endCxn id="1168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1" name="Google Shape;11691;p200"/>
              <p:cNvCxnSpPr>
                <a:stCxn id="11684" idx="6"/>
                <a:endCxn id="1168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2" name="Google Shape;11692;p200"/>
              <p:cNvCxnSpPr>
                <a:stCxn id="11682" idx="7"/>
                <a:endCxn id="1168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3" name="Google Shape;11693;p200"/>
              <p:cNvCxnSpPr>
                <a:stCxn id="11679" idx="6"/>
                <a:endCxn id="1168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4" name="Google Shape;11694;p200"/>
              <p:cNvCxnSpPr>
                <a:stCxn id="11685" idx="6"/>
                <a:endCxn id="1168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5" name="Google Shape;11695;p200"/>
              <p:cNvCxnSpPr>
                <a:stCxn id="11685" idx="6"/>
                <a:endCxn id="1168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6" name="Google Shape;11696;p200"/>
              <p:cNvCxnSpPr>
                <a:stCxn id="11681" idx="7"/>
                <a:endCxn id="1168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7" name="Google Shape;11697;p200"/>
              <p:cNvCxnSpPr>
                <a:stCxn id="11682" idx="6"/>
                <a:endCxn id="1168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8" name="Google Shape;11698;p200"/>
              <p:cNvCxnSpPr>
                <a:stCxn id="11686" idx="0"/>
                <a:endCxn id="1168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9" name="Google Shape;11699;p200"/>
              <p:cNvCxnSpPr>
                <a:stCxn id="11684" idx="5"/>
                <a:endCxn id="1168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00" name="Google Shape;11700;p200"/>
              <p:cNvCxnSpPr>
                <a:stCxn id="11683" idx="6"/>
                <a:endCxn id="1168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01" name="Google Shape;11701;p200"/>
              <p:cNvCxnSpPr>
                <a:stCxn id="11683" idx="4"/>
                <a:endCxn id="1168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02" name="Google Shape;11702;p200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03" name="Google Shape;11703;p200"/>
              <p:cNvCxnSpPr>
                <a:stCxn id="11686" idx="4"/>
                <a:endCxn id="1170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04" name="Google Shape;11704;p200"/>
              <p:cNvCxnSpPr>
                <a:stCxn id="11702" idx="1"/>
                <a:endCxn id="1168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05" name="Google Shape;11705;p200"/>
              <p:cNvCxnSpPr>
                <a:stCxn id="11702" idx="1"/>
                <a:endCxn id="1168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06" name="Google Shape;11706;p200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07" name="Google Shape;11707;p200"/>
              <p:cNvCxnSpPr>
                <a:stCxn id="11684" idx="0"/>
                <a:endCxn id="1170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08" name="Google Shape;11708;p200"/>
              <p:cNvCxnSpPr>
                <a:stCxn id="11680" idx="0"/>
                <a:endCxn id="1170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709" name="Google Shape;11709;p200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10" name="Google Shape;11710;p200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1" name="Google Shape;11711;p200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2" name="Google Shape;11712;p200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3" name="Google Shape;11713;p200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4" name="Google Shape;11714;p200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5" name="Google Shape;11715;p200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6" name="Google Shape;11716;p200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7" name="Google Shape;11717;p200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18" name="Google Shape;11718;p200"/>
              <p:cNvCxnSpPr>
                <a:stCxn id="11714" idx="5"/>
                <a:endCxn id="1171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19" name="Google Shape;11719;p200"/>
              <p:cNvCxnSpPr>
                <a:stCxn id="11715" idx="4"/>
                <a:endCxn id="1171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0" name="Google Shape;11720;p200"/>
              <p:cNvCxnSpPr>
                <a:stCxn id="11710" idx="6"/>
                <a:endCxn id="1171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1" name="Google Shape;11721;p200"/>
              <p:cNvCxnSpPr>
                <a:stCxn id="11710" idx="0"/>
                <a:endCxn id="1171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2" name="Google Shape;11722;p200"/>
              <p:cNvCxnSpPr>
                <a:stCxn id="11714" idx="7"/>
                <a:endCxn id="1171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3" name="Google Shape;11723;p200"/>
              <p:cNvCxnSpPr>
                <a:stCxn id="11715" idx="6"/>
                <a:endCxn id="1171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4" name="Google Shape;11724;p200"/>
              <p:cNvCxnSpPr>
                <a:stCxn id="11713" idx="7"/>
                <a:endCxn id="1171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5" name="Google Shape;11725;p200"/>
              <p:cNvCxnSpPr>
                <a:stCxn id="11710" idx="5"/>
                <a:endCxn id="1171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6" name="Google Shape;11726;p200"/>
              <p:cNvCxnSpPr>
                <a:stCxn id="11716" idx="7"/>
                <a:endCxn id="1171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7" name="Google Shape;11727;p200"/>
              <p:cNvCxnSpPr>
                <a:stCxn id="11716" idx="7"/>
                <a:endCxn id="1171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8" name="Google Shape;11728;p200"/>
              <p:cNvCxnSpPr>
                <a:stCxn id="11712" idx="0"/>
                <a:endCxn id="1171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9" name="Google Shape;11729;p200"/>
              <p:cNvCxnSpPr>
                <a:stCxn id="11717" idx="1"/>
                <a:endCxn id="1171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0" name="Google Shape;11730;p200"/>
              <p:cNvCxnSpPr>
                <a:stCxn id="11714" idx="6"/>
                <a:endCxn id="1171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1" name="Google Shape;11731;p200"/>
              <p:cNvCxnSpPr>
                <a:stCxn id="11711" idx="4"/>
                <a:endCxn id="1171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32" name="Google Shape;11732;p200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33" name="Google Shape;11733;p200"/>
              <p:cNvCxnSpPr>
                <a:stCxn id="11717" idx="2"/>
                <a:endCxn id="1173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4" name="Google Shape;11734;p200"/>
              <p:cNvCxnSpPr>
                <a:stCxn id="11732" idx="2"/>
                <a:endCxn id="1171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5" name="Google Shape;11735;p200"/>
              <p:cNvCxnSpPr>
                <a:stCxn id="11732" idx="0"/>
                <a:endCxn id="1171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6" name="Google Shape;11736;p200"/>
              <p:cNvCxnSpPr>
                <a:stCxn id="11732" idx="1"/>
                <a:endCxn id="1171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37" name="Google Shape;11737;p200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38" name="Google Shape;11738;p200"/>
              <p:cNvCxnSpPr>
                <a:stCxn id="11712" idx="3"/>
                <a:endCxn id="1173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9" name="Google Shape;11739;p200"/>
              <p:cNvCxnSpPr>
                <a:stCxn id="11737" idx="0"/>
                <a:endCxn id="1171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40" name="Google Shape;11740;p200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41" name="Google Shape;11741;p200"/>
              <p:cNvCxnSpPr>
                <a:stCxn id="11710" idx="6"/>
                <a:endCxn id="1174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2" name="Google Shape;11742;p200"/>
              <p:cNvCxnSpPr>
                <a:stCxn id="11716" idx="0"/>
                <a:endCxn id="1174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3" name="Google Shape;11743;p200"/>
              <p:cNvCxnSpPr>
                <a:stCxn id="11740" idx="6"/>
                <a:endCxn id="1171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44" name="Google Shape;11744;p200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45" name="Google Shape;11745;p200"/>
              <p:cNvCxnSpPr>
                <a:stCxn id="11737" idx="5"/>
                <a:endCxn id="1174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6" name="Google Shape;11746;p200"/>
              <p:cNvCxnSpPr>
                <a:stCxn id="11744" idx="7"/>
                <a:endCxn id="1171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47" name="Google Shape;11747;p200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48" name="Google Shape;11748;p200"/>
              <p:cNvCxnSpPr>
                <a:stCxn id="11737" idx="0"/>
                <a:endCxn id="1174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9" name="Google Shape;11749;p200"/>
              <p:cNvCxnSpPr>
                <a:stCxn id="11747" idx="1"/>
                <a:endCxn id="1171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50" name="Google Shape;11750;p200"/>
              <p:cNvCxnSpPr>
                <a:stCxn id="11747" idx="6"/>
                <a:endCxn id="1171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51" name="Shape 1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2" name="Google Shape;11752;p20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53" name="Google Shape;11753;p201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1754" name="Google Shape;11754;p201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1755" name="Google Shape;11755;p201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1756" name="Google Shape;11756;p201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7" name="Google Shape;11757;p201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8" name="Google Shape;11758;p201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9" name="Google Shape;11759;p201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0" name="Google Shape;11760;p201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1" name="Google Shape;11761;p201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2" name="Google Shape;11762;p201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3" name="Google Shape;11763;p201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64" name="Google Shape;11764;p201"/>
              <p:cNvCxnSpPr>
                <a:stCxn id="11760" idx="5"/>
                <a:endCxn id="1175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5" name="Google Shape;11765;p201"/>
              <p:cNvCxnSpPr>
                <a:stCxn id="11761" idx="4"/>
                <a:endCxn id="1175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6" name="Google Shape;11766;p201"/>
              <p:cNvCxnSpPr>
                <a:stCxn id="11756" idx="6"/>
                <a:endCxn id="1176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7" name="Google Shape;11767;p201"/>
              <p:cNvCxnSpPr>
                <a:stCxn id="11760" idx="7"/>
                <a:endCxn id="1176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8" name="Google Shape;11768;p201"/>
              <p:cNvCxnSpPr>
                <a:stCxn id="11761" idx="6"/>
                <a:endCxn id="1175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9" name="Google Shape;11769;p201"/>
              <p:cNvCxnSpPr>
                <a:stCxn id="11759" idx="7"/>
                <a:endCxn id="1175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0" name="Google Shape;11770;p201"/>
              <p:cNvCxnSpPr>
                <a:stCxn id="11756" idx="6"/>
                <a:endCxn id="1176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1" name="Google Shape;11771;p201"/>
              <p:cNvCxnSpPr>
                <a:stCxn id="11762" idx="6"/>
                <a:endCxn id="1175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2" name="Google Shape;11772;p201"/>
              <p:cNvCxnSpPr>
                <a:stCxn id="11762" idx="5"/>
                <a:endCxn id="1175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3" name="Google Shape;11773;p201"/>
              <p:cNvCxnSpPr>
                <a:stCxn id="11758" idx="0"/>
                <a:endCxn id="1175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4" name="Google Shape;11774;p201"/>
              <p:cNvCxnSpPr>
                <a:stCxn id="11758" idx="7"/>
                <a:endCxn id="1176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5" name="Google Shape;11775;p201"/>
              <p:cNvCxnSpPr>
                <a:stCxn id="11759" idx="6"/>
                <a:endCxn id="1176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6" name="Google Shape;11776;p201"/>
              <p:cNvCxnSpPr>
                <a:stCxn id="11763" idx="0"/>
                <a:endCxn id="1175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7" name="Google Shape;11777;p201"/>
              <p:cNvCxnSpPr>
                <a:stCxn id="11761" idx="5"/>
                <a:endCxn id="1176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8" name="Google Shape;11778;p201"/>
              <p:cNvCxnSpPr>
                <a:stCxn id="11760" idx="6"/>
                <a:endCxn id="1176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9" name="Google Shape;11779;p201"/>
              <p:cNvCxnSpPr>
                <a:stCxn id="11760" idx="4"/>
                <a:endCxn id="1175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0" name="Google Shape;11780;p201"/>
              <p:cNvCxnSpPr>
                <a:stCxn id="11757" idx="4"/>
                <a:endCxn id="1175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81" name="Google Shape;11781;p201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82" name="Google Shape;11782;p201"/>
              <p:cNvCxnSpPr>
                <a:stCxn id="11763" idx="4"/>
                <a:endCxn id="1178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3" name="Google Shape;11783;p201"/>
              <p:cNvCxnSpPr>
                <a:stCxn id="11781" idx="1"/>
                <a:endCxn id="1175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4" name="Google Shape;11784;p201"/>
              <p:cNvCxnSpPr>
                <a:stCxn id="11781" idx="0"/>
                <a:endCxn id="1175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5" name="Google Shape;11785;p201"/>
              <p:cNvCxnSpPr>
                <a:stCxn id="11781" idx="1"/>
                <a:endCxn id="1175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86" name="Google Shape;11786;p201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87" name="Google Shape;11787;p201"/>
              <p:cNvCxnSpPr>
                <a:stCxn id="11781" idx="2"/>
                <a:endCxn id="1178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8" name="Google Shape;11788;p201"/>
              <p:cNvCxnSpPr>
                <a:stCxn id="11786" idx="1"/>
                <a:endCxn id="1176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9" name="Google Shape;11789;p201"/>
              <p:cNvCxnSpPr>
                <a:stCxn id="11786" idx="7"/>
                <a:endCxn id="1175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790" name="Google Shape;11790;p201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1791" name="Google Shape;11791;p201"/>
              <p:cNvCxnSpPr>
                <a:stCxn id="11792" idx="6"/>
                <a:endCxn id="1179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93" name="Google Shape;11793;p201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94" name="Google Shape;11794;p201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95" name="Google Shape;11795;p201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96" name="Google Shape;11796;p201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97" name="Google Shape;11797;p201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98" name="Google Shape;11798;p201"/>
              <p:cNvCxnSpPr>
                <a:stCxn id="11797" idx="4"/>
                <a:endCxn id="1179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9" name="Google Shape;11799;p201"/>
              <p:cNvCxnSpPr>
                <a:stCxn id="11796" idx="4"/>
                <a:endCxn id="1179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0" name="Google Shape;11800;p201"/>
              <p:cNvCxnSpPr>
                <a:stCxn id="11796" idx="5"/>
                <a:endCxn id="1179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1" name="Google Shape;11801;p201"/>
              <p:cNvCxnSpPr>
                <a:stCxn id="11796" idx="0"/>
                <a:endCxn id="1179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2" name="Google Shape;11802;p201"/>
              <p:cNvCxnSpPr>
                <a:stCxn id="11796" idx="7"/>
                <a:endCxn id="1179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3" name="Google Shape;11803;p201"/>
              <p:cNvCxnSpPr>
                <a:stCxn id="11794" idx="5"/>
                <a:endCxn id="1179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4" name="Google Shape;11804;p201"/>
              <p:cNvCxnSpPr>
                <a:stCxn id="11794" idx="6"/>
                <a:endCxn id="1179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5" name="Google Shape;11805;p201"/>
              <p:cNvCxnSpPr>
                <a:stCxn id="11806" idx="1"/>
                <a:endCxn id="1179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7" name="Google Shape;11807;p201"/>
              <p:cNvCxnSpPr>
                <a:stCxn id="11797" idx="0"/>
                <a:endCxn id="1179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8" name="Google Shape;11808;p201"/>
              <p:cNvCxnSpPr>
                <a:stCxn id="11797" idx="0"/>
                <a:endCxn id="1180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09" name="Google Shape;11809;p201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10" name="Google Shape;11810;p201"/>
              <p:cNvCxnSpPr>
                <a:stCxn id="11794" idx="5"/>
                <a:endCxn id="1180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1" name="Google Shape;11811;p201"/>
              <p:cNvCxnSpPr>
                <a:stCxn id="11806" idx="7"/>
                <a:endCxn id="1180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2" name="Google Shape;11812;p201"/>
              <p:cNvCxnSpPr>
                <a:stCxn id="11809" idx="6"/>
                <a:endCxn id="1179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13" name="Google Shape;11813;p201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14" name="Google Shape;11814;p201"/>
              <p:cNvCxnSpPr>
                <a:stCxn id="11813" idx="0"/>
                <a:endCxn id="1179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5" name="Google Shape;11815;p201"/>
              <p:cNvCxnSpPr>
                <a:stCxn id="11813" idx="6"/>
                <a:endCxn id="1179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6" name="Google Shape;11816;p201"/>
              <p:cNvCxnSpPr>
                <a:stCxn id="11813" idx="5"/>
                <a:endCxn id="1179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7" name="Google Shape;11817;p201"/>
              <p:cNvCxnSpPr>
                <a:stCxn id="11813" idx="5"/>
                <a:endCxn id="1179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06" name="Google Shape;11806;p201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92" name="Google Shape;11792;p201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818" name="Google Shape;11818;p201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11819" name="Google Shape;11819;p20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20" name="Google Shape;11820;p20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21" name="Google Shape;11821;p20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22" name="Google Shape;11822;p20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823" name="Shape 1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4" name="Google Shape;11824;p20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25" name="Google Shape;11825;p202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26" name="Google Shape;11826;p202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27" name="Google Shape;11827;p202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28" name="Google Shape;11828;p202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829" name="Google Shape;11829;p202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1830" name="Google Shape;11830;p202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1831" name="Google Shape;11831;p202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2" name="Google Shape;11832;p202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3" name="Google Shape;11833;p202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4" name="Google Shape;11834;p202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5" name="Google Shape;11835;p202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6" name="Google Shape;11836;p202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7" name="Google Shape;11837;p202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8" name="Google Shape;11838;p202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39" name="Google Shape;11839;p202"/>
              <p:cNvCxnSpPr>
                <a:stCxn id="11835" idx="5"/>
                <a:endCxn id="1183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0" name="Google Shape;11840;p202"/>
              <p:cNvCxnSpPr>
                <a:stCxn id="11836" idx="4"/>
                <a:endCxn id="1183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1" name="Google Shape;11841;p202"/>
              <p:cNvCxnSpPr>
                <a:stCxn id="11831" idx="6"/>
                <a:endCxn id="1183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2" name="Google Shape;11842;p202"/>
              <p:cNvCxnSpPr>
                <a:stCxn id="11835" idx="7"/>
                <a:endCxn id="1183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3" name="Google Shape;11843;p202"/>
              <p:cNvCxnSpPr>
                <a:stCxn id="11836" idx="6"/>
                <a:endCxn id="1183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4" name="Google Shape;11844;p202"/>
              <p:cNvCxnSpPr>
                <a:stCxn id="11834" idx="7"/>
                <a:endCxn id="1183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5" name="Google Shape;11845;p202"/>
              <p:cNvCxnSpPr>
                <a:stCxn id="11831" idx="6"/>
                <a:endCxn id="1183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6" name="Google Shape;11846;p202"/>
              <p:cNvCxnSpPr>
                <a:stCxn id="11837" idx="6"/>
                <a:endCxn id="1183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7" name="Google Shape;11847;p202"/>
              <p:cNvCxnSpPr>
                <a:stCxn id="11837" idx="5"/>
                <a:endCxn id="1183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8" name="Google Shape;11848;p202"/>
              <p:cNvCxnSpPr>
                <a:stCxn id="11833" idx="0"/>
                <a:endCxn id="1183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9" name="Google Shape;11849;p202"/>
              <p:cNvCxnSpPr>
                <a:stCxn id="11833" idx="7"/>
                <a:endCxn id="1183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0" name="Google Shape;11850;p202"/>
              <p:cNvCxnSpPr>
                <a:stCxn id="11834" idx="6"/>
                <a:endCxn id="1183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1" name="Google Shape;11851;p202"/>
              <p:cNvCxnSpPr>
                <a:stCxn id="11838" idx="0"/>
                <a:endCxn id="1183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2" name="Google Shape;11852;p202"/>
              <p:cNvCxnSpPr>
                <a:stCxn id="11836" idx="5"/>
                <a:endCxn id="1183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3" name="Google Shape;11853;p202"/>
              <p:cNvCxnSpPr>
                <a:stCxn id="11835" idx="6"/>
                <a:endCxn id="1183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4" name="Google Shape;11854;p202"/>
              <p:cNvCxnSpPr>
                <a:stCxn id="11835" idx="4"/>
                <a:endCxn id="1183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5" name="Google Shape;11855;p202"/>
              <p:cNvCxnSpPr>
                <a:stCxn id="11832" idx="4"/>
                <a:endCxn id="1183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56" name="Google Shape;11856;p202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57" name="Google Shape;11857;p202"/>
              <p:cNvCxnSpPr>
                <a:stCxn id="11838" idx="4"/>
                <a:endCxn id="1185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8" name="Google Shape;11858;p202"/>
              <p:cNvCxnSpPr>
                <a:stCxn id="11856" idx="1"/>
                <a:endCxn id="1183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9" name="Google Shape;11859;p202"/>
              <p:cNvCxnSpPr>
                <a:stCxn id="11856" idx="0"/>
                <a:endCxn id="1183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0" name="Google Shape;11860;p202"/>
              <p:cNvCxnSpPr>
                <a:stCxn id="11856" idx="1"/>
                <a:endCxn id="1183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61" name="Google Shape;11861;p202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62" name="Google Shape;11862;p202"/>
              <p:cNvCxnSpPr>
                <a:stCxn id="11856" idx="2"/>
                <a:endCxn id="1186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3" name="Google Shape;11863;p202"/>
              <p:cNvCxnSpPr>
                <a:stCxn id="11861" idx="1"/>
                <a:endCxn id="1183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4" name="Google Shape;11864;p202"/>
              <p:cNvCxnSpPr>
                <a:stCxn id="11861" idx="7"/>
                <a:endCxn id="1183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865" name="Google Shape;11865;p202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1866" name="Google Shape;11866;p202"/>
              <p:cNvCxnSpPr>
                <a:stCxn id="11867" idx="6"/>
                <a:endCxn id="1186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68" name="Google Shape;11868;p202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69" name="Google Shape;11869;p202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70" name="Google Shape;11870;p202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71" name="Google Shape;11871;p202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72" name="Google Shape;11872;p202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73" name="Google Shape;11873;p202"/>
              <p:cNvCxnSpPr>
                <a:stCxn id="11872" idx="4"/>
                <a:endCxn id="1187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4" name="Google Shape;11874;p202"/>
              <p:cNvCxnSpPr>
                <a:stCxn id="11871" idx="4"/>
                <a:endCxn id="1187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5" name="Google Shape;11875;p202"/>
              <p:cNvCxnSpPr>
                <a:stCxn id="11871" idx="5"/>
                <a:endCxn id="1187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6" name="Google Shape;11876;p202"/>
              <p:cNvCxnSpPr>
                <a:stCxn id="11871" idx="0"/>
                <a:endCxn id="1186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7" name="Google Shape;11877;p202"/>
              <p:cNvCxnSpPr>
                <a:stCxn id="11871" idx="7"/>
                <a:endCxn id="1186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8" name="Google Shape;11878;p202"/>
              <p:cNvCxnSpPr>
                <a:stCxn id="11869" idx="5"/>
                <a:endCxn id="1186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9" name="Google Shape;11879;p202"/>
              <p:cNvCxnSpPr>
                <a:stCxn id="11869" idx="6"/>
                <a:endCxn id="1186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0" name="Google Shape;11880;p202"/>
              <p:cNvCxnSpPr>
                <a:stCxn id="11881" idx="1"/>
                <a:endCxn id="1186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2" name="Google Shape;11882;p202"/>
              <p:cNvCxnSpPr>
                <a:stCxn id="11872" idx="0"/>
                <a:endCxn id="1186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3" name="Google Shape;11883;p202"/>
              <p:cNvCxnSpPr>
                <a:stCxn id="11872" idx="0"/>
                <a:endCxn id="1188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84" name="Google Shape;11884;p202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85" name="Google Shape;11885;p202"/>
              <p:cNvCxnSpPr>
                <a:stCxn id="11869" idx="5"/>
                <a:endCxn id="1188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6" name="Google Shape;11886;p202"/>
              <p:cNvCxnSpPr>
                <a:stCxn id="11881" idx="7"/>
                <a:endCxn id="1188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7" name="Google Shape;11887;p202"/>
              <p:cNvCxnSpPr>
                <a:stCxn id="11884" idx="6"/>
                <a:endCxn id="1186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88" name="Google Shape;11888;p202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889" name="Google Shape;11889;p202"/>
              <p:cNvCxnSpPr>
                <a:stCxn id="11888" idx="0"/>
                <a:endCxn id="1186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0" name="Google Shape;11890;p202"/>
              <p:cNvCxnSpPr>
                <a:stCxn id="11888" idx="6"/>
                <a:endCxn id="1186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1" name="Google Shape;11891;p202"/>
              <p:cNvCxnSpPr>
                <a:stCxn id="11888" idx="5"/>
                <a:endCxn id="1187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2" name="Google Shape;11892;p202"/>
              <p:cNvCxnSpPr>
                <a:stCxn id="11888" idx="5"/>
                <a:endCxn id="1187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81" name="Google Shape;11881;p202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67" name="Google Shape;11867;p202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1893" name="Google Shape;11893;p202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1894" name="Google Shape;11894;p202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1895" name="Google Shape;11895;p202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96" name="Google Shape;11896;p202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97" name="Google Shape;11897;p202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98" name="Google Shape;11898;p202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899" name="Google Shape;11899;p202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1900" name="Google Shape;11900;p20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01" name="Google Shape;11901;p20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02" name="Google Shape;11902;p20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03" name="Shape 1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4" name="Google Shape;11904;p2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1905" name="Google Shape;11905;p203"/>
          <p:cNvCxnSpPr>
            <a:stCxn id="11906" idx="6"/>
            <a:endCxn id="1190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08" name="Google Shape;11908;p203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11909" name="Google Shape;11909;p203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11910" name="Google Shape;11910;p203"/>
              <p:cNvCxnSpPr>
                <a:stCxn id="11907" idx="7"/>
                <a:endCxn id="1191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11" name="Google Shape;11911;p203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12" name="Google Shape;11912;p203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13" name="Google Shape;11913;p203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07" name="Google Shape;11907;p203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14" name="Google Shape;11914;p203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15" name="Google Shape;11915;p203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16" name="Google Shape;11916;p203"/>
              <p:cNvCxnSpPr>
                <a:stCxn id="11915" idx="4"/>
                <a:endCxn id="1191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7" name="Google Shape;11917;p203"/>
              <p:cNvCxnSpPr>
                <a:stCxn id="11914" idx="4"/>
                <a:endCxn id="1191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8" name="Google Shape;11918;p203"/>
              <p:cNvCxnSpPr>
                <a:stCxn id="11914" idx="5"/>
                <a:endCxn id="1191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9" name="Google Shape;11919;p203"/>
              <p:cNvCxnSpPr>
                <a:stCxn id="11914" idx="0"/>
                <a:endCxn id="1191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0" name="Google Shape;11920;p203"/>
              <p:cNvCxnSpPr>
                <a:stCxn id="11914" idx="0"/>
                <a:endCxn id="1190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1" name="Google Shape;11921;p203"/>
              <p:cNvCxnSpPr>
                <a:stCxn id="11912" idx="5"/>
                <a:endCxn id="1190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2" name="Google Shape;11922;p203"/>
              <p:cNvCxnSpPr>
                <a:stCxn id="11912" idx="6"/>
                <a:endCxn id="1191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3" name="Google Shape;11923;p203"/>
              <p:cNvCxnSpPr>
                <a:stCxn id="11907" idx="1"/>
                <a:endCxn id="1191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4" name="Google Shape;11924;p203"/>
              <p:cNvCxnSpPr>
                <a:stCxn id="11915" idx="0"/>
                <a:endCxn id="1190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5" name="Google Shape;11925;p203"/>
              <p:cNvCxnSpPr>
                <a:stCxn id="11915" idx="0"/>
                <a:endCxn id="1190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06" name="Google Shape;11906;p20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926" name="Google Shape;11926;p203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11927" name="Google Shape;11927;p203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28" name="Google Shape;11928;p203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29" name="Google Shape;11929;p203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30" name="Google Shape;11930;p203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31" name="Google Shape;11931;p203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32" name="Google Shape;11932;p203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33" name="Google Shape;11933;p203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34" name="Google Shape;11934;p203"/>
              <p:cNvCxnSpPr>
                <a:stCxn id="11933" idx="7"/>
                <a:endCxn id="1192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5" name="Google Shape;11935;p203"/>
              <p:cNvCxnSpPr>
                <a:stCxn id="11928" idx="0"/>
                <a:endCxn id="1193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6" name="Google Shape;11936;p203"/>
              <p:cNvCxnSpPr>
                <a:stCxn id="11933" idx="0"/>
                <a:endCxn id="1193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7" name="Google Shape;11937;p203"/>
              <p:cNvCxnSpPr>
                <a:stCxn id="11929" idx="4"/>
                <a:endCxn id="1193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8" name="Google Shape;11938;p203"/>
              <p:cNvCxnSpPr>
                <a:stCxn id="11931" idx="2"/>
                <a:endCxn id="1192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9" name="Google Shape;11939;p203"/>
              <p:cNvCxnSpPr>
                <a:stCxn id="11930" idx="2"/>
                <a:endCxn id="1192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0" name="Google Shape;11940;p203"/>
              <p:cNvCxnSpPr>
                <a:stCxn id="11927" idx="1"/>
                <a:endCxn id="1193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1" name="Google Shape;11941;p203"/>
              <p:cNvCxnSpPr>
                <a:stCxn id="11927" idx="2"/>
                <a:endCxn id="1193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2" name="Google Shape;11942;p203"/>
              <p:cNvCxnSpPr>
                <a:stCxn id="11930" idx="3"/>
                <a:endCxn id="1193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3" name="Google Shape;11943;p203"/>
              <p:cNvCxnSpPr>
                <a:stCxn id="11931" idx="3"/>
                <a:endCxn id="1192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44" name="Google Shape;11944;p203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45" name="Google Shape;11945;p203"/>
              <p:cNvCxnSpPr>
                <a:endCxn id="1194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6" name="Google Shape;11946;p203"/>
              <p:cNvCxnSpPr>
                <a:stCxn id="11932" idx="3"/>
                <a:endCxn id="1194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47" name="Google Shape;11947;p203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48" name="Google Shape;11948;p203"/>
              <p:cNvCxnSpPr>
                <a:stCxn id="11932" idx="1"/>
                <a:endCxn id="1194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9" name="Google Shape;11949;p203"/>
              <p:cNvCxnSpPr>
                <a:stCxn id="11944" idx="0"/>
                <a:endCxn id="1194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50" name="Google Shape;11950;p203"/>
              <p:cNvCxnSpPr>
                <a:stCxn id="11929" idx="2"/>
                <a:endCxn id="1194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51" name="Google Shape;11951;p203"/>
              <p:cNvCxnSpPr>
                <a:stCxn id="11930" idx="2"/>
                <a:endCxn id="1194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52" name="Google Shape;11952;p203"/>
              <p:cNvCxnSpPr>
                <a:stCxn id="11927" idx="2"/>
                <a:endCxn id="1192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953" name="Google Shape;11953;p203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11954" name="Google Shape;11954;p203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11955" name="Google Shape;11955;p20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56" name="Google Shape;11956;p20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57" name="Google Shape;11957;p203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58" name="Google Shape;11958;p20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959" name="Google Shape;11959;p203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11960" name="Google Shape;11960;p20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61" name="Google Shape;11961;p20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62" name="Google Shape;11962;p20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63" name="Shape 1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4" name="Google Shape;11964;p204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65" name="Google Shape;11965;p204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1966" name="Google Shape;11966;p204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1967" name="Google Shape;11967;p204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11968" name="Google Shape;11968;p204"/>
            <p:cNvCxnSpPr>
              <a:stCxn id="11969" idx="7"/>
              <a:endCxn id="1197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70" name="Google Shape;11970;p204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71" name="Google Shape;11971;p204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72" name="Google Shape;11972;p204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73" name="Google Shape;11973;p204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74" name="Google Shape;11974;p204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75" name="Google Shape;11975;p204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1976" name="Google Shape;11976;p204"/>
            <p:cNvCxnSpPr>
              <a:stCxn id="11975" idx="4"/>
              <a:endCxn id="1197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7" name="Google Shape;11977;p204"/>
            <p:cNvCxnSpPr>
              <a:stCxn id="11974" idx="4"/>
              <a:endCxn id="1197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8" name="Google Shape;11978;p204"/>
            <p:cNvCxnSpPr>
              <a:stCxn id="11974" idx="5"/>
              <a:endCxn id="1197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9" name="Google Shape;11979;p204"/>
            <p:cNvCxnSpPr>
              <a:stCxn id="11974" idx="0"/>
              <a:endCxn id="1197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0" name="Google Shape;11980;p204"/>
            <p:cNvCxnSpPr>
              <a:stCxn id="11974" idx="7"/>
              <a:endCxn id="1196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1" name="Google Shape;11981;p204"/>
            <p:cNvCxnSpPr>
              <a:stCxn id="11971" idx="5"/>
              <a:endCxn id="1196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2" name="Google Shape;11982;p204"/>
            <p:cNvCxnSpPr>
              <a:stCxn id="11971" idx="6"/>
              <a:endCxn id="1197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3" name="Google Shape;11983;p204"/>
            <p:cNvCxnSpPr>
              <a:stCxn id="11973" idx="2"/>
              <a:endCxn id="1197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4" name="Google Shape;11984;p204"/>
            <p:cNvCxnSpPr>
              <a:stCxn id="11975" idx="0"/>
              <a:endCxn id="1196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5" name="Google Shape;11985;p204"/>
            <p:cNvCxnSpPr>
              <a:stCxn id="11975" idx="0"/>
              <a:endCxn id="1197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69" name="Google Shape;11969;p204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986" name="Google Shape;11986;p204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11987" name="Google Shape;11987;p204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88" name="Google Shape;11988;p204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89" name="Google Shape;11989;p204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90" name="Google Shape;11990;p204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91" name="Shape 1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2" name="Google Shape;11992;p205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1993" name="Google Shape;11993;p205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11994" name="Google Shape;11994;p205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11995" name="Google Shape;11995;p205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96" name="Google Shape;11996;p205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97" name="Google Shape;11997;p205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98" name="Google Shape;11998;p205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99" name="Google Shape;11999;p205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00" name="Google Shape;12000;p205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01" name="Google Shape;12001;p205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02" name="Google Shape;12002;p205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03" name="Google Shape;12003;p205"/>
              <p:cNvCxnSpPr>
                <a:stCxn id="11999" idx="5"/>
                <a:endCxn id="1199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4" name="Google Shape;12004;p205"/>
              <p:cNvCxnSpPr>
                <a:stCxn id="12000" idx="4"/>
                <a:endCxn id="1199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5" name="Google Shape;12005;p205"/>
              <p:cNvCxnSpPr>
                <a:stCxn id="11995" idx="6"/>
                <a:endCxn id="1199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6" name="Google Shape;12006;p205"/>
              <p:cNvCxnSpPr>
                <a:stCxn id="11995" idx="0"/>
                <a:endCxn id="1199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7" name="Google Shape;12007;p205"/>
              <p:cNvCxnSpPr>
                <a:stCxn id="11999" idx="7"/>
                <a:endCxn id="1200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8" name="Google Shape;12008;p205"/>
              <p:cNvCxnSpPr>
                <a:stCxn id="12000" idx="6"/>
                <a:endCxn id="1199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9" name="Google Shape;12009;p205"/>
              <p:cNvCxnSpPr>
                <a:stCxn id="11998" idx="7"/>
                <a:endCxn id="1199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0" name="Google Shape;12010;p205"/>
              <p:cNvCxnSpPr>
                <a:stCxn id="11995" idx="5"/>
                <a:endCxn id="1200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1" name="Google Shape;12011;p205"/>
              <p:cNvCxnSpPr>
                <a:stCxn id="12001" idx="7"/>
                <a:endCxn id="1199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2" name="Google Shape;12012;p205"/>
              <p:cNvCxnSpPr>
                <a:stCxn id="12001" idx="6"/>
                <a:endCxn id="1199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3" name="Google Shape;12013;p205"/>
              <p:cNvCxnSpPr>
                <a:stCxn id="11997" idx="1"/>
                <a:endCxn id="1199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4" name="Google Shape;12014;p205"/>
              <p:cNvCxnSpPr>
                <a:stCxn id="12002" idx="1"/>
                <a:endCxn id="1199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5" name="Google Shape;12015;p205"/>
              <p:cNvCxnSpPr>
                <a:stCxn id="11999" idx="6"/>
                <a:endCxn id="1200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6" name="Google Shape;12016;p205"/>
              <p:cNvCxnSpPr>
                <a:stCxn id="11996" idx="4"/>
                <a:endCxn id="1199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7" name="Google Shape;12017;p205"/>
              <p:cNvCxnSpPr>
                <a:stCxn id="11995" idx="5"/>
                <a:endCxn id="1199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18" name="Google Shape;12018;p205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19" name="Google Shape;12019;p205"/>
              <p:cNvCxnSpPr>
                <a:stCxn id="12002" idx="2"/>
                <a:endCxn id="1201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20" name="Google Shape;12020;p205"/>
              <p:cNvCxnSpPr>
                <a:stCxn id="12018" idx="2"/>
                <a:endCxn id="1199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21" name="Google Shape;12021;p205"/>
              <p:cNvCxnSpPr>
                <a:stCxn id="12018" idx="0"/>
                <a:endCxn id="1199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22" name="Google Shape;12022;p205"/>
              <p:cNvCxnSpPr>
                <a:stCxn id="12018" idx="1"/>
                <a:endCxn id="1199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23" name="Google Shape;12023;p205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24" name="Google Shape;12024;p205"/>
              <p:cNvCxnSpPr>
                <a:stCxn id="11997" idx="3"/>
                <a:endCxn id="1202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25" name="Google Shape;12025;p205"/>
              <p:cNvCxnSpPr>
                <a:stCxn id="12023" idx="1"/>
                <a:endCxn id="1200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026" name="Google Shape;12026;p205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12027" name="Google Shape;12027;p205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28" name="Google Shape;12028;p205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29" name="Google Shape;12029;p205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30" name="Google Shape;12030;p205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31" name="Google Shape;12031;p205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32" name="Google Shape;12032;p205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33" name="Google Shape;12033;p205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34" name="Google Shape;12034;p205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35" name="Google Shape;12035;p205"/>
              <p:cNvCxnSpPr>
                <a:stCxn id="12031" idx="5"/>
                <a:endCxn id="1203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36" name="Google Shape;12036;p205"/>
              <p:cNvCxnSpPr>
                <a:stCxn id="12032" idx="4"/>
                <a:endCxn id="1203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37" name="Google Shape;12037;p205"/>
              <p:cNvCxnSpPr>
                <a:stCxn id="12027" idx="6"/>
                <a:endCxn id="1203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38" name="Google Shape;12038;p205"/>
              <p:cNvCxnSpPr>
                <a:stCxn id="12031" idx="7"/>
                <a:endCxn id="1203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39" name="Google Shape;12039;p205"/>
              <p:cNvCxnSpPr>
                <a:stCxn id="12032" idx="6"/>
                <a:endCxn id="1202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0" name="Google Shape;12040;p205"/>
              <p:cNvCxnSpPr>
                <a:stCxn id="12030" idx="7"/>
                <a:endCxn id="1202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1" name="Google Shape;12041;p205"/>
              <p:cNvCxnSpPr>
                <a:stCxn id="12027" idx="6"/>
                <a:endCxn id="1203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2" name="Google Shape;12042;p205"/>
              <p:cNvCxnSpPr>
                <a:stCxn id="12033" idx="7"/>
                <a:endCxn id="1203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3" name="Google Shape;12043;p205"/>
              <p:cNvCxnSpPr>
                <a:stCxn id="12033" idx="5"/>
                <a:endCxn id="1202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4" name="Google Shape;12044;p205"/>
              <p:cNvCxnSpPr>
                <a:stCxn id="12029" idx="0"/>
                <a:endCxn id="1203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5" name="Google Shape;12045;p205"/>
              <p:cNvCxnSpPr>
                <a:stCxn id="12029" idx="7"/>
                <a:endCxn id="1203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6" name="Google Shape;12046;p205"/>
              <p:cNvCxnSpPr>
                <a:stCxn id="12030" idx="6"/>
                <a:endCxn id="1203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7" name="Google Shape;12047;p205"/>
              <p:cNvCxnSpPr>
                <a:stCxn id="12034" idx="0"/>
                <a:endCxn id="1202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8" name="Google Shape;12048;p205"/>
              <p:cNvCxnSpPr>
                <a:stCxn id="12032" idx="5"/>
                <a:endCxn id="1203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9" name="Google Shape;12049;p205"/>
              <p:cNvCxnSpPr>
                <a:stCxn id="12031" idx="6"/>
                <a:endCxn id="1203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0" name="Google Shape;12050;p205"/>
              <p:cNvCxnSpPr>
                <a:stCxn id="12031" idx="4"/>
                <a:endCxn id="1202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1" name="Google Shape;12051;p205"/>
              <p:cNvCxnSpPr>
                <a:stCxn id="12028" idx="4"/>
                <a:endCxn id="1202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2" name="Google Shape;12052;p205"/>
              <p:cNvCxnSpPr>
                <a:stCxn id="12027" idx="6"/>
                <a:endCxn id="1202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53" name="Google Shape;12053;p205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54" name="Google Shape;12054;p205"/>
              <p:cNvCxnSpPr>
                <a:stCxn id="12034" idx="4"/>
                <a:endCxn id="1205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5" name="Google Shape;12055;p205"/>
              <p:cNvCxnSpPr>
                <a:stCxn id="12053" idx="2"/>
                <a:endCxn id="1202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6" name="Google Shape;12056;p205"/>
              <p:cNvCxnSpPr>
                <a:stCxn id="12053" idx="0"/>
                <a:endCxn id="1202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57" name="Google Shape;12057;p205"/>
              <p:cNvCxnSpPr>
                <a:stCxn id="12053" idx="1"/>
                <a:endCxn id="1203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58" name="Google Shape;12058;p205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59" name="Google Shape;12059;p205"/>
              <p:cNvCxnSpPr>
                <a:stCxn id="12053" idx="2"/>
                <a:endCxn id="1205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60" name="Google Shape;12060;p205"/>
              <p:cNvCxnSpPr>
                <a:stCxn id="12058" idx="1"/>
                <a:endCxn id="1203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61" name="Shape 1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" name="Google Shape;12062;p2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63" name="Google Shape;12063;p206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64" name="Google Shape;12064;p206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065" name="Google Shape;12065;p206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2066" name="Google Shape;12066;p206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2067" name="Google Shape;12067;p20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68" name="Google Shape;12068;p20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69" name="Google Shape;12069;p20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070" name="Google Shape;12070;p206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2071" name="Google Shape;12071;p206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2" name="Google Shape;12072;p20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3" name="Google Shape;12073;p20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4" name="Google Shape;12074;p20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075" name="Google Shape;12075;p206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12076" name="Google Shape;12076;p206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2077" name="Google Shape;12077;p206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8" name="Google Shape;12078;p206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9" name="Google Shape;12079;p206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80" name="Google Shape;12080;p206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81" name="Google Shape;12081;p206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82" name="Google Shape;12082;p206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83" name="Google Shape;12083;p206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84" name="Google Shape;12084;p206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85" name="Google Shape;12085;p206"/>
              <p:cNvCxnSpPr>
                <a:stCxn id="12081" idx="5"/>
                <a:endCxn id="1208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6" name="Google Shape;12086;p206"/>
              <p:cNvCxnSpPr>
                <a:stCxn id="12082" idx="4"/>
                <a:endCxn id="1208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7" name="Google Shape;12087;p206"/>
              <p:cNvCxnSpPr>
                <a:stCxn id="12077" idx="0"/>
                <a:endCxn id="1208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8" name="Google Shape;12088;p206"/>
              <p:cNvCxnSpPr>
                <a:stCxn id="12081" idx="6"/>
                <a:endCxn id="1208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89" name="Google Shape;12089;p206"/>
              <p:cNvCxnSpPr>
                <a:stCxn id="12082" idx="6"/>
                <a:endCxn id="1207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0" name="Google Shape;12090;p206"/>
              <p:cNvCxnSpPr>
                <a:stCxn id="12080" idx="6"/>
                <a:endCxn id="1207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1" name="Google Shape;12091;p206"/>
              <p:cNvCxnSpPr>
                <a:stCxn id="12077" idx="6"/>
                <a:endCxn id="1208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2" name="Google Shape;12092;p206"/>
              <p:cNvCxnSpPr>
                <a:stCxn id="12077" idx="7"/>
                <a:endCxn id="1208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3" name="Google Shape;12093;p206"/>
              <p:cNvCxnSpPr>
                <a:stCxn id="12083" idx="7"/>
                <a:endCxn id="1207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4" name="Google Shape;12094;p206"/>
              <p:cNvCxnSpPr>
                <a:stCxn id="12079" idx="0"/>
                <a:endCxn id="1208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5" name="Google Shape;12095;p206"/>
              <p:cNvCxnSpPr>
                <a:stCxn id="12084" idx="2"/>
                <a:endCxn id="1207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6" name="Google Shape;12096;p206"/>
              <p:cNvCxnSpPr>
                <a:stCxn id="12082" idx="7"/>
                <a:endCxn id="1208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97" name="Google Shape;12097;p206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98" name="Google Shape;12098;p206"/>
              <p:cNvCxnSpPr>
                <a:stCxn id="12084" idx="3"/>
                <a:endCxn id="1209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9" name="Google Shape;12099;p206"/>
              <p:cNvCxnSpPr>
                <a:stCxn id="12097" idx="2"/>
                <a:endCxn id="1207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0" name="Google Shape;12100;p206"/>
              <p:cNvCxnSpPr>
                <a:stCxn id="12097" idx="0"/>
                <a:endCxn id="1207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1" name="Google Shape;12101;p206"/>
              <p:cNvCxnSpPr>
                <a:stCxn id="12097" idx="1"/>
                <a:endCxn id="1208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02" name="Google Shape;12102;p206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03" name="Google Shape;12103;p206"/>
              <p:cNvCxnSpPr>
                <a:stCxn id="12079" idx="2"/>
                <a:endCxn id="1210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4" name="Google Shape;12104;p206"/>
              <p:cNvCxnSpPr>
                <a:stCxn id="12102" idx="3"/>
                <a:endCxn id="1207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5" name="Google Shape;12105;p206"/>
              <p:cNvCxnSpPr>
                <a:stCxn id="12080" idx="4"/>
                <a:endCxn id="1210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06" name="Google Shape;12106;p206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07" name="Google Shape;12107;p206"/>
              <p:cNvCxnSpPr>
                <a:stCxn id="12080" idx="0"/>
                <a:endCxn id="1210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8" name="Google Shape;12108;p206"/>
              <p:cNvCxnSpPr>
                <a:stCxn id="12081" idx="7"/>
                <a:endCxn id="1210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109" name="Google Shape;12109;p206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12110" name="Google Shape;12110;p206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1" name="Google Shape;12111;p206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2" name="Google Shape;12112;p206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3" name="Google Shape;12113;p206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4" name="Google Shape;12114;p206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5" name="Google Shape;12115;p206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6" name="Google Shape;12116;p206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17" name="Google Shape;12117;p206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18" name="Google Shape;12118;p206"/>
              <p:cNvCxnSpPr>
                <a:stCxn id="12115" idx="4"/>
                <a:endCxn id="1211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9" name="Google Shape;12119;p206"/>
              <p:cNvCxnSpPr>
                <a:stCxn id="12110" idx="7"/>
                <a:endCxn id="1211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0" name="Google Shape;12120;p206"/>
              <p:cNvCxnSpPr>
                <a:stCxn id="12114" idx="7"/>
                <a:endCxn id="1211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1" name="Google Shape;12121;p206"/>
              <p:cNvCxnSpPr>
                <a:stCxn id="12115" idx="6"/>
                <a:endCxn id="1211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2" name="Google Shape;12122;p206"/>
              <p:cNvCxnSpPr>
                <a:stCxn id="12113" idx="7"/>
                <a:endCxn id="1211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3" name="Google Shape;12123;p206"/>
              <p:cNvCxnSpPr>
                <a:stCxn id="12110" idx="6"/>
                <a:endCxn id="1211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4" name="Google Shape;12124;p206"/>
              <p:cNvCxnSpPr>
                <a:stCxn id="12116" idx="0"/>
                <a:endCxn id="1211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5" name="Google Shape;12125;p206"/>
              <p:cNvCxnSpPr>
                <a:stCxn id="12116" idx="5"/>
                <a:endCxn id="1211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6" name="Google Shape;12126;p206"/>
              <p:cNvCxnSpPr>
                <a:stCxn id="12112" idx="0"/>
                <a:endCxn id="1211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7" name="Google Shape;12127;p206"/>
              <p:cNvCxnSpPr>
                <a:stCxn id="12112" idx="7"/>
                <a:endCxn id="1211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8" name="Google Shape;12128;p206"/>
              <p:cNvCxnSpPr>
                <a:stCxn id="12113" idx="6"/>
                <a:endCxn id="1211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9" name="Google Shape;12129;p206"/>
              <p:cNvCxnSpPr>
                <a:stCxn id="12117" idx="0"/>
                <a:endCxn id="1211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0" name="Google Shape;12130;p206"/>
              <p:cNvCxnSpPr>
                <a:stCxn id="12115" idx="5"/>
                <a:endCxn id="1211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1" name="Google Shape;12131;p206"/>
              <p:cNvCxnSpPr>
                <a:stCxn id="12114" idx="6"/>
                <a:endCxn id="1211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2" name="Google Shape;12132;p206"/>
              <p:cNvCxnSpPr>
                <a:stCxn id="12114" idx="5"/>
                <a:endCxn id="1211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3" name="Google Shape;12133;p206"/>
              <p:cNvCxnSpPr>
                <a:stCxn id="12111" idx="4"/>
                <a:endCxn id="1211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34" name="Google Shape;12134;p206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35" name="Google Shape;12135;p206"/>
              <p:cNvCxnSpPr>
                <a:stCxn id="12117" idx="4"/>
                <a:endCxn id="1213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6" name="Google Shape;12136;p206"/>
              <p:cNvCxnSpPr>
                <a:stCxn id="12134" idx="1"/>
                <a:endCxn id="1211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37" name="Google Shape;12137;p206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38" name="Google Shape;12138;p206"/>
              <p:cNvCxnSpPr>
                <a:stCxn id="12134" idx="2"/>
                <a:endCxn id="1213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9" name="Google Shape;12139;p206"/>
              <p:cNvCxnSpPr>
                <a:stCxn id="12137" idx="1"/>
                <a:endCxn id="1211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40" name="Google Shape;12140;p206"/>
              <p:cNvCxnSpPr>
                <a:stCxn id="12137" idx="7"/>
                <a:endCxn id="1211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141" name="Shape 1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2" name="Google Shape;12142;p207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143" name="Google Shape;12143;p207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44" name="Shape 1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5" name="Google Shape;12145;p208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46" name="Google Shape;12146;p208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2147" name="Google Shape;12147;p208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2148" name="Google Shape;12148;p208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2149" name="Google Shape;12149;p208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0" name="Google Shape;12150;p208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1" name="Google Shape;12151;p208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2" name="Google Shape;12152;p208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3" name="Google Shape;12153;p208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4" name="Google Shape;12154;p208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5" name="Google Shape;12155;p208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56" name="Google Shape;12156;p208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57" name="Google Shape;12157;p208"/>
              <p:cNvCxnSpPr>
                <a:stCxn id="12153" idx="5"/>
                <a:endCxn id="1215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58" name="Google Shape;12158;p208"/>
              <p:cNvCxnSpPr>
                <a:stCxn id="12154" idx="4"/>
                <a:endCxn id="1215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59" name="Google Shape;12159;p208"/>
              <p:cNvCxnSpPr>
                <a:stCxn id="12149" idx="6"/>
                <a:endCxn id="1215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0" name="Google Shape;12160;p208"/>
              <p:cNvCxnSpPr>
                <a:stCxn id="12153" idx="7"/>
                <a:endCxn id="1215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1" name="Google Shape;12161;p208"/>
              <p:cNvCxnSpPr>
                <a:stCxn id="12154" idx="6"/>
                <a:endCxn id="1215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2" name="Google Shape;12162;p208"/>
              <p:cNvCxnSpPr>
                <a:stCxn id="12152" idx="7"/>
                <a:endCxn id="1215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3" name="Google Shape;12163;p208"/>
              <p:cNvCxnSpPr>
                <a:stCxn id="12149" idx="6"/>
                <a:endCxn id="1215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4" name="Google Shape;12164;p208"/>
              <p:cNvCxnSpPr>
                <a:stCxn id="12155" idx="6"/>
                <a:endCxn id="1215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5" name="Google Shape;12165;p208"/>
              <p:cNvCxnSpPr>
                <a:stCxn id="12155" idx="6"/>
                <a:endCxn id="1215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6" name="Google Shape;12166;p208"/>
              <p:cNvCxnSpPr>
                <a:stCxn id="12151" idx="7"/>
                <a:endCxn id="1215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7" name="Google Shape;12167;p208"/>
              <p:cNvCxnSpPr>
                <a:stCxn id="12152" idx="6"/>
                <a:endCxn id="1215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8" name="Google Shape;12168;p208"/>
              <p:cNvCxnSpPr>
                <a:stCxn id="12156" idx="0"/>
                <a:endCxn id="1215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69" name="Google Shape;12169;p208"/>
              <p:cNvCxnSpPr>
                <a:stCxn id="12154" idx="5"/>
                <a:endCxn id="1215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70" name="Google Shape;12170;p208"/>
              <p:cNvCxnSpPr>
                <a:stCxn id="12153" idx="6"/>
                <a:endCxn id="1215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71" name="Google Shape;12171;p208"/>
              <p:cNvCxnSpPr>
                <a:stCxn id="12153" idx="4"/>
                <a:endCxn id="1215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72" name="Google Shape;12172;p208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73" name="Google Shape;12173;p208"/>
              <p:cNvCxnSpPr>
                <a:stCxn id="12156" idx="4"/>
                <a:endCxn id="1217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74" name="Google Shape;12174;p208"/>
              <p:cNvCxnSpPr>
                <a:stCxn id="12172" idx="1"/>
                <a:endCxn id="1215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75" name="Google Shape;12175;p208"/>
              <p:cNvCxnSpPr>
                <a:stCxn id="12172" idx="1"/>
                <a:endCxn id="1215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76" name="Google Shape;12176;p208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77" name="Google Shape;12177;p208"/>
              <p:cNvCxnSpPr>
                <a:stCxn id="12154" idx="0"/>
                <a:endCxn id="1217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78" name="Google Shape;12178;p208"/>
              <p:cNvCxnSpPr>
                <a:stCxn id="12150" idx="0"/>
                <a:endCxn id="1217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179" name="Google Shape;12179;p208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2180" name="Google Shape;12180;p208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1" name="Google Shape;12181;p208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2" name="Google Shape;12182;p208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3" name="Google Shape;12183;p208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4" name="Google Shape;12184;p208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5" name="Google Shape;12185;p208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6" name="Google Shape;12186;p208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7" name="Google Shape;12187;p208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188" name="Google Shape;12188;p208"/>
              <p:cNvCxnSpPr>
                <a:stCxn id="12184" idx="5"/>
                <a:endCxn id="1218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89" name="Google Shape;12189;p208"/>
              <p:cNvCxnSpPr>
                <a:stCxn id="12185" idx="4"/>
                <a:endCxn id="1218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0" name="Google Shape;12190;p208"/>
              <p:cNvCxnSpPr>
                <a:stCxn id="12180" idx="6"/>
                <a:endCxn id="1218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1" name="Google Shape;12191;p208"/>
              <p:cNvCxnSpPr>
                <a:stCxn id="12180" idx="0"/>
                <a:endCxn id="1218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2" name="Google Shape;12192;p208"/>
              <p:cNvCxnSpPr>
                <a:stCxn id="12184" idx="7"/>
                <a:endCxn id="1218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3" name="Google Shape;12193;p208"/>
              <p:cNvCxnSpPr>
                <a:stCxn id="12185" idx="6"/>
                <a:endCxn id="1218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4" name="Google Shape;12194;p208"/>
              <p:cNvCxnSpPr>
                <a:stCxn id="12183" idx="7"/>
                <a:endCxn id="1218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5" name="Google Shape;12195;p208"/>
              <p:cNvCxnSpPr>
                <a:stCxn id="12180" idx="5"/>
                <a:endCxn id="1218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6" name="Google Shape;12196;p208"/>
              <p:cNvCxnSpPr>
                <a:stCxn id="12186" idx="7"/>
                <a:endCxn id="1218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7" name="Google Shape;12197;p208"/>
              <p:cNvCxnSpPr>
                <a:stCxn id="12186" idx="7"/>
                <a:endCxn id="1218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8" name="Google Shape;12198;p208"/>
              <p:cNvCxnSpPr>
                <a:stCxn id="12182" idx="0"/>
                <a:endCxn id="1218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9" name="Google Shape;12199;p208"/>
              <p:cNvCxnSpPr>
                <a:stCxn id="12187" idx="1"/>
                <a:endCxn id="1218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0" name="Google Shape;12200;p208"/>
              <p:cNvCxnSpPr>
                <a:stCxn id="12184" idx="6"/>
                <a:endCxn id="1218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1" name="Google Shape;12201;p208"/>
              <p:cNvCxnSpPr>
                <a:stCxn id="12181" idx="4"/>
                <a:endCxn id="1218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02" name="Google Shape;12202;p208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03" name="Google Shape;12203;p208"/>
              <p:cNvCxnSpPr>
                <a:stCxn id="12187" idx="2"/>
                <a:endCxn id="1220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4" name="Google Shape;12204;p208"/>
              <p:cNvCxnSpPr>
                <a:stCxn id="12202" idx="2"/>
                <a:endCxn id="1218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5" name="Google Shape;12205;p208"/>
              <p:cNvCxnSpPr>
                <a:stCxn id="12202" idx="0"/>
                <a:endCxn id="1218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6" name="Google Shape;12206;p208"/>
              <p:cNvCxnSpPr>
                <a:stCxn id="12202" idx="1"/>
                <a:endCxn id="1218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07" name="Google Shape;12207;p208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08" name="Google Shape;12208;p208"/>
              <p:cNvCxnSpPr>
                <a:stCxn id="12182" idx="3"/>
                <a:endCxn id="1220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09" name="Google Shape;12209;p208"/>
              <p:cNvCxnSpPr>
                <a:stCxn id="12207" idx="0"/>
                <a:endCxn id="1218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10" name="Google Shape;12210;p208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11" name="Google Shape;12211;p208"/>
              <p:cNvCxnSpPr>
                <a:stCxn id="12180" idx="6"/>
                <a:endCxn id="1221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2" name="Google Shape;12212;p208"/>
              <p:cNvCxnSpPr>
                <a:stCxn id="12186" idx="0"/>
                <a:endCxn id="1221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3" name="Google Shape;12213;p208"/>
              <p:cNvCxnSpPr>
                <a:stCxn id="12210" idx="6"/>
                <a:endCxn id="1218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14" name="Google Shape;12214;p208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15" name="Google Shape;12215;p208"/>
              <p:cNvCxnSpPr>
                <a:stCxn id="12207" idx="5"/>
                <a:endCxn id="1221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6" name="Google Shape;12216;p208"/>
              <p:cNvCxnSpPr>
                <a:stCxn id="12214" idx="7"/>
                <a:endCxn id="1218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17" name="Google Shape;12217;p208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18" name="Google Shape;12218;p208"/>
              <p:cNvCxnSpPr>
                <a:stCxn id="12207" idx="0"/>
                <a:endCxn id="1221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9" name="Google Shape;12219;p208"/>
              <p:cNvCxnSpPr>
                <a:stCxn id="12217" idx="1"/>
                <a:endCxn id="1218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20" name="Google Shape;12220;p208"/>
              <p:cNvCxnSpPr>
                <a:stCxn id="12217" idx="6"/>
                <a:endCxn id="1218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221" name="Shape 12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2222" name="Shape 1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3" name="Google Shape;12223;p2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224" name="Google Shape;12224;p210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2225" name="Google Shape;12225;p210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2226" name="Google Shape;12226;p21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27" name="Google Shape;12227;p21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28" name="Google Shape;12228;p21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29" name="Google Shape;12229;p210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2230" name="Google Shape;12230;p210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1" name="Google Shape;12231;p21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2" name="Google Shape;12232;p21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3" name="Google Shape;12233;p21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234" name="Google Shape;12234;p210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12235" name="Google Shape;12235;p210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2236" name="Google Shape;12236;p210"/>
              <p:cNvCxnSpPr>
                <a:stCxn id="12237" idx="6"/>
                <a:endCxn id="1223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38" name="Google Shape;12238;p210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9" name="Google Shape;12239;p210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0" name="Google Shape;12240;p210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1" name="Google Shape;12241;p210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2" name="Google Shape;12242;p210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43" name="Google Shape;12243;p210"/>
              <p:cNvCxnSpPr>
                <a:stCxn id="12242" idx="4"/>
                <a:endCxn id="1224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4" name="Google Shape;12244;p210"/>
              <p:cNvCxnSpPr>
                <a:stCxn id="12241" idx="4"/>
                <a:endCxn id="1224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5" name="Google Shape;12245;p210"/>
              <p:cNvCxnSpPr>
                <a:stCxn id="12241" idx="5"/>
                <a:endCxn id="1224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6" name="Google Shape;12246;p210"/>
              <p:cNvCxnSpPr>
                <a:stCxn id="12241" idx="0"/>
                <a:endCxn id="1223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7" name="Google Shape;12247;p210"/>
              <p:cNvCxnSpPr>
                <a:stCxn id="12241" idx="7"/>
                <a:endCxn id="1223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8" name="Google Shape;12248;p210"/>
              <p:cNvCxnSpPr>
                <a:stCxn id="12239" idx="5"/>
                <a:endCxn id="1223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9" name="Google Shape;12249;p210"/>
              <p:cNvCxnSpPr>
                <a:stCxn id="12239" idx="6"/>
                <a:endCxn id="1223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0" name="Google Shape;12250;p210"/>
              <p:cNvCxnSpPr>
                <a:stCxn id="12251" idx="1"/>
                <a:endCxn id="1223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2" name="Google Shape;12252;p210"/>
              <p:cNvCxnSpPr>
                <a:stCxn id="12242" idx="0"/>
                <a:endCxn id="1223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3" name="Google Shape;12253;p210"/>
              <p:cNvCxnSpPr>
                <a:stCxn id="12242" idx="0"/>
                <a:endCxn id="1225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54" name="Google Shape;12254;p210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55" name="Google Shape;12255;p210"/>
              <p:cNvCxnSpPr>
                <a:stCxn id="12239" idx="5"/>
                <a:endCxn id="1225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6" name="Google Shape;12256;p210"/>
              <p:cNvCxnSpPr>
                <a:stCxn id="12251" idx="7"/>
                <a:endCxn id="1225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7" name="Google Shape;12257;p210"/>
              <p:cNvCxnSpPr>
                <a:stCxn id="12254" idx="6"/>
                <a:endCxn id="1223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58" name="Google Shape;12258;p210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59" name="Google Shape;12259;p210"/>
              <p:cNvCxnSpPr>
                <a:stCxn id="12258" idx="0"/>
                <a:endCxn id="1223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0" name="Google Shape;12260;p210"/>
              <p:cNvCxnSpPr>
                <a:stCxn id="12258" idx="6"/>
                <a:endCxn id="1223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1" name="Google Shape;12261;p210"/>
              <p:cNvCxnSpPr>
                <a:stCxn id="12258" idx="5"/>
                <a:endCxn id="1224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2" name="Google Shape;12262;p210"/>
              <p:cNvCxnSpPr>
                <a:stCxn id="12258" idx="5"/>
                <a:endCxn id="1224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51" name="Google Shape;12251;p210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7" name="Google Shape;12237;p210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63" name="Google Shape;12263;p210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12264" name="Google Shape;12264;p210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65" name="Google Shape;12265;p210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66" name="Google Shape;12266;p210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67" name="Google Shape;12267;p210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68" name="Google Shape;12268;p210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69" name="Google Shape;12269;p210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70" name="Google Shape;12270;p210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71" name="Google Shape;12271;p210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72" name="Google Shape;12272;p210"/>
              <p:cNvCxnSpPr>
                <a:stCxn id="12268" idx="5"/>
                <a:endCxn id="1226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3" name="Google Shape;12273;p210"/>
              <p:cNvCxnSpPr>
                <a:stCxn id="12269" idx="4"/>
                <a:endCxn id="1226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4" name="Google Shape;12274;p210"/>
              <p:cNvCxnSpPr>
                <a:stCxn id="12264" idx="0"/>
                <a:endCxn id="1226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5" name="Google Shape;12275;p210"/>
              <p:cNvCxnSpPr>
                <a:stCxn id="12268" idx="7"/>
                <a:endCxn id="1226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6" name="Google Shape;12276;p210"/>
              <p:cNvCxnSpPr>
                <a:stCxn id="12269" idx="6"/>
                <a:endCxn id="1226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7" name="Google Shape;12277;p210"/>
              <p:cNvCxnSpPr>
                <a:stCxn id="12267" idx="5"/>
                <a:endCxn id="1226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8" name="Google Shape;12278;p210"/>
              <p:cNvCxnSpPr>
                <a:stCxn id="12264" idx="6"/>
                <a:endCxn id="1227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9" name="Google Shape;12279;p210"/>
              <p:cNvCxnSpPr>
                <a:stCxn id="12264" idx="7"/>
                <a:endCxn id="1226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0" name="Google Shape;12280;p210"/>
              <p:cNvCxnSpPr>
                <a:stCxn id="12270" idx="7"/>
                <a:endCxn id="1226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1" name="Google Shape;12281;p210"/>
              <p:cNvCxnSpPr>
                <a:stCxn id="12266" idx="0"/>
                <a:endCxn id="1226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2" name="Google Shape;12282;p210"/>
              <p:cNvCxnSpPr>
                <a:stCxn id="12271" idx="2"/>
                <a:endCxn id="1226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3" name="Google Shape;12283;p210"/>
              <p:cNvCxnSpPr>
                <a:stCxn id="12268" idx="6"/>
                <a:endCxn id="1227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84" name="Google Shape;12284;p210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85" name="Google Shape;12285;p210"/>
              <p:cNvCxnSpPr>
                <a:stCxn id="12271" idx="3"/>
                <a:endCxn id="1228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6" name="Google Shape;12286;p210"/>
              <p:cNvCxnSpPr>
                <a:stCxn id="12284" idx="2"/>
                <a:endCxn id="1226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7" name="Google Shape;12287;p210"/>
              <p:cNvCxnSpPr>
                <a:stCxn id="12284" idx="0"/>
                <a:endCxn id="1226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8" name="Google Shape;12288;p210"/>
              <p:cNvCxnSpPr>
                <a:stCxn id="12284" idx="1"/>
                <a:endCxn id="1226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89" name="Google Shape;12289;p210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290" name="Google Shape;12290;p210"/>
              <p:cNvCxnSpPr>
                <a:stCxn id="12266" idx="2"/>
                <a:endCxn id="1228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91" name="Google Shape;12291;p210"/>
              <p:cNvCxnSpPr>
                <a:stCxn id="12289" idx="3"/>
                <a:endCxn id="1226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92" name="Google Shape;12292;p210"/>
              <p:cNvCxnSpPr>
                <a:stCxn id="12267" idx="4"/>
                <a:endCxn id="1228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12293" name="Shape 1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Google Shape;12294;p21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295" name="Google Shape;12295;p211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2296" name="Google Shape;12296;p211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2297" name="Google Shape;12297;p211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98" name="Google Shape;12298;p211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99" name="Google Shape;12299;p211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300" name="Google Shape;12300;p211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2301" name="Google Shape;12301;p211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02" name="Google Shape;12302;p211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03" name="Google Shape;12303;p211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04" name="Google Shape;12304;p211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305" name="Google Shape;12305;p211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2306" name="Google Shape;12306;p211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2307" name="Google Shape;12307;p211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08" name="Google Shape;12308;p211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09" name="Google Shape;12309;p211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10" name="Google Shape;12310;p211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11" name="Google Shape;12311;p211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12" name="Google Shape;12312;p211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13" name="Google Shape;12313;p211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14" name="Google Shape;12314;p211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15" name="Google Shape;12315;p211"/>
              <p:cNvCxnSpPr>
                <a:stCxn id="12311" idx="5"/>
                <a:endCxn id="123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16" name="Google Shape;12316;p211"/>
              <p:cNvCxnSpPr>
                <a:stCxn id="12312" idx="4"/>
                <a:endCxn id="1231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17" name="Google Shape;12317;p211"/>
              <p:cNvCxnSpPr>
                <a:stCxn id="12307" idx="0"/>
                <a:endCxn id="123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18" name="Google Shape;12318;p211"/>
              <p:cNvCxnSpPr>
                <a:stCxn id="12311" idx="6"/>
                <a:endCxn id="123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19" name="Google Shape;12319;p211"/>
              <p:cNvCxnSpPr>
                <a:stCxn id="12312" idx="6"/>
                <a:endCxn id="123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0" name="Google Shape;12320;p211"/>
              <p:cNvCxnSpPr>
                <a:stCxn id="12310" idx="6"/>
                <a:endCxn id="123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1" name="Google Shape;12321;p211"/>
              <p:cNvCxnSpPr>
                <a:stCxn id="12307" idx="6"/>
                <a:endCxn id="123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2" name="Google Shape;12322;p211"/>
              <p:cNvCxnSpPr>
                <a:stCxn id="12307" idx="7"/>
                <a:endCxn id="123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3" name="Google Shape;12323;p211"/>
              <p:cNvCxnSpPr>
                <a:stCxn id="12313" idx="7"/>
                <a:endCxn id="123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4" name="Google Shape;12324;p211"/>
              <p:cNvCxnSpPr>
                <a:stCxn id="12309" idx="0"/>
                <a:endCxn id="123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5" name="Google Shape;12325;p211"/>
              <p:cNvCxnSpPr>
                <a:stCxn id="12314" idx="2"/>
                <a:endCxn id="1230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6" name="Google Shape;12326;p211"/>
              <p:cNvCxnSpPr>
                <a:stCxn id="12312" idx="7"/>
                <a:endCxn id="123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27" name="Google Shape;12327;p211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28" name="Google Shape;12328;p211"/>
              <p:cNvCxnSpPr>
                <a:stCxn id="12314" idx="3"/>
                <a:endCxn id="1232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9" name="Google Shape;12329;p211"/>
              <p:cNvCxnSpPr>
                <a:stCxn id="12327" idx="2"/>
                <a:endCxn id="1230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0" name="Google Shape;12330;p211"/>
              <p:cNvCxnSpPr>
                <a:stCxn id="12327" idx="0"/>
                <a:endCxn id="123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1" name="Google Shape;12331;p211"/>
              <p:cNvCxnSpPr>
                <a:stCxn id="12327" idx="1"/>
                <a:endCxn id="123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32" name="Google Shape;12332;p211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33" name="Google Shape;12333;p211"/>
              <p:cNvCxnSpPr>
                <a:stCxn id="12309" idx="2"/>
                <a:endCxn id="1233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4" name="Google Shape;12334;p211"/>
              <p:cNvCxnSpPr>
                <a:stCxn id="12332" idx="3"/>
                <a:endCxn id="1230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5" name="Google Shape;12335;p211"/>
              <p:cNvCxnSpPr>
                <a:stCxn id="12310" idx="4"/>
                <a:endCxn id="123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36" name="Google Shape;12336;p211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37" name="Google Shape;12337;p211"/>
              <p:cNvCxnSpPr>
                <a:stCxn id="12310" idx="0"/>
                <a:endCxn id="123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8" name="Google Shape;12338;p211"/>
              <p:cNvCxnSpPr>
                <a:stCxn id="12311" idx="7"/>
                <a:endCxn id="123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339" name="Google Shape;12339;p211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2340" name="Google Shape;12340;p211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1" name="Google Shape;12341;p211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2" name="Google Shape;12342;p211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3" name="Google Shape;12343;p211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4" name="Google Shape;12344;p211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5" name="Google Shape;12345;p211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6" name="Google Shape;12346;p211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7" name="Google Shape;12347;p211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48" name="Google Shape;12348;p211"/>
              <p:cNvCxnSpPr>
                <a:stCxn id="12345" idx="4"/>
                <a:endCxn id="1234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49" name="Google Shape;12349;p211"/>
              <p:cNvCxnSpPr>
                <a:stCxn id="12340" idx="7"/>
                <a:endCxn id="123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0" name="Google Shape;12350;p211"/>
              <p:cNvCxnSpPr>
                <a:stCxn id="12344" idx="7"/>
                <a:endCxn id="123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1" name="Google Shape;12351;p211"/>
              <p:cNvCxnSpPr>
                <a:stCxn id="12345" idx="6"/>
                <a:endCxn id="123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2" name="Google Shape;12352;p211"/>
              <p:cNvCxnSpPr>
                <a:stCxn id="12343" idx="7"/>
                <a:endCxn id="123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3" name="Google Shape;12353;p211"/>
              <p:cNvCxnSpPr>
                <a:stCxn id="12340" idx="6"/>
                <a:endCxn id="123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4" name="Google Shape;12354;p211"/>
              <p:cNvCxnSpPr>
                <a:stCxn id="12346" idx="0"/>
                <a:endCxn id="123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5" name="Google Shape;12355;p211"/>
              <p:cNvCxnSpPr>
                <a:stCxn id="12346" idx="5"/>
                <a:endCxn id="123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6" name="Google Shape;12356;p211"/>
              <p:cNvCxnSpPr>
                <a:stCxn id="12342" idx="0"/>
                <a:endCxn id="123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7" name="Google Shape;12357;p211"/>
              <p:cNvCxnSpPr>
                <a:stCxn id="12342" idx="7"/>
                <a:endCxn id="123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8" name="Google Shape;12358;p211"/>
              <p:cNvCxnSpPr>
                <a:stCxn id="12343" idx="6"/>
                <a:endCxn id="123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9" name="Google Shape;12359;p211"/>
              <p:cNvCxnSpPr>
                <a:stCxn id="12347" idx="0"/>
                <a:endCxn id="123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0" name="Google Shape;12360;p211"/>
              <p:cNvCxnSpPr>
                <a:stCxn id="12345" idx="5"/>
                <a:endCxn id="123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1" name="Google Shape;12361;p211"/>
              <p:cNvCxnSpPr>
                <a:stCxn id="12344" idx="6"/>
                <a:endCxn id="123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2" name="Google Shape;12362;p211"/>
              <p:cNvCxnSpPr>
                <a:stCxn id="12344" idx="5"/>
                <a:endCxn id="123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3" name="Google Shape;12363;p211"/>
              <p:cNvCxnSpPr>
                <a:stCxn id="12341" idx="4"/>
                <a:endCxn id="123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64" name="Google Shape;12364;p211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65" name="Google Shape;12365;p211"/>
              <p:cNvCxnSpPr>
                <a:stCxn id="12347" idx="4"/>
                <a:endCxn id="123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6" name="Google Shape;12366;p211"/>
              <p:cNvCxnSpPr>
                <a:stCxn id="12364" idx="1"/>
                <a:endCxn id="123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67" name="Google Shape;12367;p211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68" name="Google Shape;12368;p211"/>
              <p:cNvCxnSpPr>
                <a:stCxn id="12364" idx="2"/>
                <a:endCxn id="1236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9" name="Google Shape;12369;p211"/>
              <p:cNvCxnSpPr>
                <a:stCxn id="12367" idx="1"/>
                <a:endCxn id="123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70" name="Google Shape;12370;p211"/>
              <p:cNvCxnSpPr>
                <a:stCxn id="12367" idx="7"/>
                <a:endCxn id="123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12371" name="Shape 1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2" name="Google Shape;12372;p21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373" name="Google Shape;12373;p21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2374" name="Google Shape;12374;p21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2375" name="Google Shape;12375;p21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76" name="Google Shape;12376;p21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77" name="Google Shape;12377;p21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378" name="Google Shape;12378;p21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2379" name="Google Shape;12379;p21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0" name="Google Shape;12380;p21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1" name="Google Shape;12381;p21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2" name="Google Shape;12382;p21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383" name="Google Shape;12383;p21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2384" name="Google Shape;12384;p21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2385" name="Google Shape;12385;p212"/>
              <p:cNvCxnSpPr>
                <a:stCxn id="12386" idx="7"/>
                <a:endCxn id="1238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87" name="Google Shape;12387;p21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8" name="Google Shape;12388;p21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9" name="Google Shape;12389;p21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90" name="Google Shape;12390;p21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91" name="Google Shape;12391;p21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92" name="Google Shape;12392;p21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93" name="Google Shape;12393;p212"/>
              <p:cNvCxnSpPr>
                <a:stCxn id="12392" idx="4"/>
                <a:endCxn id="1238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4" name="Google Shape;12394;p212"/>
              <p:cNvCxnSpPr>
                <a:stCxn id="12391" idx="4"/>
                <a:endCxn id="1238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5" name="Google Shape;12395;p212"/>
              <p:cNvCxnSpPr>
                <a:stCxn id="12391" idx="5"/>
                <a:endCxn id="1239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6" name="Google Shape;12396;p212"/>
              <p:cNvCxnSpPr>
                <a:stCxn id="12391" idx="0"/>
                <a:endCxn id="1238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7" name="Google Shape;12397;p212"/>
              <p:cNvCxnSpPr>
                <a:stCxn id="12391" idx="7"/>
                <a:endCxn id="1238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8" name="Google Shape;12398;p212"/>
              <p:cNvCxnSpPr>
                <a:stCxn id="12388" idx="5"/>
                <a:endCxn id="1238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9" name="Google Shape;12399;p212"/>
              <p:cNvCxnSpPr>
                <a:stCxn id="12388" idx="6"/>
                <a:endCxn id="1238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0" name="Google Shape;12400;p212"/>
              <p:cNvCxnSpPr>
                <a:stCxn id="12390" idx="2"/>
                <a:endCxn id="1238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1" name="Google Shape;12401;p212"/>
              <p:cNvCxnSpPr>
                <a:stCxn id="12392" idx="0"/>
                <a:endCxn id="1238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2" name="Google Shape;12402;p212"/>
              <p:cNvCxnSpPr>
                <a:stCxn id="12392" idx="0"/>
                <a:endCxn id="1239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86" name="Google Shape;12386;p21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403" name="Google Shape;12403;p21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2404" name="Google Shape;12404;p21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05" name="Google Shape;12405;p21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06" name="Google Shape;12406;p21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07" name="Google Shape;12407;p21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08" name="Google Shape;12408;p21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09" name="Google Shape;12409;p21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10" name="Google Shape;12410;p21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11" name="Google Shape;12411;p21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12" name="Google Shape;12412;p212"/>
              <p:cNvCxnSpPr>
                <a:stCxn id="12408" idx="5"/>
                <a:endCxn id="1240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3" name="Google Shape;12413;p212"/>
              <p:cNvCxnSpPr>
                <a:stCxn id="12409" idx="4"/>
                <a:endCxn id="1240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4" name="Google Shape;12414;p212"/>
              <p:cNvCxnSpPr>
                <a:stCxn id="12404" idx="6"/>
                <a:endCxn id="1240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5" name="Google Shape;12415;p212"/>
              <p:cNvCxnSpPr>
                <a:stCxn id="12404" idx="0"/>
                <a:endCxn id="1240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6" name="Google Shape;12416;p212"/>
              <p:cNvCxnSpPr>
                <a:stCxn id="12408" idx="7"/>
                <a:endCxn id="1240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7" name="Google Shape;12417;p212"/>
              <p:cNvCxnSpPr>
                <a:stCxn id="12409" idx="6"/>
                <a:endCxn id="1240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8" name="Google Shape;12418;p212"/>
              <p:cNvCxnSpPr>
                <a:stCxn id="12407" idx="7"/>
                <a:endCxn id="1240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9" name="Google Shape;12419;p212"/>
              <p:cNvCxnSpPr>
                <a:stCxn id="12404" idx="5"/>
                <a:endCxn id="1241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0" name="Google Shape;12420;p212"/>
              <p:cNvCxnSpPr>
                <a:stCxn id="12410" idx="7"/>
                <a:endCxn id="1240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1" name="Google Shape;12421;p212"/>
              <p:cNvCxnSpPr>
                <a:stCxn id="12410" idx="5"/>
                <a:endCxn id="1240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2" name="Google Shape;12422;p212"/>
              <p:cNvCxnSpPr>
                <a:stCxn id="12406" idx="0"/>
                <a:endCxn id="1240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3" name="Google Shape;12423;p212"/>
              <p:cNvCxnSpPr>
                <a:stCxn id="12406" idx="7"/>
                <a:endCxn id="1241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4" name="Google Shape;12424;p212"/>
              <p:cNvCxnSpPr>
                <a:stCxn id="12407" idx="6"/>
                <a:endCxn id="1241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5" name="Google Shape;12425;p212"/>
              <p:cNvCxnSpPr>
                <a:stCxn id="12411" idx="0"/>
                <a:endCxn id="1240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6" name="Google Shape;12426;p212"/>
              <p:cNvCxnSpPr>
                <a:stCxn id="12408" idx="4"/>
                <a:endCxn id="1240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7" name="Google Shape;12427;p212"/>
              <p:cNvCxnSpPr>
                <a:stCxn id="12405" idx="4"/>
                <a:endCxn id="1240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8" name="Google Shape;12428;p212"/>
              <p:cNvCxnSpPr>
                <a:stCxn id="12404" idx="5"/>
                <a:endCxn id="1240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29" name="Google Shape;12429;p21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30" name="Google Shape;12430;p212"/>
              <p:cNvCxnSpPr>
                <a:stCxn id="12411" idx="4"/>
                <a:endCxn id="1242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1" name="Google Shape;12431;p212"/>
              <p:cNvCxnSpPr>
                <a:stCxn id="12429" idx="2"/>
                <a:endCxn id="1240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2" name="Google Shape;12432;p212"/>
              <p:cNvCxnSpPr>
                <a:stCxn id="12429" idx="0"/>
                <a:endCxn id="1240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3" name="Google Shape;12433;p212"/>
              <p:cNvCxnSpPr>
                <a:stCxn id="12429" idx="1"/>
                <a:endCxn id="1240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34" name="Google Shape;12434;p21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35" name="Google Shape;12435;p212"/>
              <p:cNvCxnSpPr>
                <a:stCxn id="12429" idx="2"/>
                <a:endCxn id="1243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6" name="Google Shape;12436;p212"/>
              <p:cNvCxnSpPr>
                <a:stCxn id="12434" idx="1"/>
                <a:endCxn id="1241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12437" name="Shape 1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8" name="Google Shape;12438;p2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439" name="Google Shape;12439;p213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2440" name="Google Shape;12440;p213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2441" name="Google Shape;12441;p21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42" name="Google Shape;12442;p21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43" name="Google Shape;12443;p21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44" name="Google Shape;12444;p21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445" name="Google Shape;12445;p213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2446" name="Google Shape;12446;p21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47" name="Google Shape;12447;p21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48" name="Google Shape;12448;p21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449" name="Google Shape;12449;p213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2450" name="Google Shape;12450;p213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2451" name="Google Shape;12451;p213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2" name="Google Shape;12452;p213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3" name="Google Shape;12453;p213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4" name="Google Shape;12454;p213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5" name="Google Shape;12455;p213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6" name="Google Shape;12456;p213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7" name="Google Shape;12457;p213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58" name="Google Shape;12458;p213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59" name="Google Shape;12459;p213"/>
              <p:cNvCxnSpPr>
                <a:stCxn id="12455" idx="5"/>
                <a:endCxn id="1245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0" name="Google Shape;12460;p213"/>
              <p:cNvCxnSpPr>
                <a:stCxn id="12456" idx="4"/>
                <a:endCxn id="1245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1" name="Google Shape;12461;p213"/>
              <p:cNvCxnSpPr>
                <a:stCxn id="12451" idx="6"/>
                <a:endCxn id="1245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2" name="Google Shape;12462;p213"/>
              <p:cNvCxnSpPr>
                <a:stCxn id="12455" idx="7"/>
                <a:endCxn id="1245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3" name="Google Shape;12463;p213"/>
              <p:cNvCxnSpPr>
                <a:stCxn id="12456" idx="6"/>
                <a:endCxn id="1245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4" name="Google Shape;12464;p213"/>
              <p:cNvCxnSpPr>
                <a:stCxn id="12454" idx="7"/>
                <a:endCxn id="1245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5" name="Google Shape;12465;p213"/>
              <p:cNvCxnSpPr>
                <a:stCxn id="12451" idx="6"/>
                <a:endCxn id="1245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6" name="Google Shape;12466;p213"/>
              <p:cNvCxnSpPr>
                <a:stCxn id="12457" idx="6"/>
                <a:endCxn id="1245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7" name="Google Shape;12467;p213"/>
              <p:cNvCxnSpPr>
                <a:stCxn id="12457" idx="5"/>
                <a:endCxn id="1245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8" name="Google Shape;12468;p213"/>
              <p:cNvCxnSpPr>
                <a:stCxn id="12453" idx="0"/>
                <a:endCxn id="1245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9" name="Google Shape;12469;p213"/>
              <p:cNvCxnSpPr>
                <a:stCxn id="12453" idx="7"/>
                <a:endCxn id="1245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0" name="Google Shape;12470;p213"/>
              <p:cNvCxnSpPr>
                <a:stCxn id="12454" idx="6"/>
                <a:endCxn id="1245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1" name="Google Shape;12471;p213"/>
              <p:cNvCxnSpPr>
                <a:stCxn id="12458" idx="0"/>
                <a:endCxn id="1245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2" name="Google Shape;12472;p213"/>
              <p:cNvCxnSpPr>
                <a:stCxn id="12456" idx="5"/>
                <a:endCxn id="1245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3" name="Google Shape;12473;p213"/>
              <p:cNvCxnSpPr>
                <a:stCxn id="12455" idx="6"/>
                <a:endCxn id="1245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4" name="Google Shape;12474;p213"/>
              <p:cNvCxnSpPr>
                <a:stCxn id="12455" idx="4"/>
                <a:endCxn id="1245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5" name="Google Shape;12475;p213"/>
              <p:cNvCxnSpPr>
                <a:stCxn id="12452" idx="4"/>
                <a:endCxn id="1245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76" name="Google Shape;12476;p213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77" name="Google Shape;12477;p213"/>
              <p:cNvCxnSpPr>
                <a:stCxn id="12458" idx="4"/>
                <a:endCxn id="1247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8" name="Google Shape;12478;p213"/>
              <p:cNvCxnSpPr>
                <a:stCxn id="12476" idx="1"/>
                <a:endCxn id="1245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9" name="Google Shape;12479;p213"/>
              <p:cNvCxnSpPr>
                <a:stCxn id="12476" idx="0"/>
                <a:endCxn id="1245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0" name="Google Shape;12480;p213"/>
              <p:cNvCxnSpPr>
                <a:stCxn id="12476" idx="1"/>
                <a:endCxn id="1245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81" name="Google Shape;12481;p213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82" name="Google Shape;12482;p213"/>
              <p:cNvCxnSpPr>
                <a:stCxn id="12476" idx="2"/>
                <a:endCxn id="1248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3" name="Google Shape;12483;p213"/>
              <p:cNvCxnSpPr>
                <a:stCxn id="12481" idx="1"/>
                <a:endCxn id="1245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4" name="Google Shape;12484;p213"/>
              <p:cNvCxnSpPr>
                <a:stCxn id="12481" idx="7"/>
                <a:endCxn id="1245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485" name="Google Shape;12485;p213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2486" name="Google Shape;12486;p213"/>
              <p:cNvCxnSpPr>
                <a:stCxn id="12487" idx="6"/>
                <a:endCxn id="1248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88" name="Google Shape;12488;p21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89" name="Google Shape;12489;p21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90" name="Google Shape;12490;p21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91" name="Google Shape;12491;p21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92" name="Google Shape;12492;p213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493" name="Google Shape;12493;p213"/>
              <p:cNvCxnSpPr>
                <a:stCxn id="12492" idx="4"/>
                <a:endCxn id="1249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4" name="Google Shape;12494;p213"/>
              <p:cNvCxnSpPr>
                <a:stCxn id="12491" idx="4"/>
                <a:endCxn id="1249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5" name="Google Shape;12495;p213"/>
              <p:cNvCxnSpPr>
                <a:stCxn id="12491" idx="5"/>
                <a:endCxn id="1249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6" name="Google Shape;12496;p213"/>
              <p:cNvCxnSpPr>
                <a:stCxn id="12491" idx="0"/>
                <a:endCxn id="1248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7" name="Google Shape;12497;p213"/>
              <p:cNvCxnSpPr>
                <a:stCxn id="12491" idx="7"/>
                <a:endCxn id="1248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8" name="Google Shape;12498;p213"/>
              <p:cNvCxnSpPr>
                <a:stCxn id="12489" idx="5"/>
                <a:endCxn id="1248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9" name="Google Shape;12499;p213"/>
              <p:cNvCxnSpPr>
                <a:stCxn id="12489" idx="6"/>
                <a:endCxn id="1248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0" name="Google Shape;12500;p213"/>
              <p:cNvCxnSpPr>
                <a:stCxn id="12501" idx="1"/>
                <a:endCxn id="1248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2" name="Google Shape;12502;p213"/>
              <p:cNvCxnSpPr>
                <a:stCxn id="12492" idx="0"/>
                <a:endCxn id="1248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3" name="Google Shape;12503;p213"/>
              <p:cNvCxnSpPr>
                <a:stCxn id="12492" idx="0"/>
                <a:endCxn id="1250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04" name="Google Shape;12504;p21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05" name="Google Shape;12505;p213"/>
              <p:cNvCxnSpPr>
                <a:stCxn id="12489" idx="5"/>
                <a:endCxn id="1250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6" name="Google Shape;12506;p213"/>
              <p:cNvCxnSpPr>
                <a:stCxn id="12501" idx="7"/>
                <a:endCxn id="1250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7" name="Google Shape;12507;p213"/>
              <p:cNvCxnSpPr>
                <a:stCxn id="12504" idx="6"/>
                <a:endCxn id="1248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08" name="Google Shape;12508;p21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09" name="Google Shape;12509;p213"/>
              <p:cNvCxnSpPr>
                <a:stCxn id="12508" idx="0"/>
                <a:endCxn id="1248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0" name="Google Shape;12510;p213"/>
              <p:cNvCxnSpPr>
                <a:stCxn id="12508" idx="6"/>
                <a:endCxn id="1248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1" name="Google Shape;12511;p213"/>
              <p:cNvCxnSpPr>
                <a:stCxn id="12508" idx="5"/>
                <a:endCxn id="1249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2" name="Google Shape;12512;p213"/>
              <p:cNvCxnSpPr>
                <a:stCxn id="12508" idx="5"/>
                <a:endCxn id="1249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01" name="Google Shape;12501;p21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87" name="Google Shape;12487;p21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12513" name="Shape 1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4" name="Google Shape;12514;p2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15" name="Google Shape;12515;p214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516" name="Google Shape;12516;p214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2517" name="Google Shape;12517;p214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2518" name="Google Shape;12518;p21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19" name="Google Shape;12519;p21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20" name="Google Shape;12520;p21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521" name="Google Shape;12521;p214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2522" name="Google Shape;12522;p21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23" name="Google Shape;12523;p214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24" name="Google Shape;12524;p214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25" name="Google Shape;12525;p214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526" name="Google Shape;12526;p214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2527" name="Google Shape;12527;p214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2528" name="Google Shape;12528;p214"/>
              <p:cNvCxnSpPr>
                <a:stCxn id="12529" idx="7"/>
                <a:endCxn id="1253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30" name="Google Shape;12530;p214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31" name="Google Shape;12531;p214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32" name="Google Shape;12532;p214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33" name="Google Shape;12533;p214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34" name="Google Shape;12534;p214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35" name="Google Shape;12535;p214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36" name="Google Shape;12536;p214"/>
              <p:cNvCxnSpPr>
                <a:stCxn id="12535" idx="4"/>
                <a:endCxn id="1253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7" name="Google Shape;12537;p214"/>
              <p:cNvCxnSpPr>
                <a:stCxn id="12534" idx="4"/>
                <a:endCxn id="1253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8" name="Google Shape;12538;p214"/>
              <p:cNvCxnSpPr>
                <a:stCxn id="12534" idx="5"/>
                <a:endCxn id="1253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9" name="Google Shape;12539;p214"/>
              <p:cNvCxnSpPr>
                <a:stCxn id="12534" idx="0"/>
                <a:endCxn id="1253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0" name="Google Shape;12540;p214"/>
              <p:cNvCxnSpPr>
                <a:stCxn id="12534" idx="7"/>
                <a:endCxn id="1252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1" name="Google Shape;12541;p214"/>
              <p:cNvCxnSpPr>
                <a:stCxn id="12531" idx="5"/>
                <a:endCxn id="1252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2" name="Google Shape;12542;p214"/>
              <p:cNvCxnSpPr>
                <a:stCxn id="12531" idx="6"/>
                <a:endCxn id="1253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3" name="Google Shape;12543;p214"/>
              <p:cNvCxnSpPr>
                <a:stCxn id="12533" idx="2"/>
                <a:endCxn id="1253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4" name="Google Shape;12544;p214"/>
              <p:cNvCxnSpPr>
                <a:stCxn id="12535" idx="0"/>
                <a:endCxn id="1252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5" name="Google Shape;12545;p214"/>
              <p:cNvCxnSpPr>
                <a:stCxn id="12535" idx="0"/>
                <a:endCxn id="1253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29" name="Google Shape;12529;p214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546" name="Google Shape;12546;p214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2547" name="Google Shape;12547;p214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48" name="Google Shape;12548;p214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49" name="Google Shape;12549;p214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50" name="Google Shape;12550;p214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51" name="Google Shape;12551;p214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52" name="Google Shape;12552;p214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53" name="Google Shape;12553;p214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54" name="Google Shape;12554;p214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55" name="Google Shape;12555;p214"/>
              <p:cNvCxnSpPr>
                <a:stCxn id="12551" idx="5"/>
                <a:endCxn id="1255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6" name="Google Shape;12556;p214"/>
              <p:cNvCxnSpPr>
                <a:stCxn id="12552" idx="4"/>
                <a:endCxn id="1255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7" name="Google Shape;12557;p214"/>
              <p:cNvCxnSpPr>
                <a:stCxn id="12547" idx="6"/>
                <a:endCxn id="1255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8" name="Google Shape;12558;p214"/>
              <p:cNvCxnSpPr>
                <a:stCxn id="12547" idx="0"/>
                <a:endCxn id="1255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9" name="Google Shape;12559;p214"/>
              <p:cNvCxnSpPr>
                <a:stCxn id="12551" idx="7"/>
                <a:endCxn id="1255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0" name="Google Shape;12560;p214"/>
              <p:cNvCxnSpPr>
                <a:stCxn id="12552" idx="6"/>
                <a:endCxn id="1254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1" name="Google Shape;12561;p214"/>
              <p:cNvCxnSpPr>
                <a:stCxn id="12550" idx="7"/>
                <a:endCxn id="1254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2" name="Google Shape;12562;p214"/>
              <p:cNvCxnSpPr>
                <a:stCxn id="12547" idx="5"/>
                <a:endCxn id="1255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3" name="Google Shape;12563;p214"/>
              <p:cNvCxnSpPr>
                <a:stCxn id="12553" idx="7"/>
                <a:endCxn id="1255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4" name="Google Shape;12564;p214"/>
              <p:cNvCxnSpPr>
                <a:stCxn id="12553" idx="5"/>
                <a:endCxn id="1254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5" name="Google Shape;12565;p214"/>
              <p:cNvCxnSpPr>
                <a:stCxn id="12549" idx="0"/>
                <a:endCxn id="1255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6" name="Google Shape;12566;p214"/>
              <p:cNvCxnSpPr>
                <a:stCxn id="12549" idx="7"/>
                <a:endCxn id="1255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7" name="Google Shape;12567;p214"/>
              <p:cNvCxnSpPr>
                <a:stCxn id="12550" idx="6"/>
                <a:endCxn id="1255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8" name="Google Shape;12568;p214"/>
              <p:cNvCxnSpPr>
                <a:stCxn id="12554" idx="0"/>
                <a:endCxn id="1254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9" name="Google Shape;12569;p214"/>
              <p:cNvCxnSpPr>
                <a:stCxn id="12551" idx="4"/>
                <a:endCxn id="1254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0" name="Google Shape;12570;p214"/>
              <p:cNvCxnSpPr>
                <a:stCxn id="12548" idx="4"/>
                <a:endCxn id="1254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1" name="Google Shape;12571;p214"/>
              <p:cNvCxnSpPr>
                <a:stCxn id="12547" idx="5"/>
                <a:endCxn id="1254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72" name="Google Shape;12572;p214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73" name="Google Shape;12573;p214"/>
              <p:cNvCxnSpPr>
                <a:stCxn id="12554" idx="4"/>
                <a:endCxn id="1257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4" name="Google Shape;12574;p214"/>
              <p:cNvCxnSpPr>
                <a:stCxn id="12572" idx="2"/>
                <a:endCxn id="1254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5" name="Google Shape;12575;p214"/>
              <p:cNvCxnSpPr>
                <a:stCxn id="12572" idx="0"/>
                <a:endCxn id="1254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6" name="Google Shape;12576;p214"/>
              <p:cNvCxnSpPr>
                <a:stCxn id="12572" idx="1"/>
                <a:endCxn id="1255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77" name="Google Shape;12577;p214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78" name="Google Shape;12578;p214"/>
              <p:cNvCxnSpPr>
                <a:stCxn id="12572" idx="2"/>
                <a:endCxn id="1257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9" name="Google Shape;12579;p214"/>
              <p:cNvCxnSpPr>
                <a:stCxn id="12577" idx="1"/>
                <a:endCxn id="1255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580" name="Shape 1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1" name="Google Shape;12581;p2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82" name="Google Shape;12582;p215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3" name="Google Shape;12583;p215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4" name="Google Shape;12584;p215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5" name="Google Shape;12585;p215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586" name="Google Shape;12586;p215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587" name="Google Shape;12587;p215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2588" name="Google Shape;12588;p215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2589" name="Google Shape;12589;p215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2590" name="Google Shape;12590;p2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91" name="Google Shape;12591;p2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92" name="Google Shape;12592;p2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593" name="Google Shape;12593;p215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2594" name="Google Shape;12594;p2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95" name="Google Shape;12595;p21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96" name="Google Shape;12596;p21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597" name="Google Shape;12597;p21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598" name="Google Shape;12598;p215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2599" name="Google Shape;12599;p215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2600" name="Google Shape;12600;p215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1" name="Google Shape;12601;p215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2" name="Google Shape;12602;p215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3" name="Google Shape;12603;p215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4" name="Google Shape;12604;p215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5" name="Google Shape;12605;p215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6" name="Google Shape;12606;p215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07" name="Google Shape;12607;p215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08" name="Google Shape;12608;p215"/>
              <p:cNvCxnSpPr>
                <a:stCxn id="12604" idx="5"/>
                <a:endCxn id="1260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9" name="Google Shape;12609;p215"/>
              <p:cNvCxnSpPr>
                <a:stCxn id="12605" idx="4"/>
                <a:endCxn id="1260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0" name="Google Shape;12610;p215"/>
              <p:cNvCxnSpPr>
                <a:stCxn id="12600" idx="0"/>
                <a:endCxn id="1260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1" name="Google Shape;12611;p215"/>
              <p:cNvCxnSpPr>
                <a:stCxn id="12604" idx="6"/>
                <a:endCxn id="1260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2" name="Google Shape;12612;p215"/>
              <p:cNvCxnSpPr>
                <a:stCxn id="12605" idx="6"/>
                <a:endCxn id="1260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3" name="Google Shape;12613;p215"/>
              <p:cNvCxnSpPr>
                <a:stCxn id="12603" idx="6"/>
                <a:endCxn id="1260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4" name="Google Shape;12614;p215"/>
              <p:cNvCxnSpPr>
                <a:stCxn id="12600" idx="6"/>
                <a:endCxn id="1260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5" name="Google Shape;12615;p215"/>
              <p:cNvCxnSpPr>
                <a:stCxn id="12600" idx="7"/>
                <a:endCxn id="1260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6" name="Google Shape;12616;p215"/>
              <p:cNvCxnSpPr>
                <a:stCxn id="12606" idx="7"/>
                <a:endCxn id="1260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7" name="Google Shape;12617;p215"/>
              <p:cNvCxnSpPr>
                <a:stCxn id="12602" idx="0"/>
                <a:endCxn id="1260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8" name="Google Shape;12618;p215"/>
              <p:cNvCxnSpPr>
                <a:stCxn id="12607" idx="2"/>
                <a:endCxn id="1260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9" name="Google Shape;12619;p215"/>
              <p:cNvCxnSpPr>
                <a:stCxn id="12605" idx="7"/>
                <a:endCxn id="1260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20" name="Google Shape;12620;p215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21" name="Google Shape;12621;p215"/>
              <p:cNvCxnSpPr>
                <a:stCxn id="12607" idx="3"/>
                <a:endCxn id="1262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2" name="Google Shape;12622;p215"/>
              <p:cNvCxnSpPr>
                <a:stCxn id="12620" idx="2"/>
                <a:endCxn id="1260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3" name="Google Shape;12623;p215"/>
              <p:cNvCxnSpPr>
                <a:stCxn id="12620" idx="0"/>
                <a:endCxn id="1260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4" name="Google Shape;12624;p215"/>
              <p:cNvCxnSpPr>
                <a:stCxn id="12620" idx="1"/>
                <a:endCxn id="1260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25" name="Google Shape;12625;p215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26" name="Google Shape;12626;p215"/>
              <p:cNvCxnSpPr>
                <a:stCxn id="12602" idx="2"/>
                <a:endCxn id="1262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7" name="Google Shape;12627;p215"/>
              <p:cNvCxnSpPr>
                <a:stCxn id="12625" idx="3"/>
                <a:endCxn id="1260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8" name="Google Shape;12628;p215"/>
              <p:cNvCxnSpPr>
                <a:stCxn id="12603" idx="4"/>
                <a:endCxn id="1262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29" name="Google Shape;12629;p215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30" name="Google Shape;12630;p215"/>
              <p:cNvCxnSpPr>
                <a:stCxn id="12603" idx="0"/>
                <a:endCxn id="1262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31" name="Google Shape;12631;p215"/>
              <p:cNvCxnSpPr>
                <a:stCxn id="12604" idx="7"/>
                <a:endCxn id="1262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32" name="Google Shape;12632;p215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2633" name="Google Shape;12633;p215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4" name="Google Shape;12634;p215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5" name="Google Shape;12635;p215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6" name="Google Shape;12636;p215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7" name="Google Shape;12637;p215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8" name="Google Shape;12638;p215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9" name="Google Shape;12639;p215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40" name="Google Shape;12640;p215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41" name="Google Shape;12641;p215"/>
              <p:cNvCxnSpPr>
                <a:stCxn id="12638" idx="4"/>
                <a:endCxn id="1263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2" name="Google Shape;12642;p215"/>
              <p:cNvCxnSpPr>
                <a:stCxn id="12633" idx="7"/>
                <a:endCxn id="1263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3" name="Google Shape;12643;p215"/>
              <p:cNvCxnSpPr>
                <a:stCxn id="12637" idx="7"/>
                <a:endCxn id="1263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4" name="Google Shape;12644;p215"/>
              <p:cNvCxnSpPr>
                <a:stCxn id="12638" idx="6"/>
                <a:endCxn id="1263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5" name="Google Shape;12645;p215"/>
              <p:cNvCxnSpPr>
                <a:stCxn id="12636" idx="7"/>
                <a:endCxn id="1263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6" name="Google Shape;12646;p215"/>
              <p:cNvCxnSpPr>
                <a:stCxn id="12633" idx="6"/>
                <a:endCxn id="1263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7" name="Google Shape;12647;p215"/>
              <p:cNvCxnSpPr>
                <a:stCxn id="12639" idx="0"/>
                <a:endCxn id="1263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8" name="Google Shape;12648;p215"/>
              <p:cNvCxnSpPr>
                <a:stCxn id="12639" idx="5"/>
                <a:endCxn id="1263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9" name="Google Shape;12649;p215"/>
              <p:cNvCxnSpPr>
                <a:stCxn id="12635" idx="0"/>
                <a:endCxn id="1263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0" name="Google Shape;12650;p215"/>
              <p:cNvCxnSpPr>
                <a:stCxn id="12635" idx="7"/>
                <a:endCxn id="1264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1" name="Google Shape;12651;p215"/>
              <p:cNvCxnSpPr>
                <a:stCxn id="12636" idx="6"/>
                <a:endCxn id="1264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2" name="Google Shape;12652;p215"/>
              <p:cNvCxnSpPr>
                <a:stCxn id="12640" idx="0"/>
                <a:endCxn id="1263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3" name="Google Shape;12653;p215"/>
              <p:cNvCxnSpPr>
                <a:stCxn id="12638" idx="5"/>
                <a:endCxn id="1264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4" name="Google Shape;12654;p215"/>
              <p:cNvCxnSpPr>
                <a:stCxn id="12637" idx="6"/>
                <a:endCxn id="1264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5" name="Google Shape;12655;p215"/>
              <p:cNvCxnSpPr>
                <a:stCxn id="12637" idx="5"/>
                <a:endCxn id="1263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6" name="Google Shape;12656;p215"/>
              <p:cNvCxnSpPr>
                <a:stCxn id="12634" idx="4"/>
                <a:endCxn id="1263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57" name="Google Shape;12657;p215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58" name="Google Shape;12658;p215"/>
              <p:cNvCxnSpPr>
                <a:stCxn id="12640" idx="4"/>
                <a:endCxn id="1265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9" name="Google Shape;12659;p215"/>
              <p:cNvCxnSpPr>
                <a:stCxn id="12657" idx="1"/>
                <a:endCxn id="1263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60" name="Google Shape;12660;p215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61" name="Google Shape;12661;p215"/>
              <p:cNvCxnSpPr>
                <a:stCxn id="12657" idx="2"/>
                <a:endCxn id="1266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62" name="Google Shape;12662;p215"/>
              <p:cNvCxnSpPr>
                <a:stCxn id="12660" idx="1"/>
                <a:endCxn id="1263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63" name="Google Shape;12663;p215"/>
              <p:cNvCxnSpPr>
                <a:stCxn id="12660" idx="7"/>
                <a:endCxn id="1263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664" name="Shape 1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5" name="Google Shape;12665;p2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66" name="Google Shape;12666;p216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7" name="Google Shape;12667;p216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8" name="Google Shape;12668;p216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9" name="Google Shape;12669;p216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0" name="Google Shape;12670;p216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71" name="Google Shape;12671;p216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72" name="Google Shape;12672;p216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73" name="Google Shape;12673;p216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74" name="Google Shape;12674;p216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75" name="Google Shape;12675;p216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76" name="Google Shape;12676;p216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77" name="Google Shape;12677;p216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2678" name="Google Shape;12678;p216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2679" name="Google Shape;12679;p216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2680" name="Google Shape;12680;p21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1" name="Google Shape;12681;p21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2" name="Google Shape;12682;p21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683" name="Google Shape;12683;p216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2684" name="Google Shape;12684;p21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5" name="Google Shape;12685;p21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6" name="Google Shape;12686;p21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7" name="Google Shape;12687;p21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688" name="Google Shape;12688;p216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2689" name="Google Shape;12689;p216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2690" name="Google Shape;12690;p216"/>
              <p:cNvCxnSpPr>
                <a:stCxn id="12691" idx="6"/>
                <a:endCxn id="1269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92" name="Google Shape;12692;p21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3" name="Google Shape;12693;p21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4" name="Google Shape;12694;p21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5" name="Google Shape;12695;p21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6" name="Google Shape;12696;p216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697" name="Google Shape;12697;p216"/>
              <p:cNvCxnSpPr>
                <a:stCxn id="12696" idx="4"/>
                <a:endCxn id="1269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98" name="Google Shape;12698;p216"/>
              <p:cNvCxnSpPr>
                <a:stCxn id="12695" idx="4"/>
                <a:endCxn id="1269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99" name="Google Shape;12699;p216"/>
              <p:cNvCxnSpPr>
                <a:stCxn id="12695" idx="5"/>
                <a:endCxn id="1269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0" name="Google Shape;12700;p216"/>
              <p:cNvCxnSpPr>
                <a:stCxn id="12695" idx="0"/>
                <a:endCxn id="1269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1" name="Google Shape;12701;p216"/>
              <p:cNvCxnSpPr>
                <a:stCxn id="12695" idx="7"/>
                <a:endCxn id="1269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2" name="Google Shape;12702;p216"/>
              <p:cNvCxnSpPr>
                <a:stCxn id="12693" idx="5"/>
                <a:endCxn id="1269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3" name="Google Shape;12703;p216"/>
              <p:cNvCxnSpPr>
                <a:stCxn id="12693" idx="6"/>
                <a:endCxn id="1269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4" name="Google Shape;12704;p216"/>
              <p:cNvCxnSpPr>
                <a:stCxn id="12705" idx="1"/>
                <a:endCxn id="1269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6" name="Google Shape;12706;p216"/>
              <p:cNvCxnSpPr>
                <a:stCxn id="12696" idx="0"/>
                <a:endCxn id="1269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7" name="Google Shape;12707;p216"/>
              <p:cNvCxnSpPr>
                <a:stCxn id="12696" idx="0"/>
                <a:endCxn id="1270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08" name="Google Shape;12708;p21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09" name="Google Shape;12709;p216"/>
              <p:cNvCxnSpPr>
                <a:stCxn id="12693" idx="5"/>
                <a:endCxn id="1270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0" name="Google Shape;12710;p216"/>
              <p:cNvCxnSpPr>
                <a:stCxn id="12705" idx="7"/>
                <a:endCxn id="1270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1" name="Google Shape;12711;p216"/>
              <p:cNvCxnSpPr>
                <a:stCxn id="12708" idx="6"/>
                <a:endCxn id="1269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12" name="Google Shape;12712;p21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13" name="Google Shape;12713;p216"/>
              <p:cNvCxnSpPr>
                <a:stCxn id="12712" idx="0"/>
                <a:endCxn id="1269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4" name="Google Shape;12714;p216"/>
              <p:cNvCxnSpPr>
                <a:stCxn id="12712" idx="6"/>
                <a:endCxn id="1269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5" name="Google Shape;12715;p216"/>
              <p:cNvCxnSpPr>
                <a:stCxn id="12712" idx="5"/>
                <a:endCxn id="1269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6" name="Google Shape;12716;p216"/>
              <p:cNvCxnSpPr>
                <a:stCxn id="12712" idx="5"/>
                <a:endCxn id="1269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05" name="Google Shape;12705;p21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1" name="Google Shape;12691;p21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717" name="Google Shape;12717;p216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2718" name="Google Shape;12718;p216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19" name="Google Shape;12719;p216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20" name="Google Shape;12720;p216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21" name="Google Shape;12721;p216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22" name="Google Shape;12722;p216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23" name="Google Shape;12723;p216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24" name="Google Shape;12724;p216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25" name="Google Shape;12725;p216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26" name="Google Shape;12726;p216"/>
              <p:cNvCxnSpPr>
                <a:stCxn id="12722" idx="5"/>
                <a:endCxn id="1272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7" name="Google Shape;12727;p216"/>
              <p:cNvCxnSpPr>
                <a:stCxn id="12723" idx="4"/>
                <a:endCxn id="1272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8" name="Google Shape;12728;p216"/>
              <p:cNvCxnSpPr>
                <a:stCxn id="12718" idx="0"/>
                <a:endCxn id="1272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9" name="Google Shape;12729;p216"/>
              <p:cNvCxnSpPr>
                <a:stCxn id="12722" idx="7"/>
                <a:endCxn id="1272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0" name="Google Shape;12730;p216"/>
              <p:cNvCxnSpPr>
                <a:stCxn id="12723" idx="6"/>
                <a:endCxn id="1271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1" name="Google Shape;12731;p216"/>
              <p:cNvCxnSpPr>
                <a:stCxn id="12721" idx="5"/>
                <a:endCxn id="1271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2" name="Google Shape;12732;p216"/>
              <p:cNvCxnSpPr>
                <a:stCxn id="12718" idx="6"/>
                <a:endCxn id="1272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3" name="Google Shape;12733;p216"/>
              <p:cNvCxnSpPr>
                <a:stCxn id="12718" idx="7"/>
                <a:endCxn id="1272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4" name="Google Shape;12734;p216"/>
              <p:cNvCxnSpPr>
                <a:stCxn id="12724" idx="7"/>
                <a:endCxn id="1272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5" name="Google Shape;12735;p216"/>
              <p:cNvCxnSpPr>
                <a:stCxn id="12720" idx="0"/>
                <a:endCxn id="1272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6" name="Google Shape;12736;p216"/>
              <p:cNvCxnSpPr>
                <a:stCxn id="12725" idx="2"/>
                <a:endCxn id="1271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7" name="Google Shape;12737;p216"/>
              <p:cNvCxnSpPr>
                <a:stCxn id="12722" idx="6"/>
                <a:endCxn id="1272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38" name="Google Shape;12738;p216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39" name="Google Shape;12739;p216"/>
              <p:cNvCxnSpPr>
                <a:stCxn id="12725" idx="3"/>
                <a:endCxn id="1273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0" name="Google Shape;12740;p216"/>
              <p:cNvCxnSpPr>
                <a:stCxn id="12738" idx="2"/>
                <a:endCxn id="1272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1" name="Google Shape;12741;p216"/>
              <p:cNvCxnSpPr>
                <a:stCxn id="12738" idx="0"/>
                <a:endCxn id="1271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2" name="Google Shape;12742;p216"/>
              <p:cNvCxnSpPr>
                <a:stCxn id="12738" idx="1"/>
                <a:endCxn id="1272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43" name="Google Shape;12743;p216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44" name="Google Shape;12744;p216"/>
              <p:cNvCxnSpPr>
                <a:stCxn id="12720" idx="2"/>
                <a:endCxn id="1274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5" name="Google Shape;12745;p216"/>
              <p:cNvCxnSpPr>
                <a:stCxn id="12743" idx="3"/>
                <a:endCxn id="1271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6" name="Google Shape;12746;p216"/>
              <p:cNvCxnSpPr>
                <a:stCxn id="12721" idx="4"/>
                <a:endCxn id="1274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747" name="Shape 1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8" name="Google Shape;12748;p217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49" name="Google Shape;12749;p217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0" name="Google Shape;12750;p217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1" name="Google Shape;12751;p217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2" name="Google Shape;12752;p217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3" name="Google Shape;12753;p217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4" name="Google Shape;12754;p217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5" name="Google Shape;12755;p217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756" name="Google Shape;12756;p217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757" name="Google Shape;12757;p217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758" name="Google Shape;12758;p217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759" name="Google Shape;12759;p217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760" name="Google Shape;12760;p217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2761" name="Google Shape;12761;p217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2762" name="Google Shape;12762;p217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2763" name="Google Shape;12763;p217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64" name="Google Shape;12764;p217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65" name="Google Shape;12765;p217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66" name="Google Shape;12766;p217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67" name="Google Shape;12767;p217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68" name="Google Shape;12768;p217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69" name="Google Shape;12769;p217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70" name="Google Shape;12770;p217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71" name="Google Shape;12771;p217"/>
              <p:cNvCxnSpPr>
                <a:stCxn id="12767" idx="5"/>
                <a:endCxn id="1276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2" name="Google Shape;12772;p217"/>
              <p:cNvCxnSpPr>
                <a:stCxn id="12768" idx="4"/>
                <a:endCxn id="1276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3" name="Google Shape;12773;p217"/>
              <p:cNvCxnSpPr>
                <a:stCxn id="12763" idx="0"/>
                <a:endCxn id="1276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4" name="Google Shape;12774;p217"/>
              <p:cNvCxnSpPr>
                <a:stCxn id="12767" idx="6"/>
                <a:endCxn id="1276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5" name="Google Shape;12775;p217"/>
              <p:cNvCxnSpPr>
                <a:stCxn id="12768" idx="6"/>
                <a:endCxn id="1276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6" name="Google Shape;12776;p217"/>
              <p:cNvCxnSpPr>
                <a:stCxn id="12766" idx="6"/>
                <a:endCxn id="1276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7" name="Google Shape;12777;p217"/>
              <p:cNvCxnSpPr>
                <a:stCxn id="12763" idx="6"/>
                <a:endCxn id="1276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8" name="Google Shape;12778;p217"/>
              <p:cNvCxnSpPr>
                <a:stCxn id="12763" idx="7"/>
                <a:endCxn id="1276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9" name="Google Shape;12779;p217"/>
              <p:cNvCxnSpPr>
                <a:stCxn id="12769" idx="7"/>
                <a:endCxn id="1276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0" name="Google Shape;12780;p217"/>
              <p:cNvCxnSpPr>
                <a:stCxn id="12765" idx="0"/>
                <a:endCxn id="1276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1" name="Google Shape;12781;p217"/>
              <p:cNvCxnSpPr>
                <a:stCxn id="12770" idx="2"/>
                <a:endCxn id="1276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2" name="Google Shape;12782;p217"/>
              <p:cNvCxnSpPr>
                <a:stCxn id="12768" idx="7"/>
                <a:endCxn id="1277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83" name="Google Shape;12783;p217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84" name="Google Shape;12784;p217"/>
              <p:cNvCxnSpPr>
                <a:stCxn id="12770" idx="3"/>
                <a:endCxn id="1278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5" name="Google Shape;12785;p217"/>
              <p:cNvCxnSpPr>
                <a:stCxn id="12783" idx="2"/>
                <a:endCxn id="1276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6" name="Google Shape;12786;p217"/>
              <p:cNvCxnSpPr>
                <a:stCxn id="12783" idx="0"/>
                <a:endCxn id="1276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7" name="Google Shape;12787;p217"/>
              <p:cNvCxnSpPr>
                <a:stCxn id="12783" idx="1"/>
                <a:endCxn id="1276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88" name="Google Shape;12788;p217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89" name="Google Shape;12789;p217"/>
              <p:cNvCxnSpPr>
                <a:stCxn id="12765" idx="2"/>
                <a:endCxn id="1278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0" name="Google Shape;12790;p217"/>
              <p:cNvCxnSpPr>
                <a:stCxn id="12788" idx="3"/>
                <a:endCxn id="1276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1" name="Google Shape;12791;p217"/>
              <p:cNvCxnSpPr>
                <a:stCxn id="12766" idx="4"/>
                <a:endCxn id="1278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92" name="Google Shape;12792;p217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93" name="Google Shape;12793;p217"/>
              <p:cNvCxnSpPr>
                <a:stCxn id="12766" idx="0"/>
                <a:endCxn id="1279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4" name="Google Shape;12794;p217"/>
              <p:cNvCxnSpPr>
                <a:stCxn id="12792" idx="3"/>
                <a:endCxn id="1276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95" name="Google Shape;12795;p217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2796" name="Google Shape;12796;p217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97" name="Google Shape;12797;p217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98" name="Google Shape;12798;p217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99" name="Google Shape;12799;p217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00" name="Google Shape;12800;p217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01" name="Google Shape;12801;p217"/>
              <p:cNvCxnSpPr>
                <a:stCxn id="12799" idx="5"/>
                <a:endCxn id="1279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2" name="Google Shape;12802;p217"/>
              <p:cNvCxnSpPr>
                <a:stCxn id="12796" idx="6"/>
                <a:endCxn id="1279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3" name="Google Shape;12803;p217"/>
              <p:cNvCxnSpPr>
                <a:stCxn id="12796" idx="6"/>
                <a:endCxn id="1280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4" name="Google Shape;12804;p217"/>
              <p:cNvCxnSpPr>
                <a:stCxn id="12800" idx="6"/>
                <a:endCxn id="1279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5" name="Google Shape;12805;p217"/>
              <p:cNvCxnSpPr>
                <a:stCxn id="12800" idx="6"/>
                <a:endCxn id="1279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6" name="Google Shape;12806;p217"/>
              <p:cNvCxnSpPr>
                <a:stCxn id="12799" idx="4"/>
                <a:endCxn id="1279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7" name="Google Shape;12807;p217"/>
              <p:cNvCxnSpPr>
                <a:stCxn id="12797" idx="7"/>
                <a:endCxn id="1279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808" name="Google Shape;12808;p217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2809" name="Google Shape;12809;p217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2810" name="Google Shape;12810;p217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11" name="Google Shape;12811;p21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12" name="Google Shape;12812;p21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813" name="Google Shape;12813;p217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2814" name="Google Shape;12814;p217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15" name="Google Shape;12815;p217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16" name="Google Shape;12816;p217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17" name="Google Shape;12817;p217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818" name="Shape 1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9" name="Google Shape;12819;p218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20" name="Google Shape;12820;p218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1" name="Google Shape;12821;p218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2822" name="Google Shape;12822;p218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2823" name="Google Shape;12823;p218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2824" name="Google Shape;12824;p218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25" name="Google Shape;12825;p218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26" name="Google Shape;12826;p218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27" name="Google Shape;12827;p218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28" name="Google Shape;12828;p218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29" name="Google Shape;12829;p218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30" name="Google Shape;12830;p218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31" name="Google Shape;12831;p218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32" name="Google Shape;12832;p218"/>
              <p:cNvCxnSpPr>
                <a:stCxn id="12828" idx="5"/>
                <a:endCxn id="1282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3" name="Google Shape;12833;p218"/>
              <p:cNvCxnSpPr>
                <a:stCxn id="12829" idx="4"/>
                <a:endCxn id="1282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4" name="Google Shape;12834;p218"/>
              <p:cNvCxnSpPr>
                <a:stCxn id="12824" idx="6"/>
                <a:endCxn id="1282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5" name="Google Shape;12835;p218"/>
              <p:cNvCxnSpPr>
                <a:stCxn id="12828" idx="7"/>
                <a:endCxn id="1282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6" name="Google Shape;12836;p218"/>
              <p:cNvCxnSpPr>
                <a:stCxn id="12829" idx="6"/>
                <a:endCxn id="1282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7" name="Google Shape;12837;p218"/>
              <p:cNvCxnSpPr>
                <a:stCxn id="12827" idx="7"/>
                <a:endCxn id="1282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8" name="Google Shape;12838;p218"/>
              <p:cNvCxnSpPr>
                <a:stCxn id="12824" idx="6"/>
                <a:endCxn id="1283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9" name="Google Shape;12839;p218"/>
              <p:cNvCxnSpPr>
                <a:stCxn id="12830" idx="6"/>
                <a:endCxn id="1282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0" name="Google Shape;12840;p218"/>
              <p:cNvCxnSpPr>
                <a:stCxn id="12830" idx="6"/>
                <a:endCxn id="1282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1" name="Google Shape;12841;p218"/>
              <p:cNvCxnSpPr>
                <a:stCxn id="12826" idx="7"/>
                <a:endCxn id="1283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2" name="Google Shape;12842;p218"/>
              <p:cNvCxnSpPr>
                <a:stCxn id="12827" idx="6"/>
                <a:endCxn id="1283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3" name="Google Shape;12843;p218"/>
              <p:cNvCxnSpPr>
                <a:stCxn id="12831" idx="0"/>
                <a:endCxn id="1282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4" name="Google Shape;12844;p218"/>
              <p:cNvCxnSpPr>
                <a:stCxn id="12829" idx="5"/>
                <a:endCxn id="1283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5" name="Google Shape;12845;p218"/>
              <p:cNvCxnSpPr>
                <a:stCxn id="12828" idx="6"/>
                <a:endCxn id="1283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6" name="Google Shape;12846;p218"/>
              <p:cNvCxnSpPr>
                <a:stCxn id="12828" idx="4"/>
                <a:endCxn id="1282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47" name="Google Shape;12847;p218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48" name="Google Shape;12848;p218"/>
              <p:cNvCxnSpPr>
                <a:stCxn id="12831" idx="4"/>
                <a:endCxn id="1284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9" name="Google Shape;12849;p218"/>
              <p:cNvCxnSpPr>
                <a:stCxn id="12847" idx="1"/>
                <a:endCxn id="1282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50" name="Google Shape;12850;p218"/>
              <p:cNvCxnSpPr>
                <a:stCxn id="12847" idx="1"/>
                <a:endCxn id="1282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51" name="Google Shape;12851;p218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52" name="Google Shape;12852;p218"/>
              <p:cNvCxnSpPr>
                <a:stCxn id="12829" idx="0"/>
                <a:endCxn id="1285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53" name="Google Shape;12853;p218"/>
              <p:cNvCxnSpPr>
                <a:stCxn id="12825" idx="0"/>
                <a:endCxn id="1285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854" name="Google Shape;12854;p218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2855" name="Google Shape;12855;p218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56" name="Google Shape;12856;p218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57" name="Google Shape;12857;p218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58" name="Google Shape;12858;p218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59" name="Google Shape;12859;p218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60" name="Google Shape;12860;p218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61" name="Google Shape;12861;p218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862" name="Google Shape;12862;p218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63" name="Google Shape;12863;p218"/>
              <p:cNvCxnSpPr>
                <a:stCxn id="12859" idx="5"/>
                <a:endCxn id="1285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4" name="Google Shape;12864;p218"/>
              <p:cNvCxnSpPr>
                <a:stCxn id="12860" idx="4"/>
                <a:endCxn id="1285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5" name="Google Shape;12865;p218"/>
              <p:cNvCxnSpPr>
                <a:stCxn id="12855" idx="6"/>
                <a:endCxn id="1285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6" name="Google Shape;12866;p218"/>
              <p:cNvCxnSpPr>
                <a:stCxn id="12855" idx="0"/>
                <a:endCxn id="1285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7" name="Google Shape;12867;p218"/>
              <p:cNvCxnSpPr>
                <a:stCxn id="12859" idx="7"/>
                <a:endCxn id="1286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8" name="Google Shape;12868;p218"/>
              <p:cNvCxnSpPr>
                <a:stCxn id="12860" idx="6"/>
                <a:endCxn id="1285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9" name="Google Shape;12869;p218"/>
              <p:cNvCxnSpPr>
                <a:stCxn id="12858" idx="7"/>
                <a:endCxn id="1285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0" name="Google Shape;12870;p218"/>
              <p:cNvCxnSpPr>
                <a:stCxn id="12855" idx="5"/>
                <a:endCxn id="1286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1" name="Google Shape;12871;p218"/>
              <p:cNvCxnSpPr>
                <a:stCxn id="12861" idx="7"/>
                <a:endCxn id="1285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2" name="Google Shape;12872;p218"/>
              <p:cNvCxnSpPr>
                <a:stCxn id="12861" idx="7"/>
                <a:endCxn id="1285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3" name="Google Shape;12873;p218"/>
              <p:cNvCxnSpPr>
                <a:stCxn id="12857" idx="0"/>
                <a:endCxn id="1285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4" name="Google Shape;12874;p218"/>
              <p:cNvCxnSpPr>
                <a:stCxn id="12862" idx="1"/>
                <a:endCxn id="1285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5" name="Google Shape;12875;p218"/>
              <p:cNvCxnSpPr>
                <a:stCxn id="12859" idx="6"/>
                <a:endCxn id="1286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6" name="Google Shape;12876;p218"/>
              <p:cNvCxnSpPr>
                <a:stCxn id="12856" idx="4"/>
                <a:endCxn id="1285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77" name="Google Shape;12877;p218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78" name="Google Shape;12878;p218"/>
              <p:cNvCxnSpPr>
                <a:stCxn id="12862" idx="2"/>
                <a:endCxn id="1287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9" name="Google Shape;12879;p218"/>
              <p:cNvCxnSpPr>
                <a:stCxn id="12877" idx="2"/>
                <a:endCxn id="1285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0" name="Google Shape;12880;p218"/>
              <p:cNvCxnSpPr>
                <a:stCxn id="12877" idx="0"/>
                <a:endCxn id="1285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1" name="Google Shape;12881;p218"/>
              <p:cNvCxnSpPr>
                <a:stCxn id="12877" idx="1"/>
                <a:endCxn id="1285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82" name="Google Shape;12882;p218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83" name="Google Shape;12883;p218"/>
              <p:cNvCxnSpPr>
                <a:stCxn id="12857" idx="3"/>
                <a:endCxn id="1288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4" name="Google Shape;12884;p218"/>
              <p:cNvCxnSpPr>
                <a:stCxn id="12882" idx="0"/>
                <a:endCxn id="1286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85" name="Google Shape;12885;p218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86" name="Google Shape;12886;p218"/>
              <p:cNvCxnSpPr>
                <a:stCxn id="12855" idx="6"/>
                <a:endCxn id="1288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7" name="Google Shape;12887;p218"/>
              <p:cNvCxnSpPr>
                <a:stCxn id="12861" idx="0"/>
                <a:endCxn id="1288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8" name="Google Shape;12888;p218"/>
              <p:cNvCxnSpPr>
                <a:stCxn id="12885" idx="6"/>
                <a:endCxn id="1285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89" name="Google Shape;12889;p218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90" name="Google Shape;12890;p218"/>
              <p:cNvCxnSpPr>
                <a:stCxn id="12882" idx="5"/>
                <a:endCxn id="1288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1" name="Google Shape;12891;p218"/>
              <p:cNvCxnSpPr>
                <a:stCxn id="12889" idx="7"/>
                <a:endCxn id="1285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92" name="Google Shape;12892;p218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93" name="Google Shape;12893;p218"/>
              <p:cNvCxnSpPr>
                <a:stCxn id="12882" idx="0"/>
                <a:endCxn id="1289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4" name="Google Shape;12894;p218"/>
              <p:cNvCxnSpPr>
                <a:stCxn id="12892" idx="1"/>
                <a:endCxn id="1286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5" name="Google Shape;12895;p218"/>
              <p:cNvCxnSpPr>
                <a:stCxn id="12892" idx="6"/>
                <a:endCxn id="1285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896" name="Shape 1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7" name="Google Shape;12897;p219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2898" name="Google Shape;12898;p219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2899" name="Google Shape;12899;p2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00" name="Google Shape;12900;p2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01" name="Google Shape;12901;p2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02" name="Google Shape;12902;p219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2903" name="Google Shape;12903;p21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04" name="Google Shape;12904;p219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05" name="Google Shape;12905;p219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06" name="Google Shape;12906;p219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907" name="Google Shape;12907;p219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2908" name="Google Shape;12908;p219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2909" name="Google Shape;12909;p219"/>
              <p:cNvCxnSpPr>
                <a:stCxn id="12910" idx="7"/>
                <a:endCxn id="1291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11" name="Google Shape;12911;p219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12" name="Google Shape;12912;p219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13" name="Google Shape;12913;p219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14" name="Google Shape;12914;p219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15" name="Google Shape;12915;p219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16" name="Google Shape;12916;p219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17" name="Google Shape;12917;p219"/>
              <p:cNvCxnSpPr>
                <a:stCxn id="12916" idx="4"/>
                <a:endCxn id="1291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8" name="Google Shape;12918;p219"/>
              <p:cNvCxnSpPr>
                <a:stCxn id="12915" idx="4"/>
                <a:endCxn id="1291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9" name="Google Shape;12919;p219"/>
              <p:cNvCxnSpPr>
                <a:stCxn id="12915" idx="5"/>
                <a:endCxn id="1291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0" name="Google Shape;12920;p219"/>
              <p:cNvCxnSpPr>
                <a:stCxn id="12915" idx="0"/>
                <a:endCxn id="1291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1" name="Google Shape;12921;p219"/>
              <p:cNvCxnSpPr>
                <a:stCxn id="12915" idx="7"/>
                <a:endCxn id="1291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2" name="Google Shape;12922;p219"/>
              <p:cNvCxnSpPr>
                <a:stCxn id="12912" idx="5"/>
                <a:endCxn id="1291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3" name="Google Shape;12923;p219"/>
              <p:cNvCxnSpPr>
                <a:stCxn id="12912" idx="6"/>
                <a:endCxn id="1291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4" name="Google Shape;12924;p219"/>
              <p:cNvCxnSpPr>
                <a:stCxn id="12914" idx="2"/>
                <a:endCxn id="1291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5" name="Google Shape;12925;p219"/>
              <p:cNvCxnSpPr>
                <a:stCxn id="12916" idx="0"/>
                <a:endCxn id="1291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6" name="Google Shape;12926;p219"/>
              <p:cNvCxnSpPr>
                <a:stCxn id="12916" idx="0"/>
                <a:endCxn id="1291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10" name="Google Shape;12910;p219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27" name="Google Shape;12927;p219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2928" name="Google Shape;12928;p219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29" name="Google Shape;12929;p219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30" name="Google Shape;12930;p219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31" name="Google Shape;12931;p219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32" name="Google Shape;12932;p219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33" name="Google Shape;12933;p219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34" name="Google Shape;12934;p219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35" name="Google Shape;12935;p219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36" name="Google Shape;12936;p219"/>
              <p:cNvCxnSpPr>
                <a:stCxn id="12932" idx="5"/>
                <a:endCxn id="1293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37" name="Google Shape;12937;p219"/>
              <p:cNvCxnSpPr>
                <a:stCxn id="12933" idx="4"/>
                <a:endCxn id="1293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38" name="Google Shape;12938;p219"/>
              <p:cNvCxnSpPr>
                <a:stCxn id="12928" idx="6"/>
                <a:endCxn id="1293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39" name="Google Shape;12939;p219"/>
              <p:cNvCxnSpPr>
                <a:stCxn id="12928" idx="0"/>
                <a:endCxn id="1293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0" name="Google Shape;12940;p219"/>
              <p:cNvCxnSpPr>
                <a:stCxn id="12932" idx="7"/>
                <a:endCxn id="1293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1" name="Google Shape;12941;p219"/>
              <p:cNvCxnSpPr>
                <a:stCxn id="12933" idx="6"/>
                <a:endCxn id="1292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2" name="Google Shape;12942;p219"/>
              <p:cNvCxnSpPr>
                <a:stCxn id="12931" idx="7"/>
                <a:endCxn id="1292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3" name="Google Shape;12943;p219"/>
              <p:cNvCxnSpPr>
                <a:stCxn id="12928" idx="5"/>
                <a:endCxn id="1293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4" name="Google Shape;12944;p219"/>
              <p:cNvCxnSpPr>
                <a:stCxn id="12934" idx="7"/>
                <a:endCxn id="1293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5" name="Google Shape;12945;p219"/>
              <p:cNvCxnSpPr>
                <a:stCxn id="12934" idx="5"/>
                <a:endCxn id="1293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6" name="Google Shape;12946;p219"/>
              <p:cNvCxnSpPr>
                <a:stCxn id="12930" idx="0"/>
                <a:endCxn id="1293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7" name="Google Shape;12947;p219"/>
              <p:cNvCxnSpPr>
                <a:stCxn id="12930" idx="7"/>
                <a:endCxn id="1293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8" name="Google Shape;12948;p219"/>
              <p:cNvCxnSpPr>
                <a:stCxn id="12931" idx="6"/>
                <a:endCxn id="1293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9" name="Google Shape;12949;p219"/>
              <p:cNvCxnSpPr>
                <a:stCxn id="12935" idx="0"/>
                <a:endCxn id="1292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0" name="Google Shape;12950;p219"/>
              <p:cNvCxnSpPr>
                <a:stCxn id="12932" idx="4"/>
                <a:endCxn id="1293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1" name="Google Shape;12951;p219"/>
              <p:cNvCxnSpPr>
                <a:stCxn id="12929" idx="4"/>
                <a:endCxn id="1293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2" name="Google Shape;12952;p219"/>
              <p:cNvCxnSpPr>
                <a:stCxn id="12928" idx="5"/>
                <a:endCxn id="1293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53" name="Google Shape;12953;p219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54" name="Google Shape;12954;p219"/>
              <p:cNvCxnSpPr>
                <a:stCxn id="12935" idx="4"/>
                <a:endCxn id="1295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5" name="Google Shape;12955;p219"/>
              <p:cNvCxnSpPr>
                <a:stCxn id="12953" idx="2"/>
                <a:endCxn id="1293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6" name="Google Shape;12956;p219"/>
              <p:cNvCxnSpPr>
                <a:stCxn id="12953" idx="0"/>
                <a:endCxn id="1292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7" name="Google Shape;12957;p219"/>
              <p:cNvCxnSpPr>
                <a:stCxn id="12953" idx="1"/>
                <a:endCxn id="1293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58" name="Google Shape;12958;p219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59" name="Google Shape;12959;p219"/>
              <p:cNvCxnSpPr>
                <a:stCxn id="12953" idx="2"/>
                <a:endCxn id="1295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60" name="Google Shape;12960;p219"/>
              <p:cNvCxnSpPr>
                <a:stCxn id="12958" idx="1"/>
                <a:endCxn id="1293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2961" name="Shape 1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2" name="Google Shape;12962;p220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2963" name="Google Shape;12963;p220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2964" name="Google Shape;12964;p220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65" name="Google Shape;12965;p22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66" name="Google Shape;12966;p22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67" name="Google Shape;12967;p220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2968" name="Google Shape;12968;p220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69" name="Google Shape;12969;p220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0" name="Google Shape;12970;p220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1" name="Google Shape;12971;p220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2972" name="Google Shape;12972;p220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2973" name="Google Shape;12973;p220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2974" name="Google Shape;12974;p220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5" name="Google Shape;12975;p220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6" name="Google Shape;12976;p220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7" name="Google Shape;12977;p220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8" name="Google Shape;12978;p220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79" name="Google Shape;12979;p220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80" name="Google Shape;12980;p220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981" name="Google Shape;12981;p220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82" name="Google Shape;12982;p220"/>
              <p:cNvCxnSpPr>
                <a:stCxn id="12978" idx="5"/>
                <a:endCxn id="1297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3" name="Google Shape;12983;p220"/>
              <p:cNvCxnSpPr>
                <a:stCxn id="12979" idx="4"/>
                <a:endCxn id="1297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4" name="Google Shape;12984;p220"/>
              <p:cNvCxnSpPr>
                <a:stCxn id="12974" idx="0"/>
                <a:endCxn id="1297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5" name="Google Shape;12985;p220"/>
              <p:cNvCxnSpPr>
                <a:stCxn id="12978" idx="6"/>
                <a:endCxn id="1297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6" name="Google Shape;12986;p220"/>
              <p:cNvCxnSpPr>
                <a:stCxn id="12979" idx="6"/>
                <a:endCxn id="1297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7" name="Google Shape;12987;p220"/>
              <p:cNvCxnSpPr>
                <a:stCxn id="12977" idx="6"/>
                <a:endCxn id="1297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8" name="Google Shape;12988;p220"/>
              <p:cNvCxnSpPr>
                <a:stCxn id="12974" idx="6"/>
                <a:endCxn id="1298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9" name="Google Shape;12989;p220"/>
              <p:cNvCxnSpPr>
                <a:stCxn id="12974" idx="7"/>
                <a:endCxn id="1297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0" name="Google Shape;12990;p220"/>
              <p:cNvCxnSpPr>
                <a:stCxn id="12980" idx="7"/>
                <a:endCxn id="1297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1" name="Google Shape;12991;p220"/>
              <p:cNvCxnSpPr>
                <a:stCxn id="12976" idx="0"/>
                <a:endCxn id="1297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2" name="Google Shape;12992;p220"/>
              <p:cNvCxnSpPr>
                <a:stCxn id="12981" idx="2"/>
                <a:endCxn id="1297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3" name="Google Shape;12993;p220"/>
              <p:cNvCxnSpPr>
                <a:stCxn id="12979" idx="7"/>
                <a:endCxn id="1298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94" name="Google Shape;12994;p220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95" name="Google Shape;12995;p220"/>
              <p:cNvCxnSpPr>
                <a:stCxn id="12981" idx="3"/>
                <a:endCxn id="1299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6" name="Google Shape;12996;p220"/>
              <p:cNvCxnSpPr>
                <a:stCxn id="12994" idx="2"/>
                <a:endCxn id="1297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7" name="Google Shape;12997;p220"/>
              <p:cNvCxnSpPr>
                <a:stCxn id="12994" idx="0"/>
                <a:endCxn id="1297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8" name="Google Shape;12998;p220"/>
              <p:cNvCxnSpPr>
                <a:stCxn id="12994" idx="1"/>
                <a:endCxn id="1297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99" name="Google Shape;12999;p220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00" name="Google Shape;13000;p220"/>
              <p:cNvCxnSpPr>
                <a:stCxn id="12976" idx="2"/>
                <a:endCxn id="1299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01" name="Google Shape;13001;p220"/>
              <p:cNvCxnSpPr>
                <a:stCxn id="12999" idx="3"/>
                <a:endCxn id="1297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02" name="Google Shape;13002;p220"/>
              <p:cNvCxnSpPr>
                <a:stCxn id="12977" idx="4"/>
                <a:endCxn id="1299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03" name="Google Shape;13003;p220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04" name="Google Shape;13004;p220"/>
              <p:cNvCxnSpPr>
                <a:stCxn id="12977" idx="0"/>
                <a:endCxn id="1300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05" name="Google Shape;13005;p220"/>
              <p:cNvCxnSpPr>
                <a:stCxn id="12978" idx="7"/>
                <a:endCxn id="1300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006" name="Google Shape;13006;p220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3007" name="Google Shape;13007;p220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08" name="Google Shape;13008;p220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09" name="Google Shape;13009;p220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10" name="Google Shape;13010;p220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11" name="Google Shape;13011;p220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12" name="Google Shape;13012;p220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13" name="Google Shape;13013;p220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14" name="Google Shape;13014;p220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15" name="Google Shape;13015;p220"/>
              <p:cNvCxnSpPr>
                <a:stCxn id="13012" idx="4"/>
                <a:endCxn id="1301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6" name="Google Shape;13016;p220"/>
              <p:cNvCxnSpPr>
                <a:stCxn id="13007" idx="7"/>
                <a:endCxn id="1301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7" name="Google Shape;13017;p220"/>
              <p:cNvCxnSpPr>
                <a:stCxn id="13011" idx="7"/>
                <a:endCxn id="1301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8" name="Google Shape;13018;p220"/>
              <p:cNvCxnSpPr>
                <a:stCxn id="13012" idx="6"/>
                <a:endCxn id="1300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9" name="Google Shape;13019;p220"/>
              <p:cNvCxnSpPr>
                <a:stCxn id="13010" idx="7"/>
                <a:endCxn id="1300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0" name="Google Shape;13020;p220"/>
              <p:cNvCxnSpPr>
                <a:stCxn id="13007" idx="6"/>
                <a:endCxn id="1301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1" name="Google Shape;13021;p220"/>
              <p:cNvCxnSpPr>
                <a:stCxn id="13013" idx="0"/>
                <a:endCxn id="1301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2" name="Google Shape;13022;p220"/>
              <p:cNvCxnSpPr>
                <a:stCxn id="13013" idx="5"/>
                <a:endCxn id="1300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3" name="Google Shape;13023;p220"/>
              <p:cNvCxnSpPr>
                <a:stCxn id="13009" idx="0"/>
                <a:endCxn id="1301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4" name="Google Shape;13024;p220"/>
              <p:cNvCxnSpPr>
                <a:stCxn id="13009" idx="7"/>
                <a:endCxn id="1301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5" name="Google Shape;13025;p220"/>
              <p:cNvCxnSpPr>
                <a:stCxn id="13010" idx="6"/>
                <a:endCxn id="1301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6" name="Google Shape;13026;p220"/>
              <p:cNvCxnSpPr>
                <a:stCxn id="13014" idx="0"/>
                <a:endCxn id="1300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7" name="Google Shape;13027;p220"/>
              <p:cNvCxnSpPr>
                <a:stCxn id="13012" idx="5"/>
                <a:endCxn id="1301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8" name="Google Shape;13028;p220"/>
              <p:cNvCxnSpPr>
                <a:stCxn id="13011" idx="6"/>
                <a:endCxn id="1301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9" name="Google Shape;13029;p220"/>
              <p:cNvCxnSpPr>
                <a:stCxn id="13011" idx="5"/>
                <a:endCxn id="1301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30" name="Google Shape;13030;p220"/>
              <p:cNvCxnSpPr>
                <a:stCxn id="13008" idx="4"/>
                <a:endCxn id="1300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31" name="Google Shape;13031;p220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32" name="Google Shape;13032;p220"/>
              <p:cNvCxnSpPr>
                <a:stCxn id="13014" idx="4"/>
                <a:endCxn id="1303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33" name="Google Shape;13033;p220"/>
              <p:cNvCxnSpPr>
                <a:stCxn id="13031" idx="1"/>
                <a:endCxn id="1300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34" name="Google Shape;13034;p220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35" name="Google Shape;13035;p220"/>
              <p:cNvCxnSpPr>
                <a:stCxn id="13031" idx="2"/>
                <a:endCxn id="1303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36" name="Google Shape;13036;p220"/>
              <p:cNvCxnSpPr>
                <a:stCxn id="13034" idx="1"/>
                <a:endCxn id="1301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37" name="Google Shape;13037;p220"/>
              <p:cNvCxnSpPr>
                <a:stCxn id="13034" idx="7"/>
                <a:endCxn id="1300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41" name="Shape 1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2" name="Google Shape;13042;p222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043" name="Google Shape;13043;p222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044" name="Google Shape;13044;p22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3045" name="Google Shape;13045;p22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046" name="Google Shape;13046;p22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47" name="Google Shape;13047;p22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48" name="Google Shape;13048;p22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49" name="Google Shape;13049;p22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50" name="Google Shape;13050;p22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51" name="Google Shape;13051;p22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52" name="Google Shape;13052;p22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53" name="Google Shape;13053;p22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54" name="Google Shape;13054;p222"/>
              <p:cNvCxnSpPr>
                <a:stCxn id="13050" idx="5"/>
                <a:endCxn id="13049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5" name="Google Shape;13055;p222"/>
              <p:cNvCxnSpPr>
                <a:stCxn id="13051" idx="4"/>
                <a:endCxn id="13049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6" name="Google Shape;13056;p222"/>
              <p:cNvCxnSpPr>
                <a:stCxn id="13046" idx="6"/>
                <a:endCxn id="13049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7" name="Google Shape;13057;p222"/>
              <p:cNvCxnSpPr>
                <a:stCxn id="13046" idx="0"/>
                <a:endCxn id="13050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8" name="Google Shape;13058;p222"/>
              <p:cNvCxnSpPr>
                <a:stCxn id="13050" idx="7"/>
                <a:endCxn id="13051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9" name="Google Shape;13059;p222"/>
              <p:cNvCxnSpPr>
                <a:stCxn id="13051" idx="6"/>
                <a:endCxn id="13047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0" name="Google Shape;13060;p222"/>
              <p:cNvCxnSpPr>
                <a:stCxn id="13049" idx="7"/>
                <a:endCxn id="13047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1" name="Google Shape;13061;p222"/>
              <p:cNvCxnSpPr>
                <a:stCxn id="13046" idx="5"/>
                <a:endCxn id="13052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2" name="Google Shape;13062;p222"/>
              <p:cNvCxnSpPr>
                <a:stCxn id="13052" idx="7"/>
                <a:endCxn id="13049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3" name="Google Shape;13063;p222"/>
              <p:cNvCxnSpPr>
                <a:stCxn id="13052" idx="7"/>
                <a:endCxn id="13048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4" name="Google Shape;13064;p222"/>
              <p:cNvCxnSpPr>
                <a:stCxn id="13048" idx="0"/>
                <a:endCxn id="13049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5" name="Google Shape;13065;p222"/>
              <p:cNvCxnSpPr>
                <a:stCxn id="13048" idx="7"/>
                <a:endCxn id="13053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6" name="Google Shape;13066;p222"/>
              <p:cNvCxnSpPr>
                <a:stCxn id="13053" idx="1"/>
                <a:endCxn id="13047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7" name="Google Shape;13067;p222"/>
              <p:cNvCxnSpPr>
                <a:stCxn id="13050" idx="6"/>
                <a:endCxn id="13053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8" name="Google Shape;13068;p222"/>
              <p:cNvCxnSpPr>
                <a:stCxn id="13047" idx="4"/>
                <a:endCxn id="13048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9" name="Google Shape;13069;p222"/>
              <p:cNvCxnSpPr>
                <a:stCxn id="13046" idx="5"/>
                <a:endCxn id="13048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70" name="Google Shape;13070;p22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71" name="Google Shape;13071;p222"/>
              <p:cNvCxnSpPr>
                <a:stCxn id="13053" idx="2"/>
                <a:endCxn id="13070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2" name="Google Shape;13072;p222"/>
              <p:cNvCxnSpPr>
                <a:stCxn id="13070" idx="2"/>
                <a:endCxn id="13048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3" name="Google Shape;13073;p222"/>
              <p:cNvCxnSpPr>
                <a:stCxn id="13070" idx="0"/>
                <a:endCxn id="13047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4" name="Google Shape;13074;p222"/>
              <p:cNvCxnSpPr>
                <a:stCxn id="13070" idx="1"/>
                <a:endCxn id="13049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75" name="Google Shape;13075;p22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76" name="Google Shape;13076;p222"/>
              <p:cNvCxnSpPr>
                <a:stCxn id="13048" idx="2"/>
                <a:endCxn id="13075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7" name="Google Shape;13077;p222"/>
              <p:cNvCxnSpPr>
                <a:stCxn id="13075" idx="1"/>
                <a:endCxn id="13052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078" name="Google Shape;13078;p22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13079" name="Google Shape;13079;p22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0" name="Google Shape;13080;p22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1" name="Google Shape;13081;p22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2" name="Google Shape;13082;p22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3" name="Google Shape;13083;p22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4" name="Google Shape;13084;p22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5" name="Google Shape;13085;p22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6" name="Google Shape;13086;p22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87" name="Google Shape;13087;p222"/>
              <p:cNvCxnSpPr>
                <a:stCxn id="13083" idx="5"/>
                <a:endCxn id="13082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88" name="Google Shape;13088;p222"/>
              <p:cNvCxnSpPr>
                <a:stCxn id="13084" idx="4"/>
                <a:endCxn id="13082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89" name="Google Shape;13089;p222"/>
              <p:cNvCxnSpPr>
                <a:stCxn id="13079" idx="6"/>
                <a:endCxn id="13083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0" name="Google Shape;13090;p222"/>
              <p:cNvCxnSpPr>
                <a:stCxn id="13083" idx="7"/>
                <a:endCxn id="13084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1" name="Google Shape;13091;p222"/>
              <p:cNvCxnSpPr>
                <a:stCxn id="13084" idx="6"/>
                <a:endCxn id="13080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2" name="Google Shape;13092;p222"/>
              <p:cNvCxnSpPr>
                <a:stCxn id="13082" idx="7"/>
                <a:endCxn id="13080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3" name="Google Shape;13093;p222"/>
              <p:cNvCxnSpPr>
                <a:stCxn id="13079" idx="6"/>
                <a:endCxn id="13085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4" name="Google Shape;13094;p222"/>
              <p:cNvCxnSpPr>
                <a:stCxn id="13085" idx="7"/>
                <a:endCxn id="13082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5" name="Google Shape;13095;p222"/>
              <p:cNvCxnSpPr>
                <a:stCxn id="13085" idx="5"/>
                <a:endCxn id="13081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6" name="Google Shape;13096;p222"/>
              <p:cNvCxnSpPr>
                <a:stCxn id="13081" idx="0"/>
                <a:endCxn id="13082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7" name="Google Shape;13097;p222"/>
              <p:cNvCxnSpPr>
                <a:stCxn id="13081" idx="7"/>
                <a:endCxn id="13086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8" name="Google Shape;13098;p222"/>
              <p:cNvCxnSpPr>
                <a:stCxn id="13082" idx="6"/>
                <a:endCxn id="13086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9" name="Google Shape;13099;p222"/>
              <p:cNvCxnSpPr>
                <a:stCxn id="13086" idx="0"/>
                <a:endCxn id="13080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0" name="Google Shape;13100;p222"/>
              <p:cNvCxnSpPr>
                <a:stCxn id="13084" idx="5"/>
                <a:endCxn id="13086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1" name="Google Shape;13101;p222"/>
              <p:cNvCxnSpPr>
                <a:stCxn id="13083" idx="6"/>
                <a:endCxn id="13086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2" name="Google Shape;13102;p222"/>
              <p:cNvCxnSpPr>
                <a:stCxn id="13083" idx="4"/>
                <a:endCxn id="13081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3" name="Google Shape;13103;p222"/>
              <p:cNvCxnSpPr>
                <a:stCxn id="13080" idx="4"/>
                <a:endCxn id="13081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4" name="Google Shape;13104;p222"/>
              <p:cNvCxnSpPr>
                <a:stCxn id="13079" idx="6"/>
                <a:endCxn id="13081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05" name="Google Shape;13105;p22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06" name="Google Shape;13106;p222"/>
              <p:cNvCxnSpPr>
                <a:stCxn id="13086" idx="4"/>
                <a:endCxn id="13105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7" name="Google Shape;13107;p222"/>
              <p:cNvCxnSpPr>
                <a:stCxn id="13105" idx="2"/>
                <a:endCxn id="13081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8" name="Google Shape;13108;p222"/>
              <p:cNvCxnSpPr>
                <a:stCxn id="13105" idx="0"/>
                <a:endCxn id="13080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9" name="Google Shape;13109;p222"/>
              <p:cNvCxnSpPr>
                <a:stCxn id="13105" idx="1"/>
                <a:endCxn id="13082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10" name="Google Shape;13110;p22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11" name="Google Shape;13111;p222"/>
              <p:cNvCxnSpPr>
                <a:stCxn id="13105" idx="2"/>
                <a:endCxn id="13110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12" name="Google Shape;13112;p222"/>
              <p:cNvCxnSpPr>
                <a:stCxn id="13110" idx="1"/>
                <a:endCxn id="13085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113" name="Shape 1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4" name="Google Shape;13114;p223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15" name="Google Shape;13115;p223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16" name="Google Shape;13116;p223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117" name="Google Shape;13117;p22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3118" name="Google Shape;13118;p22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3119" name="Google Shape;13119;p22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0" name="Google Shape;13120;p22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1" name="Google Shape;13121;p22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2" name="Google Shape;13122;p22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3" name="Google Shape;13123;p22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4" name="Google Shape;13124;p22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5" name="Google Shape;13125;p22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6" name="Google Shape;13126;p22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27" name="Google Shape;13127;p223"/>
              <p:cNvCxnSpPr>
                <a:stCxn id="13123" idx="5"/>
                <a:endCxn id="1312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28" name="Google Shape;13128;p223"/>
              <p:cNvCxnSpPr>
                <a:stCxn id="13124" idx="4"/>
                <a:endCxn id="1312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29" name="Google Shape;13129;p223"/>
              <p:cNvCxnSpPr>
                <a:stCxn id="13119" idx="6"/>
                <a:endCxn id="1312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0" name="Google Shape;13130;p223"/>
              <p:cNvCxnSpPr>
                <a:stCxn id="13123" idx="7"/>
                <a:endCxn id="1312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1" name="Google Shape;13131;p223"/>
              <p:cNvCxnSpPr>
                <a:stCxn id="13124" idx="6"/>
                <a:endCxn id="1312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2" name="Google Shape;13132;p223"/>
              <p:cNvCxnSpPr>
                <a:stCxn id="13122" idx="7"/>
                <a:endCxn id="1312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3" name="Google Shape;13133;p223"/>
              <p:cNvCxnSpPr>
                <a:stCxn id="13119" idx="6"/>
                <a:endCxn id="1312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4" name="Google Shape;13134;p223"/>
              <p:cNvCxnSpPr>
                <a:stCxn id="13125" idx="6"/>
                <a:endCxn id="1312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5" name="Google Shape;13135;p223"/>
              <p:cNvCxnSpPr>
                <a:stCxn id="13125" idx="6"/>
                <a:endCxn id="1312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6" name="Google Shape;13136;p223"/>
              <p:cNvCxnSpPr>
                <a:stCxn id="13121" idx="7"/>
                <a:endCxn id="1312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7" name="Google Shape;13137;p223"/>
              <p:cNvCxnSpPr>
                <a:stCxn id="13122" idx="6"/>
                <a:endCxn id="1312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8" name="Google Shape;13138;p223"/>
              <p:cNvCxnSpPr>
                <a:stCxn id="13126" idx="0"/>
                <a:endCxn id="1312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9" name="Google Shape;13139;p223"/>
              <p:cNvCxnSpPr>
                <a:stCxn id="13124" idx="5"/>
                <a:endCxn id="1312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0" name="Google Shape;13140;p223"/>
              <p:cNvCxnSpPr>
                <a:stCxn id="13123" idx="6"/>
                <a:endCxn id="1312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1" name="Google Shape;13141;p223"/>
              <p:cNvCxnSpPr>
                <a:stCxn id="13123" idx="4"/>
                <a:endCxn id="1312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42" name="Google Shape;13142;p22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43" name="Google Shape;13143;p223"/>
              <p:cNvCxnSpPr>
                <a:stCxn id="13126" idx="4"/>
                <a:endCxn id="1314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4" name="Google Shape;13144;p223"/>
              <p:cNvCxnSpPr>
                <a:stCxn id="13142" idx="1"/>
                <a:endCxn id="1312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5" name="Google Shape;13145;p223"/>
              <p:cNvCxnSpPr>
                <a:stCxn id="13142" idx="1"/>
                <a:endCxn id="1312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46" name="Google Shape;13146;p22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47" name="Google Shape;13147;p223"/>
              <p:cNvCxnSpPr>
                <a:stCxn id="13124" idx="0"/>
                <a:endCxn id="1314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8" name="Google Shape;13148;p223"/>
              <p:cNvCxnSpPr>
                <a:stCxn id="13120" idx="0"/>
                <a:endCxn id="1314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149" name="Google Shape;13149;p22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3150" name="Google Shape;13150;p223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1" name="Google Shape;13151;p223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2" name="Google Shape;13152;p223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3" name="Google Shape;13153;p223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4" name="Google Shape;13154;p223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5" name="Google Shape;13155;p223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6" name="Google Shape;13156;p223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57" name="Google Shape;13157;p223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58" name="Google Shape;13158;p223"/>
              <p:cNvCxnSpPr>
                <a:stCxn id="13154" idx="5"/>
                <a:endCxn id="1315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59" name="Google Shape;13159;p223"/>
              <p:cNvCxnSpPr>
                <a:stCxn id="13155" idx="4"/>
                <a:endCxn id="1315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0" name="Google Shape;13160;p223"/>
              <p:cNvCxnSpPr>
                <a:stCxn id="13150" idx="6"/>
                <a:endCxn id="1315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1" name="Google Shape;13161;p223"/>
              <p:cNvCxnSpPr>
                <a:stCxn id="13150" idx="0"/>
                <a:endCxn id="1315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2" name="Google Shape;13162;p223"/>
              <p:cNvCxnSpPr>
                <a:stCxn id="13154" idx="7"/>
                <a:endCxn id="1315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3" name="Google Shape;13163;p223"/>
              <p:cNvCxnSpPr>
                <a:stCxn id="13155" idx="6"/>
                <a:endCxn id="1315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4" name="Google Shape;13164;p223"/>
              <p:cNvCxnSpPr>
                <a:stCxn id="13153" idx="7"/>
                <a:endCxn id="1315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5" name="Google Shape;13165;p223"/>
              <p:cNvCxnSpPr>
                <a:stCxn id="13150" idx="5"/>
                <a:endCxn id="1315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6" name="Google Shape;13166;p223"/>
              <p:cNvCxnSpPr>
                <a:stCxn id="13156" idx="7"/>
                <a:endCxn id="1315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7" name="Google Shape;13167;p223"/>
              <p:cNvCxnSpPr>
                <a:stCxn id="13156" idx="7"/>
                <a:endCxn id="1315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8" name="Google Shape;13168;p223"/>
              <p:cNvCxnSpPr>
                <a:stCxn id="13152" idx="0"/>
                <a:endCxn id="1315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9" name="Google Shape;13169;p223"/>
              <p:cNvCxnSpPr>
                <a:stCxn id="13157" idx="1"/>
                <a:endCxn id="1315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0" name="Google Shape;13170;p223"/>
              <p:cNvCxnSpPr>
                <a:stCxn id="13154" idx="6"/>
                <a:endCxn id="1315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1" name="Google Shape;13171;p223"/>
              <p:cNvCxnSpPr>
                <a:stCxn id="13151" idx="4"/>
                <a:endCxn id="1315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2" name="Google Shape;13172;p223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73" name="Google Shape;13173;p223"/>
              <p:cNvCxnSpPr>
                <a:stCxn id="13157" idx="2"/>
                <a:endCxn id="1317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4" name="Google Shape;13174;p223"/>
              <p:cNvCxnSpPr>
                <a:stCxn id="13172" idx="2"/>
                <a:endCxn id="1315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5" name="Google Shape;13175;p223"/>
              <p:cNvCxnSpPr>
                <a:stCxn id="13172" idx="0"/>
                <a:endCxn id="1315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6" name="Google Shape;13176;p223"/>
              <p:cNvCxnSpPr>
                <a:stCxn id="13172" idx="1"/>
                <a:endCxn id="1315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7" name="Google Shape;13177;p223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78" name="Google Shape;13178;p223"/>
              <p:cNvCxnSpPr>
                <a:stCxn id="13152" idx="3"/>
                <a:endCxn id="1317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9" name="Google Shape;13179;p223"/>
              <p:cNvCxnSpPr>
                <a:stCxn id="13177" idx="0"/>
                <a:endCxn id="1315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0" name="Google Shape;13180;p223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81" name="Google Shape;13181;p223"/>
              <p:cNvCxnSpPr>
                <a:stCxn id="13150" idx="6"/>
                <a:endCxn id="1318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82" name="Google Shape;13182;p223"/>
              <p:cNvCxnSpPr>
                <a:stCxn id="13156" idx="0"/>
                <a:endCxn id="1318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83" name="Google Shape;13183;p223"/>
              <p:cNvCxnSpPr>
                <a:stCxn id="13180" idx="6"/>
                <a:endCxn id="1315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4" name="Google Shape;13184;p223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85" name="Google Shape;13185;p223"/>
              <p:cNvCxnSpPr>
                <a:stCxn id="13177" idx="5"/>
                <a:endCxn id="1318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86" name="Google Shape;13186;p223"/>
              <p:cNvCxnSpPr>
                <a:stCxn id="13184" idx="7"/>
                <a:endCxn id="1315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7" name="Google Shape;13187;p223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188" name="Google Shape;13188;p223"/>
              <p:cNvCxnSpPr>
                <a:stCxn id="13177" idx="0"/>
                <a:endCxn id="1318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89" name="Google Shape;13189;p223"/>
              <p:cNvCxnSpPr>
                <a:stCxn id="13187" idx="1"/>
                <a:endCxn id="1315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90" name="Google Shape;13190;p223"/>
              <p:cNvCxnSpPr>
                <a:stCxn id="13187" idx="6"/>
                <a:endCxn id="1315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91" name="Shape 1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2" name="Google Shape;13192;p2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93" name="Google Shape;13193;p224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3194" name="Google Shape;13194;p224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3195" name="Google Shape;13195;p224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3196" name="Google Shape;13196;p224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7" name="Google Shape;13197;p224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8" name="Google Shape;13198;p224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9" name="Google Shape;13199;p224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0" name="Google Shape;13200;p224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1" name="Google Shape;13201;p224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2" name="Google Shape;13202;p224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3" name="Google Shape;13203;p224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04" name="Google Shape;13204;p224"/>
              <p:cNvCxnSpPr>
                <a:stCxn id="13200" idx="5"/>
                <a:endCxn id="13199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05" name="Google Shape;13205;p224"/>
              <p:cNvCxnSpPr>
                <a:stCxn id="13201" idx="4"/>
                <a:endCxn id="13199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06" name="Google Shape;13206;p224"/>
              <p:cNvCxnSpPr>
                <a:stCxn id="13196" idx="6"/>
                <a:endCxn id="13200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07" name="Google Shape;13207;p224"/>
              <p:cNvCxnSpPr>
                <a:stCxn id="13200" idx="7"/>
                <a:endCxn id="13201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08" name="Google Shape;13208;p224"/>
              <p:cNvCxnSpPr>
                <a:stCxn id="13201" idx="6"/>
                <a:endCxn id="13197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09" name="Google Shape;13209;p224"/>
              <p:cNvCxnSpPr>
                <a:stCxn id="13199" idx="7"/>
                <a:endCxn id="13197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0" name="Google Shape;13210;p224"/>
              <p:cNvCxnSpPr>
                <a:stCxn id="13196" idx="6"/>
                <a:endCxn id="13202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1" name="Google Shape;13211;p224"/>
              <p:cNvCxnSpPr>
                <a:stCxn id="13202" idx="6"/>
                <a:endCxn id="13199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2" name="Google Shape;13212;p224"/>
              <p:cNvCxnSpPr>
                <a:stCxn id="13202" idx="5"/>
                <a:endCxn id="13198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3" name="Google Shape;13213;p224"/>
              <p:cNvCxnSpPr>
                <a:stCxn id="13198" idx="0"/>
                <a:endCxn id="13199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4" name="Google Shape;13214;p224"/>
              <p:cNvCxnSpPr>
                <a:stCxn id="13198" idx="7"/>
                <a:endCxn id="13203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5" name="Google Shape;13215;p224"/>
              <p:cNvCxnSpPr>
                <a:stCxn id="13199" idx="6"/>
                <a:endCxn id="13203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6" name="Google Shape;13216;p224"/>
              <p:cNvCxnSpPr>
                <a:stCxn id="13203" idx="0"/>
                <a:endCxn id="13197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7" name="Google Shape;13217;p224"/>
              <p:cNvCxnSpPr>
                <a:stCxn id="13201" idx="5"/>
                <a:endCxn id="13203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8" name="Google Shape;13218;p224"/>
              <p:cNvCxnSpPr>
                <a:stCxn id="13200" idx="6"/>
                <a:endCxn id="13203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9" name="Google Shape;13219;p224"/>
              <p:cNvCxnSpPr>
                <a:stCxn id="13200" idx="4"/>
                <a:endCxn id="13198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0" name="Google Shape;13220;p224"/>
              <p:cNvCxnSpPr>
                <a:stCxn id="13197" idx="4"/>
                <a:endCxn id="13198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21" name="Google Shape;13221;p224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22" name="Google Shape;13222;p224"/>
              <p:cNvCxnSpPr>
                <a:stCxn id="13203" idx="4"/>
                <a:endCxn id="13221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3" name="Google Shape;13223;p224"/>
              <p:cNvCxnSpPr>
                <a:stCxn id="13221" idx="1"/>
                <a:endCxn id="13198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4" name="Google Shape;13224;p224"/>
              <p:cNvCxnSpPr>
                <a:stCxn id="13221" idx="0"/>
                <a:endCxn id="13197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5" name="Google Shape;13225;p224"/>
              <p:cNvCxnSpPr>
                <a:stCxn id="13221" idx="1"/>
                <a:endCxn id="13199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26" name="Google Shape;13226;p224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27" name="Google Shape;13227;p224"/>
              <p:cNvCxnSpPr>
                <a:stCxn id="13221" idx="2"/>
                <a:endCxn id="13226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8" name="Google Shape;13228;p224"/>
              <p:cNvCxnSpPr>
                <a:stCxn id="13226" idx="1"/>
                <a:endCxn id="13202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9" name="Google Shape;13229;p224"/>
              <p:cNvCxnSpPr>
                <a:stCxn id="13226" idx="7"/>
                <a:endCxn id="13198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230" name="Google Shape;13230;p224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3231" name="Google Shape;13231;p224"/>
              <p:cNvCxnSpPr>
                <a:stCxn id="13232" idx="6"/>
                <a:endCxn id="13233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33" name="Google Shape;13233;p22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4" name="Google Shape;13234;p22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5" name="Google Shape;13235;p22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6" name="Google Shape;13236;p22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7" name="Google Shape;13237;p224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38" name="Google Shape;13238;p224"/>
              <p:cNvCxnSpPr>
                <a:stCxn id="13237" idx="4"/>
                <a:endCxn id="13235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39" name="Google Shape;13239;p224"/>
              <p:cNvCxnSpPr>
                <a:stCxn id="13236" idx="4"/>
                <a:endCxn id="13235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0" name="Google Shape;13240;p224"/>
              <p:cNvCxnSpPr>
                <a:stCxn id="13236" idx="5"/>
                <a:endCxn id="13237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1" name="Google Shape;13241;p224"/>
              <p:cNvCxnSpPr>
                <a:stCxn id="13236" idx="0"/>
                <a:endCxn id="13234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2" name="Google Shape;13242;p224"/>
              <p:cNvCxnSpPr>
                <a:stCxn id="13236" idx="7"/>
                <a:endCxn id="13232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3" name="Google Shape;13243;p224"/>
              <p:cNvCxnSpPr>
                <a:stCxn id="13234" idx="5"/>
                <a:endCxn id="13232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4" name="Google Shape;13244;p224"/>
              <p:cNvCxnSpPr>
                <a:stCxn id="13234" idx="6"/>
                <a:endCxn id="13233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5" name="Google Shape;13245;p224"/>
              <p:cNvCxnSpPr>
                <a:stCxn id="13246" idx="1"/>
                <a:endCxn id="13234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7" name="Google Shape;13247;p224"/>
              <p:cNvCxnSpPr>
                <a:stCxn id="13237" idx="0"/>
                <a:endCxn id="13232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8" name="Google Shape;13248;p224"/>
              <p:cNvCxnSpPr>
                <a:stCxn id="13237" idx="0"/>
                <a:endCxn id="13246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49" name="Google Shape;13249;p22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50" name="Google Shape;13250;p224"/>
              <p:cNvCxnSpPr>
                <a:stCxn id="13234" idx="5"/>
                <a:endCxn id="13249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1" name="Google Shape;13251;p224"/>
              <p:cNvCxnSpPr>
                <a:stCxn id="13246" idx="7"/>
                <a:endCxn id="13249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2" name="Google Shape;13252;p224"/>
              <p:cNvCxnSpPr>
                <a:stCxn id="13249" idx="6"/>
                <a:endCxn id="13233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53" name="Google Shape;13253;p22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54" name="Google Shape;13254;p224"/>
              <p:cNvCxnSpPr>
                <a:stCxn id="13253" idx="0"/>
                <a:endCxn id="13234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5" name="Google Shape;13255;p224"/>
              <p:cNvCxnSpPr>
                <a:stCxn id="13253" idx="6"/>
                <a:endCxn id="13232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6" name="Google Shape;13256;p224"/>
              <p:cNvCxnSpPr>
                <a:stCxn id="13253" idx="5"/>
                <a:endCxn id="13236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7" name="Google Shape;13257;p224"/>
              <p:cNvCxnSpPr>
                <a:stCxn id="13253" idx="5"/>
                <a:endCxn id="13235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46" name="Google Shape;13246;p22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2" name="Google Shape;13232;p22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258" name="Google Shape;13258;p224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13259" name="Google Shape;13259;p224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60" name="Google Shape;13260;p224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61" name="Google Shape;13261;p224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62" name="Google Shape;13262;p224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263" name="Shape 1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4" name="Google Shape;13264;p2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65" name="Google Shape;13265;p225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6" name="Google Shape;13266;p225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7" name="Google Shape;13267;p225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268" name="Google Shape;13268;p225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3269" name="Google Shape;13269;p22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3270" name="Google Shape;13270;p22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3271" name="Google Shape;13271;p22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2" name="Google Shape;13272;p22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3" name="Google Shape;13273;p22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4" name="Google Shape;13274;p22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5" name="Google Shape;13275;p22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6" name="Google Shape;13276;p22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7" name="Google Shape;13277;p22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78" name="Google Shape;13278;p22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79" name="Google Shape;13279;p225"/>
              <p:cNvCxnSpPr>
                <a:stCxn id="13275" idx="5"/>
                <a:endCxn id="1327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0" name="Google Shape;13280;p225"/>
              <p:cNvCxnSpPr>
                <a:stCxn id="13276" idx="4"/>
                <a:endCxn id="1327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1" name="Google Shape;13281;p225"/>
              <p:cNvCxnSpPr>
                <a:stCxn id="13271" idx="6"/>
                <a:endCxn id="1327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2" name="Google Shape;13282;p225"/>
              <p:cNvCxnSpPr>
                <a:stCxn id="13275" idx="7"/>
                <a:endCxn id="1327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3" name="Google Shape;13283;p225"/>
              <p:cNvCxnSpPr>
                <a:stCxn id="13276" idx="6"/>
                <a:endCxn id="1327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4" name="Google Shape;13284;p225"/>
              <p:cNvCxnSpPr>
                <a:stCxn id="13274" idx="7"/>
                <a:endCxn id="1327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5" name="Google Shape;13285;p225"/>
              <p:cNvCxnSpPr>
                <a:stCxn id="13271" idx="6"/>
                <a:endCxn id="1327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6" name="Google Shape;13286;p225"/>
              <p:cNvCxnSpPr>
                <a:stCxn id="13277" idx="6"/>
                <a:endCxn id="1327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7" name="Google Shape;13287;p225"/>
              <p:cNvCxnSpPr>
                <a:stCxn id="13277" idx="5"/>
                <a:endCxn id="1327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8" name="Google Shape;13288;p225"/>
              <p:cNvCxnSpPr>
                <a:stCxn id="13273" idx="0"/>
                <a:endCxn id="1327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9" name="Google Shape;13289;p225"/>
              <p:cNvCxnSpPr>
                <a:stCxn id="13273" idx="7"/>
                <a:endCxn id="1327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0" name="Google Shape;13290;p225"/>
              <p:cNvCxnSpPr>
                <a:stCxn id="13274" idx="6"/>
                <a:endCxn id="1327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1" name="Google Shape;13291;p225"/>
              <p:cNvCxnSpPr>
                <a:stCxn id="13278" idx="0"/>
                <a:endCxn id="1327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2" name="Google Shape;13292;p225"/>
              <p:cNvCxnSpPr>
                <a:stCxn id="13276" idx="5"/>
                <a:endCxn id="1327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3" name="Google Shape;13293;p225"/>
              <p:cNvCxnSpPr>
                <a:stCxn id="13275" idx="6"/>
                <a:endCxn id="1327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4" name="Google Shape;13294;p225"/>
              <p:cNvCxnSpPr>
                <a:stCxn id="13275" idx="4"/>
                <a:endCxn id="1327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5" name="Google Shape;13295;p225"/>
              <p:cNvCxnSpPr>
                <a:stCxn id="13272" idx="4"/>
                <a:endCxn id="1327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96" name="Google Shape;13296;p22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97" name="Google Shape;13297;p225"/>
              <p:cNvCxnSpPr>
                <a:stCxn id="13278" idx="4"/>
                <a:endCxn id="1329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8" name="Google Shape;13298;p225"/>
              <p:cNvCxnSpPr>
                <a:stCxn id="13296" idx="1"/>
                <a:endCxn id="1327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9" name="Google Shape;13299;p225"/>
              <p:cNvCxnSpPr>
                <a:stCxn id="13296" idx="0"/>
                <a:endCxn id="1327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0" name="Google Shape;13300;p225"/>
              <p:cNvCxnSpPr>
                <a:stCxn id="13296" idx="1"/>
                <a:endCxn id="1327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01" name="Google Shape;13301;p22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02" name="Google Shape;13302;p225"/>
              <p:cNvCxnSpPr>
                <a:stCxn id="13296" idx="2"/>
                <a:endCxn id="1330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3" name="Google Shape;13303;p225"/>
              <p:cNvCxnSpPr>
                <a:stCxn id="13301" idx="1"/>
                <a:endCxn id="1327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4" name="Google Shape;13304;p225"/>
              <p:cNvCxnSpPr>
                <a:stCxn id="13301" idx="7"/>
                <a:endCxn id="1327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305" name="Google Shape;13305;p225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3306" name="Google Shape;13306;p225"/>
              <p:cNvCxnSpPr>
                <a:stCxn id="13307" idx="6"/>
                <a:endCxn id="1330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08" name="Google Shape;13308;p22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09" name="Google Shape;13309;p22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10" name="Google Shape;13310;p22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11" name="Google Shape;13311;p22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12" name="Google Shape;13312;p22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13" name="Google Shape;13313;p225"/>
              <p:cNvCxnSpPr>
                <a:stCxn id="13312" idx="4"/>
                <a:endCxn id="1331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4" name="Google Shape;13314;p225"/>
              <p:cNvCxnSpPr>
                <a:stCxn id="13311" idx="4"/>
                <a:endCxn id="1331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5" name="Google Shape;13315;p225"/>
              <p:cNvCxnSpPr>
                <a:stCxn id="13311" idx="5"/>
                <a:endCxn id="1331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6" name="Google Shape;13316;p225"/>
              <p:cNvCxnSpPr>
                <a:stCxn id="13311" idx="0"/>
                <a:endCxn id="1330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7" name="Google Shape;13317;p225"/>
              <p:cNvCxnSpPr>
                <a:stCxn id="13311" idx="7"/>
                <a:endCxn id="1330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8" name="Google Shape;13318;p225"/>
              <p:cNvCxnSpPr>
                <a:stCxn id="13309" idx="5"/>
                <a:endCxn id="1330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9" name="Google Shape;13319;p225"/>
              <p:cNvCxnSpPr>
                <a:stCxn id="13309" idx="6"/>
                <a:endCxn id="1330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0" name="Google Shape;13320;p225"/>
              <p:cNvCxnSpPr>
                <a:stCxn id="13321" idx="1"/>
                <a:endCxn id="1330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2" name="Google Shape;13322;p225"/>
              <p:cNvCxnSpPr>
                <a:stCxn id="13312" idx="0"/>
                <a:endCxn id="1330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3" name="Google Shape;13323;p225"/>
              <p:cNvCxnSpPr>
                <a:stCxn id="13312" idx="0"/>
                <a:endCxn id="1332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24" name="Google Shape;13324;p22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25" name="Google Shape;13325;p225"/>
              <p:cNvCxnSpPr>
                <a:stCxn id="13309" idx="5"/>
                <a:endCxn id="1332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6" name="Google Shape;13326;p225"/>
              <p:cNvCxnSpPr>
                <a:stCxn id="13321" idx="7"/>
                <a:endCxn id="1332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7" name="Google Shape;13327;p225"/>
              <p:cNvCxnSpPr>
                <a:stCxn id="13324" idx="6"/>
                <a:endCxn id="1330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28" name="Google Shape;13328;p22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29" name="Google Shape;13329;p225"/>
              <p:cNvCxnSpPr>
                <a:stCxn id="13328" idx="0"/>
                <a:endCxn id="1330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0" name="Google Shape;13330;p225"/>
              <p:cNvCxnSpPr>
                <a:stCxn id="13328" idx="6"/>
                <a:endCxn id="1330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1" name="Google Shape;13331;p225"/>
              <p:cNvCxnSpPr>
                <a:stCxn id="13328" idx="5"/>
                <a:endCxn id="1331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2" name="Google Shape;13332;p225"/>
              <p:cNvCxnSpPr>
                <a:stCxn id="13328" idx="5"/>
                <a:endCxn id="1331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21" name="Google Shape;13321;p22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07" name="Google Shape;13307;p22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333" name="Google Shape;13333;p22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3334" name="Google Shape;13334;p225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3335" name="Google Shape;13335;p22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36" name="Google Shape;13336;p22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37" name="Google Shape;13337;p22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38" name="Google Shape;13338;p22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39" name="Google Shape;13339;p22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3340" name="Google Shape;13340;p22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41" name="Google Shape;13341;p22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42" name="Google Shape;13342;p22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343" name="Shape 1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4" name="Google Shape;13344;p2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345" name="Google Shape;13345;p226"/>
          <p:cNvCxnSpPr>
            <a:stCxn id="13346" idx="6"/>
            <a:endCxn id="13347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48" name="Google Shape;13348;p22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13349" name="Google Shape;13349;p22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13350" name="Google Shape;13350;p226"/>
              <p:cNvCxnSpPr>
                <a:stCxn id="13347" idx="7"/>
                <a:endCxn id="13351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51" name="Google Shape;13351;p22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52" name="Google Shape;13352;p22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53" name="Google Shape;13353;p22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47" name="Google Shape;13347;p22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54" name="Google Shape;13354;p22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55" name="Google Shape;13355;p22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56" name="Google Shape;13356;p226"/>
              <p:cNvCxnSpPr>
                <a:stCxn id="13355" idx="4"/>
                <a:endCxn id="13353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57" name="Google Shape;13357;p226"/>
              <p:cNvCxnSpPr>
                <a:stCxn id="13354" idx="4"/>
                <a:endCxn id="13353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58" name="Google Shape;13358;p226"/>
              <p:cNvCxnSpPr>
                <a:stCxn id="13354" idx="5"/>
                <a:endCxn id="13355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59" name="Google Shape;13359;p226"/>
              <p:cNvCxnSpPr>
                <a:stCxn id="13354" idx="0"/>
                <a:endCxn id="13352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0" name="Google Shape;13360;p226"/>
              <p:cNvCxnSpPr>
                <a:stCxn id="13354" idx="0"/>
                <a:endCxn id="13346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1" name="Google Shape;13361;p226"/>
              <p:cNvCxnSpPr>
                <a:stCxn id="13352" idx="5"/>
                <a:endCxn id="13346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2" name="Google Shape;13362;p226"/>
              <p:cNvCxnSpPr>
                <a:stCxn id="13352" idx="6"/>
                <a:endCxn id="13351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3" name="Google Shape;13363;p226"/>
              <p:cNvCxnSpPr>
                <a:stCxn id="13347" idx="1"/>
                <a:endCxn id="13352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4" name="Google Shape;13364;p226"/>
              <p:cNvCxnSpPr>
                <a:stCxn id="13355" idx="0"/>
                <a:endCxn id="13346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5" name="Google Shape;13365;p226"/>
              <p:cNvCxnSpPr>
                <a:stCxn id="13355" idx="0"/>
                <a:endCxn id="13347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46" name="Google Shape;13346;p22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66" name="Google Shape;13366;p22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13367" name="Google Shape;13367;p22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8" name="Google Shape;13368;p22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9" name="Google Shape;13369;p22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0" name="Google Shape;13370;p22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1" name="Google Shape;13371;p22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2" name="Google Shape;13372;p22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3" name="Google Shape;13373;p22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74" name="Google Shape;13374;p226"/>
              <p:cNvCxnSpPr>
                <a:stCxn id="13373" idx="7"/>
                <a:endCxn id="13368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5" name="Google Shape;13375;p226"/>
              <p:cNvCxnSpPr>
                <a:stCxn id="13368" idx="0"/>
                <a:endCxn id="13372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6" name="Google Shape;13376;p226"/>
              <p:cNvCxnSpPr>
                <a:stCxn id="13373" idx="0"/>
                <a:endCxn id="13372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7" name="Google Shape;13377;p226"/>
              <p:cNvCxnSpPr>
                <a:stCxn id="13369" idx="4"/>
                <a:endCxn id="13372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8" name="Google Shape;13378;p226"/>
              <p:cNvCxnSpPr>
                <a:stCxn id="13371" idx="2"/>
                <a:endCxn id="13369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9" name="Google Shape;13379;p226"/>
              <p:cNvCxnSpPr>
                <a:stCxn id="13370" idx="2"/>
                <a:endCxn id="13369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0" name="Google Shape;13380;p226"/>
              <p:cNvCxnSpPr>
                <a:stCxn id="13367" idx="1"/>
                <a:endCxn id="13370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1" name="Google Shape;13381;p226"/>
              <p:cNvCxnSpPr>
                <a:stCxn id="13367" idx="2"/>
                <a:endCxn id="13371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2" name="Google Shape;13382;p226"/>
              <p:cNvCxnSpPr>
                <a:stCxn id="13370" idx="3"/>
                <a:endCxn id="13371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3" name="Google Shape;13383;p226"/>
              <p:cNvCxnSpPr>
                <a:stCxn id="13371" idx="3"/>
                <a:endCxn id="13368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84" name="Google Shape;13384;p22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85" name="Google Shape;13385;p226"/>
              <p:cNvCxnSpPr>
                <a:endCxn id="13384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6" name="Google Shape;13386;p226"/>
              <p:cNvCxnSpPr>
                <a:stCxn id="13372" idx="3"/>
                <a:endCxn id="13384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87" name="Google Shape;13387;p22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388" name="Google Shape;13388;p226"/>
              <p:cNvCxnSpPr>
                <a:stCxn id="13372" idx="1"/>
                <a:endCxn id="13387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9" name="Google Shape;13389;p226"/>
              <p:cNvCxnSpPr>
                <a:stCxn id="13384" idx="0"/>
                <a:endCxn id="13387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90" name="Google Shape;13390;p226"/>
              <p:cNvCxnSpPr>
                <a:stCxn id="13369" idx="2"/>
                <a:endCxn id="13387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91" name="Google Shape;13391;p226"/>
              <p:cNvCxnSpPr>
                <a:stCxn id="13370" idx="2"/>
                <a:endCxn id="13387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92" name="Google Shape;13392;p226"/>
              <p:cNvCxnSpPr>
                <a:stCxn id="13367" idx="2"/>
                <a:endCxn id="13369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393" name="Google Shape;13393;p22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13394" name="Google Shape;13394;p22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13395" name="Google Shape;13395;p22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6" name="Google Shape;13396;p22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7" name="Google Shape;13397;p22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8" name="Google Shape;13398;p22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99" name="Google Shape;13399;p22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13400" name="Google Shape;13400;p22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1" name="Google Shape;13401;p22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2" name="Google Shape;13402;p22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03" name="Shape 1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" name="Google Shape;13404;p227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05" name="Google Shape;13405;p227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3406" name="Google Shape;13406;p227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3407" name="Google Shape;13407;p22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13408" name="Google Shape;13408;p227"/>
            <p:cNvCxnSpPr>
              <a:stCxn id="13409" idx="7"/>
              <a:endCxn id="13410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10" name="Google Shape;13410;p22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11" name="Google Shape;13411;p22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12" name="Google Shape;13412;p22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13" name="Google Shape;13413;p22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14" name="Google Shape;13414;p22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15" name="Google Shape;13415;p22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3416" name="Google Shape;13416;p227"/>
            <p:cNvCxnSpPr>
              <a:stCxn id="13415" idx="4"/>
              <a:endCxn id="13412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7" name="Google Shape;13417;p227"/>
            <p:cNvCxnSpPr>
              <a:stCxn id="13414" idx="4"/>
              <a:endCxn id="13412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8" name="Google Shape;13418;p227"/>
            <p:cNvCxnSpPr>
              <a:stCxn id="13414" idx="5"/>
              <a:endCxn id="13415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9" name="Google Shape;13419;p227"/>
            <p:cNvCxnSpPr>
              <a:stCxn id="13414" idx="0"/>
              <a:endCxn id="13411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0" name="Google Shape;13420;p227"/>
            <p:cNvCxnSpPr>
              <a:stCxn id="13414" idx="7"/>
              <a:endCxn id="13409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1" name="Google Shape;13421;p227"/>
            <p:cNvCxnSpPr>
              <a:stCxn id="13411" idx="5"/>
              <a:endCxn id="13409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2" name="Google Shape;13422;p227"/>
            <p:cNvCxnSpPr>
              <a:stCxn id="13411" idx="6"/>
              <a:endCxn id="13410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3" name="Google Shape;13423;p227"/>
            <p:cNvCxnSpPr>
              <a:stCxn id="13413" idx="2"/>
              <a:endCxn id="13411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4" name="Google Shape;13424;p227"/>
            <p:cNvCxnSpPr>
              <a:stCxn id="13415" idx="0"/>
              <a:endCxn id="13409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5" name="Google Shape;13425;p227"/>
            <p:cNvCxnSpPr>
              <a:stCxn id="13415" idx="0"/>
              <a:endCxn id="13413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09" name="Google Shape;13409;p22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426" name="Google Shape;13426;p22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13427" name="Google Shape;13427;p22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28" name="Google Shape;13428;p22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29" name="Google Shape;13429;p22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430" name="Google Shape;13430;p22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431" name="Shape 1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2" name="Google Shape;13432;p228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3433" name="Google Shape;13433;p22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13434" name="Google Shape;13434;p22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13435" name="Google Shape;13435;p228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36" name="Google Shape;13436;p228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37" name="Google Shape;13437;p228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38" name="Google Shape;13438;p228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39" name="Google Shape;13439;p228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40" name="Google Shape;13440;p228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41" name="Google Shape;13441;p228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42" name="Google Shape;13442;p228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43" name="Google Shape;13443;p228"/>
              <p:cNvCxnSpPr>
                <a:stCxn id="13439" idx="5"/>
                <a:endCxn id="13438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4" name="Google Shape;13444;p228"/>
              <p:cNvCxnSpPr>
                <a:stCxn id="13440" idx="4"/>
                <a:endCxn id="13438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5" name="Google Shape;13445;p228"/>
              <p:cNvCxnSpPr>
                <a:stCxn id="13435" idx="6"/>
                <a:endCxn id="13438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6" name="Google Shape;13446;p228"/>
              <p:cNvCxnSpPr>
                <a:stCxn id="13435" idx="0"/>
                <a:endCxn id="13439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7" name="Google Shape;13447;p228"/>
              <p:cNvCxnSpPr>
                <a:stCxn id="13439" idx="7"/>
                <a:endCxn id="13440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8" name="Google Shape;13448;p228"/>
              <p:cNvCxnSpPr>
                <a:stCxn id="13440" idx="6"/>
                <a:endCxn id="13436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9" name="Google Shape;13449;p228"/>
              <p:cNvCxnSpPr>
                <a:stCxn id="13438" idx="7"/>
                <a:endCxn id="13436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0" name="Google Shape;13450;p228"/>
              <p:cNvCxnSpPr>
                <a:stCxn id="13435" idx="5"/>
                <a:endCxn id="13441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1" name="Google Shape;13451;p228"/>
              <p:cNvCxnSpPr>
                <a:stCxn id="13441" idx="7"/>
                <a:endCxn id="13438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2" name="Google Shape;13452;p228"/>
              <p:cNvCxnSpPr>
                <a:stCxn id="13441" idx="6"/>
                <a:endCxn id="13437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3" name="Google Shape;13453;p228"/>
              <p:cNvCxnSpPr>
                <a:stCxn id="13437" idx="1"/>
                <a:endCxn id="13438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4" name="Google Shape;13454;p228"/>
              <p:cNvCxnSpPr>
                <a:stCxn id="13442" idx="1"/>
                <a:endCxn id="13436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5" name="Google Shape;13455;p228"/>
              <p:cNvCxnSpPr>
                <a:stCxn id="13439" idx="6"/>
                <a:endCxn id="13442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6" name="Google Shape;13456;p228"/>
              <p:cNvCxnSpPr>
                <a:stCxn id="13436" idx="4"/>
                <a:endCxn id="13437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7" name="Google Shape;13457;p228"/>
              <p:cNvCxnSpPr>
                <a:stCxn id="13435" idx="5"/>
                <a:endCxn id="13437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58" name="Google Shape;13458;p228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59" name="Google Shape;13459;p228"/>
              <p:cNvCxnSpPr>
                <a:stCxn id="13442" idx="2"/>
                <a:endCxn id="13458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0" name="Google Shape;13460;p228"/>
              <p:cNvCxnSpPr>
                <a:stCxn id="13458" idx="2"/>
                <a:endCxn id="13437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1" name="Google Shape;13461;p228"/>
              <p:cNvCxnSpPr>
                <a:stCxn id="13458" idx="0"/>
                <a:endCxn id="13436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2" name="Google Shape;13462;p228"/>
              <p:cNvCxnSpPr>
                <a:stCxn id="13458" idx="1"/>
                <a:endCxn id="13438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63" name="Google Shape;13463;p228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64" name="Google Shape;13464;p228"/>
              <p:cNvCxnSpPr>
                <a:stCxn id="13437" idx="3"/>
                <a:endCxn id="13463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5" name="Google Shape;13465;p228"/>
              <p:cNvCxnSpPr>
                <a:stCxn id="13463" idx="1"/>
                <a:endCxn id="13441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466" name="Google Shape;13466;p22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13467" name="Google Shape;13467;p228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68" name="Google Shape;13468;p228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69" name="Google Shape;13469;p228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70" name="Google Shape;13470;p228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71" name="Google Shape;13471;p228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72" name="Google Shape;13472;p228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73" name="Google Shape;13473;p228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74" name="Google Shape;13474;p228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75" name="Google Shape;13475;p228"/>
              <p:cNvCxnSpPr>
                <a:stCxn id="13471" idx="5"/>
                <a:endCxn id="13470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6" name="Google Shape;13476;p228"/>
              <p:cNvCxnSpPr>
                <a:stCxn id="13472" idx="4"/>
                <a:endCxn id="13470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7" name="Google Shape;13477;p228"/>
              <p:cNvCxnSpPr>
                <a:stCxn id="13467" idx="6"/>
                <a:endCxn id="13471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8" name="Google Shape;13478;p228"/>
              <p:cNvCxnSpPr>
                <a:stCxn id="13471" idx="7"/>
                <a:endCxn id="13472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9" name="Google Shape;13479;p228"/>
              <p:cNvCxnSpPr>
                <a:stCxn id="13472" idx="6"/>
                <a:endCxn id="13468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0" name="Google Shape;13480;p228"/>
              <p:cNvCxnSpPr>
                <a:stCxn id="13470" idx="7"/>
                <a:endCxn id="13468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1" name="Google Shape;13481;p228"/>
              <p:cNvCxnSpPr>
                <a:stCxn id="13467" idx="6"/>
                <a:endCxn id="13473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2" name="Google Shape;13482;p228"/>
              <p:cNvCxnSpPr>
                <a:stCxn id="13473" idx="7"/>
                <a:endCxn id="13470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3" name="Google Shape;13483;p228"/>
              <p:cNvCxnSpPr>
                <a:stCxn id="13473" idx="5"/>
                <a:endCxn id="13469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4" name="Google Shape;13484;p228"/>
              <p:cNvCxnSpPr>
                <a:stCxn id="13469" idx="0"/>
                <a:endCxn id="13470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5" name="Google Shape;13485;p228"/>
              <p:cNvCxnSpPr>
                <a:stCxn id="13469" idx="7"/>
                <a:endCxn id="13474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6" name="Google Shape;13486;p228"/>
              <p:cNvCxnSpPr>
                <a:stCxn id="13470" idx="6"/>
                <a:endCxn id="13474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7" name="Google Shape;13487;p228"/>
              <p:cNvCxnSpPr>
                <a:stCxn id="13474" idx="0"/>
                <a:endCxn id="13468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8" name="Google Shape;13488;p228"/>
              <p:cNvCxnSpPr>
                <a:stCxn id="13472" idx="5"/>
                <a:endCxn id="13474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9" name="Google Shape;13489;p228"/>
              <p:cNvCxnSpPr>
                <a:stCxn id="13471" idx="6"/>
                <a:endCxn id="13474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0" name="Google Shape;13490;p228"/>
              <p:cNvCxnSpPr>
                <a:stCxn id="13471" idx="4"/>
                <a:endCxn id="13469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1" name="Google Shape;13491;p228"/>
              <p:cNvCxnSpPr>
                <a:stCxn id="13468" idx="4"/>
                <a:endCxn id="13469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2" name="Google Shape;13492;p228"/>
              <p:cNvCxnSpPr>
                <a:stCxn id="13467" idx="6"/>
                <a:endCxn id="13469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93" name="Google Shape;13493;p228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94" name="Google Shape;13494;p228"/>
              <p:cNvCxnSpPr>
                <a:stCxn id="13474" idx="4"/>
                <a:endCxn id="13493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5" name="Google Shape;13495;p228"/>
              <p:cNvCxnSpPr>
                <a:stCxn id="13493" idx="2"/>
                <a:endCxn id="13469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6" name="Google Shape;13496;p228"/>
              <p:cNvCxnSpPr>
                <a:stCxn id="13493" idx="0"/>
                <a:endCxn id="13468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7" name="Google Shape;13497;p228"/>
              <p:cNvCxnSpPr>
                <a:stCxn id="13493" idx="1"/>
                <a:endCxn id="13470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98" name="Google Shape;13498;p228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99" name="Google Shape;13499;p228"/>
              <p:cNvCxnSpPr>
                <a:stCxn id="13493" idx="2"/>
                <a:endCxn id="13498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0" name="Google Shape;13500;p228"/>
              <p:cNvCxnSpPr>
                <a:stCxn id="13498" idx="1"/>
                <a:endCxn id="13473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501" name="Shape 1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2" name="Google Shape;13502;p2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03" name="Google Shape;13503;p229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04" name="Google Shape;13504;p229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505" name="Google Shape;13505;p22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506" name="Google Shape;13506;p22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507" name="Google Shape;13507;p22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08" name="Google Shape;13508;p22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09" name="Google Shape;13509;p22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510" name="Google Shape;13510;p22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511" name="Google Shape;13511;p22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12" name="Google Shape;13512;p22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13" name="Google Shape;13513;p22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14" name="Google Shape;13514;p22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515" name="Google Shape;13515;p229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13516" name="Google Shape;13516;p22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517" name="Google Shape;13517;p22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18" name="Google Shape;13518;p22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19" name="Google Shape;13519;p22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20" name="Google Shape;13520;p22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21" name="Google Shape;13521;p22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22" name="Google Shape;13522;p22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23" name="Google Shape;13523;p22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24" name="Google Shape;13524;p22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25" name="Google Shape;13525;p229"/>
              <p:cNvCxnSpPr>
                <a:stCxn id="13521" idx="5"/>
                <a:endCxn id="1352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6" name="Google Shape;13526;p229"/>
              <p:cNvCxnSpPr>
                <a:stCxn id="13522" idx="4"/>
                <a:endCxn id="1352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7" name="Google Shape;13527;p229"/>
              <p:cNvCxnSpPr>
                <a:stCxn id="13517" idx="0"/>
                <a:endCxn id="1352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8" name="Google Shape;13528;p229"/>
              <p:cNvCxnSpPr>
                <a:stCxn id="13521" idx="6"/>
                <a:endCxn id="1352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9" name="Google Shape;13529;p229"/>
              <p:cNvCxnSpPr>
                <a:stCxn id="13522" idx="6"/>
                <a:endCxn id="1351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0" name="Google Shape;13530;p229"/>
              <p:cNvCxnSpPr>
                <a:stCxn id="13520" idx="6"/>
                <a:endCxn id="1351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1" name="Google Shape;13531;p229"/>
              <p:cNvCxnSpPr>
                <a:stCxn id="13517" idx="6"/>
                <a:endCxn id="1352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2" name="Google Shape;13532;p229"/>
              <p:cNvCxnSpPr>
                <a:stCxn id="13517" idx="7"/>
                <a:endCxn id="1352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3" name="Google Shape;13533;p229"/>
              <p:cNvCxnSpPr>
                <a:stCxn id="13523" idx="7"/>
                <a:endCxn id="1351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4" name="Google Shape;13534;p229"/>
              <p:cNvCxnSpPr>
                <a:stCxn id="13519" idx="0"/>
                <a:endCxn id="1352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5" name="Google Shape;13535;p229"/>
              <p:cNvCxnSpPr>
                <a:stCxn id="13524" idx="2"/>
                <a:endCxn id="1351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6" name="Google Shape;13536;p229"/>
              <p:cNvCxnSpPr>
                <a:stCxn id="13522" idx="7"/>
                <a:endCxn id="1352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37" name="Google Shape;13537;p22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38" name="Google Shape;13538;p229"/>
              <p:cNvCxnSpPr>
                <a:stCxn id="13524" idx="3"/>
                <a:endCxn id="1353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9" name="Google Shape;13539;p229"/>
              <p:cNvCxnSpPr>
                <a:stCxn id="13537" idx="2"/>
                <a:endCxn id="1351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0" name="Google Shape;13540;p229"/>
              <p:cNvCxnSpPr>
                <a:stCxn id="13537" idx="0"/>
                <a:endCxn id="1351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1" name="Google Shape;13541;p229"/>
              <p:cNvCxnSpPr>
                <a:stCxn id="13537" idx="1"/>
                <a:endCxn id="1352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42" name="Google Shape;13542;p22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43" name="Google Shape;13543;p229"/>
              <p:cNvCxnSpPr>
                <a:stCxn id="13519" idx="2"/>
                <a:endCxn id="1354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4" name="Google Shape;13544;p229"/>
              <p:cNvCxnSpPr>
                <a:stCxn id="13542" idx="3"/>
                <a:endCxn id="1351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5" name="Google Shape;13545;p229"/>
              <p:cNvCxnSpPr>
                <a:stCxn id="13520" idx="4"/>
                <a:endCxn id="1354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46" name="Google Shape;13546;p22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47" name="Google Shape;13547;p229"/>
              <p:cNvCxnSpPr>
                <a:stCxn id="13520" idx="0"/>
                <a:endCxn id="1354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8" name="Google Shape;13548;p229"/>
              <p:cNvCxnSpPr>
                <a:stCxn id="13521" idx="7"/>
                <a:endCxn id="1354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549" name="Google Shape;13549;p229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13550" name="Google Shape;13550;p22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1" name="Google Shape;13551;p22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2" name="Google Shape;13552;p22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3" name="Google Shape;13553;p22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4" name="Google Shape;13554;p22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5" name="Google Shape;13555;p22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6" name="Google Shape;13556;p22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7" name="Google Shape;13557;p22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58" name="Google Shape;13558;p229"/>
              <p:cNvCxnSpPr>
                <a:stCxn id="13555" idx="4"/>
                <a:endCxn id="1355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59" name="Google Shape;13559;p229"/>
              <p:cNvCxnSpPr>
                <a:stCxn id="13550" idx="7"/>
                <a:endCxn id="1355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0" name="Google Shape;13560;p229"/>
              <p:cNvCxnSpPr>
                <a:stCxn id="13554" idx="7"/>
                <a:endCxn id="1355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1" name="Google Shape;13561;p229"/>
              <p:cNvCxnSpPr>
                <a:stCxn id="13555" idx="6"/>
                <a:endCxn id="1355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2" name="Google Shape;13562;p229"/>
              <p:cNvCxnSpPr>
                <a:stCxn id="13553" idx="7"/>
                <a:endCxn id="1355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3" name="Google Shape;13563;p229"/>
              <p:cNvCxnSpPr>
                <a:stCxn id="13550" idx="6"/>
                <a:endCxn id="1355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4" name="Google Shape;13564;p229"/>
              <p:cNvCxnSpPr>
                <a:stCxn id="13556" idx="0"/>
                <a:endCxn id="1355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5" name="Google Shape;13565;p229"/>
              <p:cNvCxnSpPr>
                <a:stCxn id="13556" idx="5"/>
                <a:endCxn id="1355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6" name="Google Shape;13566;p229"/>
              <p:cNvCxnSpPr>
                <a:stCxn id="13552" idx="0"/>
                <a:endCxn id="1355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7" name="Google Shape;13567;p229"/>
              <p:cNvCxnSpPr>
                <a:stCxn id="13552" idx="7"/>
                <a:endCxn id="1355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8" name="Google Shape;13568;p229"/>
              <p:cNvCxnSpPr>
                <a:stCxn id="13553" idx="6"/>
                <a:endCxn id="1355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9" name="Google Shape;13569;p229"/>
              <p:cNvCxnSpPr>
                <a:stCxn id="13557" idx="0"/>
                <a:endCxn id="1355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0" name="Google Shape;13570;p229"/>
              <p:cNvCxnSpPr>
                <a:stCxn id="13555" idx="5"/>
                <a:endCxn id="1355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1" name="Google Shape;13571;p229"/>
              <p:cNvCxnSpPr>
                <a:stCxn id="13554" idx="6"/>
                <a:endCxn id="1355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2" name="Google Shape;13572;p229"/>
              <p:cNvCxnSpPr>
                <a:stCxn id="13554" idx="5"/>
                <a:endCxn id="1355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3" name="Google Shape;13573;p229"/>
              <p:cNvCxnSpPr>
                <a:stCxn id="13551" idx="4"/>
                <a:endCxn id="1355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74" name="Google Shape;13574;p22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75" name="Google Shape;13575;p229"/>
              <p:cNvCxnSpPr>
                <a:stCxn id="13557" idx="4"/>
                <a:endCxn id="1357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6" name="Google Shape;13576;p229"/>
              <p:cNvCxnSpPr>
                <a:stCxn id="13574" idx="1"/>
                <a:endCxn id="1355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77" name="Google Shape;13577;p22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78" name="Google Shape;13578;p229"/>
              <p:cNvCxnSpPr>
                <a:stCxn id="13574" idx="2"/>
                <a:endCxn id="1357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9" name="Google Shape;13579;p229"/>
              <p:cNvCxnSpPr>
                <a:stCxn id="13577" idx="1"/>
                <a:endCxn id="1355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80" name="Google Shape;13580;p229"/>
              <p:cNvCxnSpPr>
                <a:stCxn id="13577" idx="7"/>
                <a:endCxn id="1355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81" name="Shape 1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Google Shape;13582;p23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3" name="Google Shape;13583;p23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584" name="Shape 1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5" name="Google Shape;13585;p231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586" name="Google Shape;13586;p231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587" name="Google Shape;13587;p23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3588" name="Google Shape;13588;p23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3589" name="Google Shape;13589;p23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0" name="Google Shape;13590;p23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1" name="Google Shape;13591;p23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2" name="Google Shape;13592;p23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3" name="Google Shape;13593;p23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4" name="Google Shape;13594;p23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5" name="Google Shape;13595;p23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96" name="Google Shape;13596;p23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97" name="Google Shape;13597;p231"/>
              <p:cNvCxnSpPr>
                <a:stCxn id="13593" idx="5"/>
                <a:endCxn id="13592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8" name="Google Shape;13598;p231"/>
              <p:cNvCxnSpPr>
                <a:stCxn id="13594" idx="4"/>
                <a:endCxn id="13592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9" name="Google Shape;13599;p231"/>
              <p:cNvCxnSpPr>
                <a:stCxn id="13589" idx="6"/>
                <a:endCxn id="13593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0" name="Google Shape;13600;p231"/>
              <p:cNvCxnSpPr>
                <a:stCxn id="13593" idx="7"/>
                <a:endCxn id="13594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1" name="Google Shape;13601;p231"/>
              <p:cNvCxnSpPr>
                <a:stCxn id="13594" idx="6"/>
                <a:endCxn id="13590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2" name="Google Shape;13602;p231"/>
              <p:cNvCxnSpPr>
                <a:stCxn id="13592" idx="7"/>
                <a:endCxn id="13590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3" name="Google Shape;13603;p231"/>
              <p:cNvCxnSpPr>
                <a:stCxn id="13589" idx="6"/>
                <a:endCxn id="13595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4" name="Google Shape;13604;p231"/>
              <p:cNvCxnSpPr>
                <a:stCxn id="13595" idx="6"/>
                <a:endCxn id="13592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5" name="Google Shape;13605;p231"/>
              <p:cNvCxnSpPr>
                <a:stCxn id="13595" idx="6"/>
                <a:endCxn id="13591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6" name="Google Shape;13606;p231"/>
              <p:cNvCxnSpPr>
                <a:stCxn id="13591" idx="7"/>
                <a:endCxn id="13596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7" name="Google Shape;13607;p231"/>
              <p:cNvCxnSpPr>
                <a:stCxn id="13592" idx="6"/>
                <a:endCxn id="13596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8" name="Google Shape;13608;p231"/>
              <p:cNvCxnSpPr>
                <a:stCxn id="13596" idx="0"/>
                <a:endCxn id="13590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9" name="Google Shape;13609;p231"/>
              <p:cNvCxnSpPr>
                <a:stCxn id="13594" idx="5"/>
                <a:endCxn id="13596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0" name="Google Shape;13610;p231"/>
              <p:cNvCxnSpPr>
                <a:stCxn id="13593" idx="6"/>
                <a:endCxn id="13596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1" name="Google Shape;13611;p231"/>
              <p:cNvCxnSpPr>
                <a:stCxn id="13593" idx="4"/>
                <a:endCxn id="13591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12" name="Google Shape;13612;p23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3" name="Google Shape;13613;p231"/>
              <p:cNvCxnSpPr>
                <a:stCxn id="13596" idx="4"/>
                <a:endCxn id="13612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4" name="Google Shape;13614;p231"/>
              <p:cNvCxnSpPr>
                <a:stCxn id="13612" idx="1"/>
                <a:endCxn id="13591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5" name="Google Shape;13615;p231"/>
              <p:cNvCxnSpPr>
                <a:stCxn id="13612" idx="1"/>
                <a:endCxn id="13592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16" name="Google Shape;13616;p23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7" name="Google Shape;13617;p231"/>
              <p:cNvCxnSpPr>
                <a:stCxn id="13594" idx="0"/>
                <a:endCxn id="13616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8" name="Google Shape;13618;p231"/>
              <p:cNvCxnSpPr>
                <a:stCxn id="13590" idx="0"/>
                <a:endCxn id="13616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619" name="Google Shape;13619;p23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3620" name="Google Shape;13620;p23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1" name="Google Shape;13621;p23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2" name="Google Shape;13622;p23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3" name="Google Shape;13623;p23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4" name="Google Shape;13624;p23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5" name="Google Shape;13625;p23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6" name="Google Shape;13626;p23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27" name="Google Shape;13627;p23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28" name="Google Shape;13628;p231"/>
              <p:cNvCxnSpPr>
                <a:stCxn id="13624" idx="5"/>
                <a:endCxn id="13623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29" name="Google Shape;13629;p231"/>
              <p:cNvCxnSpPr>
                <a:stCxn id="13625" idx="4"/>
                <a:endCxn id="13623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0" name="Google Shape;13630;p231"/>
              <p:cNvCxnSpPr>
                <a:stCxn id="13620" idx="6"/>
                <a:endCxn id="13623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1" name="Google Shape;13631;p231"/>
              <p:cNvCxnSpPr>
                <a:stCxn id="13620" idx="0"/>
                <a:endCxn id="13624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2" name="Google Shape;13632;p231"/>
              <p:cNvCxnSpPr>
                <a:stCxn id="13624" idx="7"/>
                <a:endCxn id="13625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3" name="Google Shape;13633;p231"/>
              <p:cNvCxnSpPr>
                <a:stCxn id="13625" idx="6"/>
                <a:endCxn id="13621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4" name="Google Shape;13634;p231"/>
              <p:cNvCxnSpPr>
                <a:stCxn id="13623" idx="7"/>
                <a:endCxn id="13621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5" name="Google Shape;13635;p231"/>
              <p:cNvCxnSpPr>
                <a:stCxn id="13620" idx="5"/>
                <a:endCxn id="13626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6" name="Google Shape;13636;p231"/>
              <p:cNvCxnSpPr>
                <a:stCxn id="13626" idx="7"/>
                <a:endCxn id="13623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7" name="Google Shape;13637;p231"/>
              <p:cNvCxnSpPr>
                <a:stCxn id="13626" idx="7"/>
                <a:endCxn id="13622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8" name="Google Shape;13638;p231"/>
              <p:cNvCxnSpPr>
                <a:stCxn id="13622" idx="0"/>
                <a:endCxn id="13623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9" name="Google Shape;13639;p231"/>
              <p:cNvCxnSpPr>
                <a:stCxn id="13627" idx="1"/>
                <a:endCxn id="13621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0" name="Google Shape;13640;p231"/>
              <p:cNvCxnSpPr>
                <a:stCxn id="13624" idx="6"/>
                <a:endCxn id="13627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1" name="Google Shape;13641;p231"/>
              <p:cNvCxnSpPr>
                <a:stCxn id="13621" idx="4"/>
                <a:endCxn id="13622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42" name="Google Shape;13642;p23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43" name="Google Shape;13643;p231"/>
              <p:cNvCxnSpPr>
                <a:stCxn id="13627" idx="2"/>
                <a:endCxn id="13642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4" name="Google Shape;13644;p231"/>
              <p:cNvCxnSpPr>
                <a:stCxn id="13642" idx="2"/>
                <a:endCxn id="13622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5" name="Google Shape;13645;p231"/>
              <p:cNvCxnSpPr>
                <a:stCxn id="13642" idx="0"/>
                <a:endCxn id="13621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6" name="Google Shape;13646;p231"/>
              <p:cNvCxnSpPr>
                <a:stCxn id="13642" idx="1"/>
                <a:endCxn id="13623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47" name="Google Shape;13647;p23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48" name="Google Shape;13648;p231"/>
              <p:cNvCxnSpPr>
                <a:stCxn id="13622" idx="3"/>
                <a:endCxn id="13647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9" name="Google Shape;13649;p231"/>
              <p:cNvCxnSpPr>
                <a:stCxn id="13647" idx="0"/>
                <a:endCxn id="13626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0" name="Google Shape;13650;p23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51" name="Google Shape;13651;p231"/>
              <p:cNvCxnSpPr>
                <a:stCxn id="13620" idx="6"/>
                <a:endCxn id="13650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52" name="Google Shape;13652;p231"/>
              <p:cNvCxnSpPr>
                <a:stCxn id="13626" idx="0"/>
                <a:endCxn id="13650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53" name="Google Shape;13653;p231"/>
              <p:cNvCxnSpPr>
                <a:stCxn id="13650" idx="6"/>
                <a:endCxn id="13623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4" name="Google Shape;13654;p23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55" name="Google Shape;13655;p231"/>
              <p:cNvCxnSpPr>
                <a:stCxn id="13647" idx="5"/>
                <a:endCxn id="13654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56" name="Google Shape;13656;p231"/>
              <p:cNvCxnSpPr>
                <a:stCxn id="13654" idx="7"/>
                <a:endCxn id="13622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7" name="Google Shape;13657;p23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58" name="Google Shape;13658;p231"/>
              <p:cNvCxnSpPr>
                <a:stCxn id="13647" idx="0"/>
                <a:endCxn id="13657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59" name="Google Shape;13659;p231"/>
              <p:cNvCxnSpPr>
                <a:stCxn id="13657" idx="1"/>
                <a:endCxn id="13626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60" name="Google Shape;13660;p231"/>
              <p:cNvCxnSpPr>
                <a:stCxn id="13657" idx="6"/>
                <a:endCxn id="13622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3661" name="Shape 136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3662" name="Shape 1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3" name="Google Shape;13663;p2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664" name="Google Shape;13664;p23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3665" name="Google Shape;13665;p233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3666" name="Google Shape;13666;p23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67" name="Google Shape;13667;p23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68" name="Google Shape;13668;p23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669" name="Google Shape;13669;p233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3670" name="Google Shape;13670;p23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71" name="Google Shape;13671;p23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72" name="Google Shape;13672;p23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73" name="Google Shape;13673;p23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674" name="Google Shape;13674;p233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13675" name="Google Shape;13675;p23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3676" name="Google Shape;13676;p233"/>
              <p:cNvCxnSpPr>
                <a:stCxn id="13677" idx="6"/>
                <a:endCxn id="1367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78" name="Google Shape;13678;p23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79" name="Google Shape;13679;p23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80" name="Google Shape;13680;p23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81" name="Google Shape;13681;p23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82" name="Google Shape;13682;p23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83" name="Google Shape;13683;p233"/>
              <p:cNvCxnSpPr>
                <a:stCxn id="13682" idx="4"/>
                <a:endCxn id="13680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4" name="Google Shape;13684;p233"/>
              <p:cNvCxnSpPr>
                <a:stCxn id="13681" idx="4"/>
                <a:endCxn id="1368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5" name="Google Shape;13685;p233"/>
              <p:cNvCxnSpPr>
                <a:stCxn id="13681" idx="5"/>
                <a:endCxn id="13682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6" name="Google Shape;13686;p233"/>
              <p:cNvCxnSpPr>
                <a:stCxn id="13681" idx="0"/>
                <a:endCxn id="1367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7" name="Google Shape;13687;p233"/>
              <p:cNvCxnSpPr>
                <a:stCxn id="13681" idx="7"/>
                <a:endCxn id="1367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8" name="Google Shape;13688;p233"/>
              <p:cNvCxnSpPr>
                <a:stCxn id="13679" idx="5"/>
                <a:endCxn id="1367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9" name="Google Shape;13689;p233"/>
              <p:cNvCxnSpPr>
                <a:stCxn id="13679" idx="6"/>
                <a:endCxn id="1367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0" name="Google Shape;13690;p233"/>
              <p:cNvCxnSpPr>
                <a:stCxn id="13691" idx="1"/>
                <a:endCxn id="1367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2" name="Google Shape;13692;p233"/>
              <p:cNvCxnSpPr>
                <a:stCxn id="13682" idx="0"/>
                <a:endCxn id="13677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3" name="Google Shape;13693;p233"/>
              <p:cNvCxnSpPr>
                <a:stCxn id="13682" idx="0"/>
                <a:endCxn id="13691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94" name="Google Shape;13694;p23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95" name="Google Shape;13695;p233"/>
              <p:cNvCxnSpPr>
                <a:stCxn id="13679" idx="5"/>
                <a:endCxn id="1369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6" name="Google Shape;13696;p233"/>
              <p:cNvCxnSpPr>
                <a:stCxn id="13691" idx="7"/>
                <a:endCxn id="1369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7" name="Google Shape;13697;p233"/>
              <p:cNvCxnSpPr>
                <a:stCxn id="13694" idx="6"/>
                <a:endCxn id="1367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98" name="Google Shape;13698;p23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99" name="Google Shape;13699;p233"/>
              <p:cNvCxnSpPr>
                <a:stCxn id="13698" idx="0"/>
                <a:endCxn id="1367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00" name="Google Shape;13700;p233"/>
              <p:cNvCxnSpPr>
                <a:stCxn id="13698" idx="6"/>
                <a:endCxn id="1367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01" name="Google Shape;13701;p233"/>
              <p:cNvCxnSpPr>
                <a:stCxn id="13698" idx="5"/>
                <a:endCxn id="1368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02" name="Google Shape;13702;p233"/>
              <p:cNvCxnSpPr>
                <a:stCxn id="13698" idx="5"/>
                <a:endCxn id="1368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91" name="Google Shape;13691;p23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77" name="Google Shape;13677;p23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03" name="Google Shape;13703;p233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13704" name="Google Shape;13704;p23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05" name="Google Shape;13705;p23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06" name="Google Shape;13706;p23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07" name="Google Shape;13707;p23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08" name="Google Shape;13708;p23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09" name="Google Shape;13709;p23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10" name="Google Shape;13710;p23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11" name="Google Shape;13711;p23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12" name="Google Shape;13712;p233"/>
              <p:cNvCxnSpPr>
                <a:stCxn id="13708" idx="5"/>
                <a:endCxn id="13707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3" name="Google Shape;13713;p233"/>
              <p:cNvCxnSpPr>
                <a:stCxn id="13709" idx="4"/>
                <a:endCxn id="13707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4" name="Google Shape;13714;p233"/>
              <p:cNvCxnSpPr>
                <a:stCxn id="13704" idx="0"/>
                <a:endCxn id="13708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5" name="Google Shape;13715;p233"/>
              <p:cNvCxnSpPr>
                <a:stCxn id="13708" idx="7"/>
                <a:endCxn id="13709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6" name="Google Shape;13716;p233"/>
              <p:cNvCxnSpPr>
                <a:stCxn id="13709" idx="6"/>
                <a:endCxn id="13705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7" name="Google Shape;13717;p233"/>
              <p:cNvCxnSpPr>
                <a:stCxn id="13707" idx="5"/>
                <a:endCxn id="13705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8" name="Google Shape;13718;p233"/>
              <p:cNvCxnSpPr>
                <a:stCxn id="13704" idx="6"/>
                <a:endCxn id="13710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9" name="Google Shape;13719;p233"/>
              <p:cNvCxnSpPr>
                <a:stCxn id="13704" idx="7"/>
                <a:endCxn id="13707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0" name="Google Shape;13720;p233"/>
              <p:cNvCxnSpPr>
                <a:stCxn id="13710" idx="7"/>
                <a:endCxn id="13706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1" name="Google Shape;13721;p233"/>
              <p:cNvCxnSpPr>
                <a:stCxn id="13706" idx="0"/>
                <a:endCxn id="13707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2" name="Google Shape;13722;p233"/>
              <p:cNvCxnSpPr>
                <a:stCxn id="13711" idx="2"/>
                <a:endCxn id="13705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3" name="Google Shape;13723;p233"/>
              <p:cNvCxnSpPr>
                <a:stCxn id="13708" idx="6"/>
                <a:endCxn id="13711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24" name="Google Shape;13724;p23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25" name="Google Shape;13725;p233"/>
              <p:cNvCxnSpPr>
                <a:stCxn id="13711" idx="3"/>
                <a:endCxn id="13724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6" name="Google Shape;13726;p233"/>
              <p:cNvCxnSpPr>
                <a:stCxn id="13724" idx="2"/>
                <a:endCxn id="13706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7" name="Google Shape;13727;p233"/>
              <p:cNvCxnSpPr>
                <a:stCxn id="13724" idx="0"/>
                <a:endCxn id="13705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8" name="Google Shape;13728;p233"/>
              <p:cNvCxnSpPr>
                <a:stCxn id="13724" idx="1"/>
                <a:endCxn id="13707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29" name="Google Shape;13729;p23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30" name="Google Shape;13730;p233"/>
              <p:cNvCxnSpPr>
                <a:stCxn id="13706" idx="2"/>
                <a:endCxn id="13729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31" name="Google Shape;13731;p233"/>
              <p:cNvCxnSpPr>
                <a:stCxn id="13729" idx="3"/>
                <a:endCxn id="13704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32" name="Google Shape;13732;p233"/>
              <p:cNvCxnSpPr>
                <a:stCxn id="13707" idx="4"/>
                <a:endCxn id="13729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13733" name="Shape 1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4" name="Google Shape;13734;p2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735" name="Google Shape;13735;p23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36" name="Google Shape;13736;p23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37" name="Google Shape;13737;p23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8" name="Google Shape;13738;p23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9" name="Google Shape;13739;p23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0" name="Google Shape;13740;p23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41" name="Google Shape;13741;p23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42" name="Google Shape;13742;p23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43" name="Google Shape;13743;p23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44" name="Google Shape;13744;p23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45" name="Google Shape;13745;p23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746" name="Google Shape;13746;p23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747" name="Google Shape;13747;p23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48" name="Google Shape;13748;p23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49" name="Google Shape;13749;p23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50" name="Google Shape;13750;p23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51" name="Google Shape;13751;p23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52" name="Google Shape;13752;p23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53" name="Google Shape;13753;p23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54" name="Google Shape;13754;p23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55" name="Google Shape;13755;p234"/>
              <p:cNvCxnSpPr>
                <a:stCxn id="13751" idx="5"/>
                <a:endCxn id="1375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56" name="Google Shape;13756;p234"/>
              <p:cNvCxnSpPr>
                <a:stCxn id="13752" idx="4"/>
                <a:endCxn id="1375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57" name="Google Shape;13757;p234"/>
              <p:cNvCxnSpPr>
                <a:stCxn id="13747" idx="0"/>
                <a:endCxn id="1375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58" name="Google Shape;13758;p234"/>
              <p:cNvCxnSpPr>
                <a:stCxn id="13751" idx="6"/>
                <a:endCxn id="1375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59" name="Google Shape;13759;p234"/>
              <p:cNvCxnSpPr>
                <a:stCxn id="13752" idx="6"/>
                <a:endCxn id="1374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0" name="Google Shape;13760;p234"/>
              <p:cNvCxnSpPr>
                <a:stCxn id="13750" idx="6"/>
                <a:endCxn id="1374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1" name="Google Shape;13761;p234"/>
              <p:cNvCxnSpPr>
                <a:stCxn id="13747" idx="6"/>
                <a:endCxn id="1375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2" name="Google Shape;13762;p234"/>
              <p:cNvCxnSpPr>
                <a:stCxn id="13747" idx="7"/>
                <a:endCxn id="1375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3" name="Google Shape;13763;p234"/>
              <p:cNvCxnSpPr>
                <a:stCxn id="13753" idx="7"/>
                <a:endCxn id="1374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4" name="Google Shape;13764;p234"/>
              <p:cNvCxnSpPr>
                <a:stCxn id="13749" idx="0"/>
                <a:endCxn id="1375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5" name="Google Shape;13765;p234"/>
              <p:cNvCxnSpPr>
                <a:stCxn id="13754" idx="2"/>
                <a:endCxn id="1374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6" name="Google Shape;13766;p234"/>
              <p:cNvCxnSpPr>
                <a:stCxn id="13752" idx="7"/>
                <a:endCxn id="1375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67" name="Google Shape;13767;p23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68" name="Google Shape;13768;p234"/>
              <p:cNvCxnSpPr>
                <a:stCxn id="13754" idx="3"/>
                <a:endCxn id="1376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9" name="Google Shape;13769;p234"/>
              <p:cNvCxnSpPr>
                <a:stCxn id="13767" idx="2"/>
                <a:endCxn id="1374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70" name="Google Shape;13770;p234"/>
              <p:cNvCxnSpPr>
                <a:stCxn id="13767" idx="0"/>
                <a:endCxn id="1374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71" name="Google Shape;13771;p234"/>
              <p:cNvCxnSpPr>
                <a:stCxn id="13767" idx="1"/>
                <a:endCxn id="1375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72" name="Google Shape;13772;p23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73" name="Google Shape;13773;p234"/>
              <p:cNvCxnSpPr>
                <a:stCxn id="13749" idx="2"/>
                <a:endCxn id="1377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74" name="Google Shape;13774;p234"/>
              <p:cNvCxnSpPr>
                <a:stCxn id="13772" idx="3"/>
                <a:endCxn id="1374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75" name="Google Shape;13775;p234"/>
              <p:cNvCxnSpPr>
                <a:stCxn id="13750" idx="4"/>
                <a:endCxn id="1377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76" name="Google Shape;13776;p23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77" name="Google Shape;13777;p234"/>
              <p:cNvCxnSpPr>
                <a:stCxn id="13750" idx="0"/>
                <a:endCxn id="1377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78" name="Google Shape;13778;p234"/>
              <p:cNvCxnSpPr>
                <a:stCxn id="13751" idx="7"/>
                <a:endCxn id="1377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779" name="Google Shape;13779;p23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3780" name="Google Shape;13780;p23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1" name="Google Shape;13781;p23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2" name="Google Shape;13782;p23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3" name="Google Shape;13783;p23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4" name="Google Shape;13784;p23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5" name="Google Shape;13785;p23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6" name="Google Shape;13786;p23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7" name="Google Shape;13787;p23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788" name="Google Shape;13788;p234"/>
              <p:cNvCxnSpPr>
                <a:stCxn id="13785" idx="4"/>
                <a:endCxn id="1378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89" name="Google Shape;13789;p234"/>
              <p:cNvCxnSpPr>
                <a:stCxn id="13780" idx="7"/>
                <a:endCxn id="1378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0" name="Google Shape;13790;p234"/>
              <p:cNvCxnSpPr>
                <a:stCxn id="13784" idx="7"/>
                <a:endCxn id="1378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1" name="Google Shape;13791;p234"/>
              <p:cNvCxnSpPr>
                <a:stCxn id="13785" idx="6"/>
                <a:endCxn id="1378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2" name="Google Shape;13792;p234"/>
              <p:cNvCxnSpPr>
                <a:stCxn id="13783" idx="7"/>
                <a:endCxn id="1378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3" name="Google Shape;13793;p234"/>
              <p:cNvCxnSpPr>
                <a:stCxn id="13780" idx="6"/>
                <a:endCxn id="1378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4" name="Google Shape;13794;p234"/>
              <p:cNvCxnSpPr>
                <a:stCxn id="13786" idx="0"/>
                <a:endCxn id="1378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5" name="Google Shape;13795;p234"/>
              <p:cNvCxnSpPr>
                <a:stCxn id="13786" idx="5"/>
                <a:endCxn id="1378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6" name="Google Shape;13796;p234"/>
              <p:cNvCxnSpPr>
                <a:stCxn id="13782" idx="0"/>
                <a:endCxn id="1378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7" name="Google Shape;13797;p234"/>
              <p:cNvCxnSpPr>
                <a:stCxn id="13782" idx="7"/>
                <a:endCxn id="1378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8" name="Google Shape;13798;p234"/>
              <p:cNvCxnSpPr>
                <a:stCxn id="13783" idx="6"/>
                <a:endCxn id="1378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9" name="Google Shape;13799;p234"/>
              <p:cNvCxnSpPr>
                <a:stCxn id="13787" idx="0"/>
                <a:endCxn id="1378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0" name="Google Shape;13800;p234"/>
              <p:cNvCxnSpPr>
                <a:stCxn id="13785" idx="5"/>
                <a:endCxn id="1378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1" name="Google Shape;13801;p234"/>
              <p:cNvCxnSpPr>
                <a:stCxn id="13784" idx="6"/>
                <a:endCxn id="1378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2" name="Google Shape;13802;p234"/>
              <p:cNvCxnSpPr>
                <a:stCxn id="13784" idx="5"/>
                <a:endCxn id="1378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3" name="Google Shape;13803;p234"/>
              <p:cNvCxnSpPr>
                <a:stCxn id="13781" idx="4"/>
                <a:endCxn id="1378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04" name="Google Shape;13804;p23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05" name="Google Shape;13805;p234"/>
              <p:cNvCxnSpPr>
                <a:stCxn id="13787" idx="4"/>
                <a:endCxn id="1380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6" name="Google Shape;13806;p234"/>
              <p:cNvCxnSpPr>
                <a:stCxn id="13804" idx="1"/>
                <a:endCxn id="1378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07" name="Google Shape;13807;p23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08" name="Google Shape;13808;p234"/>
              <p:cNvCxnSpPr>
                <a:stCxn id="13804" idx="2"/>
                <a:endCxn id="1380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9" name="Google Shape;13809;p234"/>
              <p:cNvCxnSpPr>
                <a:stCxn id="13807" idx="1"/>
                <a:endCxn id="1378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10" name="Google Shape;13810;p234"/>
              <p:cNvCxnSpPr>
                <a:stCxn id="13807" idx="7"/>
                <a:endCxn id="1378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13811" name="Shape 13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2" name="Google Shape;13812;p2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813" name="Google Shape;13813;p23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814" name="Google Shape;13814;p23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815" name="Google Shape;13815;p23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16" name="Google Shape;13816;p23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17" name="Google Shape;13817;p23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818" name="Google Shape;13818;p23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819" name="Google Shape;13819;p23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0" name="Google Shape;13820;p23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1" name="Google Shape;13821;p23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2" name="Google Shape;13822;p23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823" name="Google Shape;13823;p23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824" name="Google Shape;13824;p23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825" name="Google Shape;13825;p235"/>
              <p:cNvCxnSpPr>
                <a:stCxn id="13826" idx="7"/>
                <a:endCxn id="1382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27" name="Google Shape;13827;p23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8" name="Google Shape;13828;p23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9" name="Google Shape;13829;p23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0" name="Google Shape;13830;p23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1" name="Google Shape;13831;p23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2" name="Google Shape;13832;p23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33" name="Google Shape;13833;p235"/>
              <p:cNvCxnSpPr>
                <a:stCxn id="13832" idx="4"/>
                <a:endCxn id="1382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4" name="Google Shape;13834;p235"/>
              <p:cNvCxnSpPr>
                <a:stCxn id="13831" idx="4"/>
                <a:endCxn id="1382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5" name="Google Shape;13835;p235"/>
              <p:cNvCxnSpPr>
                <a:stCxn id="13831" idx="5"/>
                <a:endCxn id="1383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6" name="Google Shape;13836;p235"/>
              <p:cNvCxnSpPr>
                <a:stCxn id="13831" idx="0"/>
                <a:endCxn id="1382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7" name="Google Shape;13837;p235"/>
              <p:cNvCxnSpPr>
                <a:stCxn id="13831" idx="7"/>
                <a:endCxn id="1382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8" name="Google Shape;13838;p235"/>
              <p:cNvCxnSpPr>
                <a:stCxn id="13828" idx="5"/>
                <a:endCxn id="1382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9" name="Google Shape;13839;p235"/>
              <p:cNvCxnSpPr>
                <a:stCxn id="13828" idx="6"/>
                <a:endCxn id="1382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40" name="Google Shape;13840;p235"/>
              <p:cNvCxnSpPr>
                <a:stCxn id="13830" idx="2"/>
                <a:endCxn id="1382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41" name="Google Shape;13841;p235"/>
              <p:cNvCxnSpPr>
                <a:stCxn id="13832" idx="0"/>
                <a:endCxn id="1382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42" name="Google Shape;13842;p235"/>
              <p:cNvCxnSpPr>
                <a:stCxn id="13832" idx="0"/>
                <a:endCxn id="1383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26" name="Google Shape;13826;p23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843" name="Google Shape;13843;p23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844" name="Google Shape;13844;p23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5" name="Google Shape;13845;p23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6" name="Google Shape;13846;p23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7" name="Google Shape;13847;p23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8" name="Google Shape;13848;p23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9" name="Google Shape;13849;p23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0" name="Google Shape;13850;p23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1" name="Google Shape;13851;p23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52" name="Google Shape;13852;p235"/>
              <p:cNvCxnSpPr>
                <a:stCxn id="13848" idx="5"/>
                <a:endCxn id="1384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3" name="Google Shape;13853;p235"/>
              <p:cNvCxnSpPr>
                <a:stCxn id="13849" idx="4"/>
                <a:endCxn id="1384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4" name="Google Shape;13854;p235"/>
              <p:cNvCxnSpPr>
                <a:stCxn id="13844" idx="6"/>
                <a:endCxn id="1384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5" name="Google Shape;13855;p235"/>
              <p:cNvCxnSpPr>
                <a:stCxn id="13844" idx="0"/>
                <a:endCxn id="1384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6" name="Google Shape;13856;p235"/>
              <p:cNvCxnSpPr>
                <a:stCxn id="13848" idx="7"/>
                <a:endCxn id="1384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7" name="Google Shape;13857;p235"/>
              <p:cNvCxnSpPr>
                <a:stCxn id="13849" idx="6"/>
                <a:endCxn id="1384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8" name="Google Shape;13858;p235"/>
              <p:cNvCxnSpPr>
                <a:stCxn id="13847" idx="7"/>
                <a:endCxn id="1384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9" name="Google Shape;13859;p235"/>
              <p:cNvCxnSpPr>
                <a:stCxn id="13844" idx="5"/>
                <a:endCxn id="1385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0" name="Google Shape;13860;p235"/>
              <p:cNvCxnSpPr>
                <a:stCxn id="13850" idx="7"/>
                <a:endCxn id="1384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1" name="Google Shape;13861;p235"/>
              <p:cNvCxnSpPr>
                <a:stCxn id="13850" idx="5"/>
                <a:endCxn id="1384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2" name="Google Shape;13862;p235"/>
              <p:cNvCxnSpPr>
                <a:stCxn id="13846" idx="0"/>
                <a:endCxn id="1384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3" name="Google Shape;13863;p235"/>
              <p:cNvCxnSpPr>
                <a:stCxn id="13846" idx="7"/>
                <a:endCxn id="1385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4" name="Google Shape;13864;p235"/>
              <p:cNvCxnSpPr>
                <a:stCxn id="13847" idx="6"/>
                <a:endCxn id="1385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5" name="Google Shape;13865;p235"/>
              <p:cNvCxnSpPr>
                <a:stCxn id="13851" idx="0"/>
                <a:endCxn id="1384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6" name="Google Shape;13866;p235"/>
              <p:cNvCxnSpPr>
                <a:stCxn id="13848" idx="4"/>
                <a:endCxn id="1384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7" name="Google Shape;13867;p235"/>
              <p:cNvCxnSpPr>
                <a:stCxn id="13845" idx="4"/>
                <a:endCxn id="1384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8" name="Google Shape;13868;p235"/>
              <p:cNvCxnSpPr>
                <a:stCxn id="13844" idx="5"/>
                <a:endCxn id="1384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69" name="Google Shape;13869;p23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70" name="Google Shape;13870;p235"/>
              <p:cNvCxnSpPr>
                <a:stCxn id="13851" idx="4"/>
                <a:endCxn id="1386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71" name="Google Shape;13871;p235"/>
              <p:cNvCxnSpPr>
                <a:stCxn id="13869" idx="2"/>
                <a:endCxn id="1384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72" name="Google Shape;13872;p235"/>
              <p:cNvCxnSpPr>
                <a:stCxn id="13869" idx="0"/>
                <a:endCxn id="1384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73" name="Google Shape;13873;p235"/>
              <p:cNvCxnSpPr>
                <a:stCxn id="13869" idx="1"/>
                <a:endCxn id="1384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74" name="Google Shape;13874;p23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75" name="Google Shape;13875;p235"/>
              <p:cNvCxnSpPr>
                <a:stCxn id="13869" idx="2"/>
                <a:endCxn id="1387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76" name="Google Shape;13876;p235"/>
              <p:cNvCxnSpPr>
                <a:stCxn id="13874" idx="1"/>
                <a:endCxn id="1385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13877" name="Shape 13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8" name="Google Shape;13878;p23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879" name="Google Shape;13879;p236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13880" name="Google Shape;13880;p236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13881" name="Google Shape;13881;p23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2" name="Google Shape;13882;p23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3" name="Google Shape;13883;p23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4" name="Google Shape;13884;p23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885" name="Google Shape;13885;p236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13886" name="Google Shape;13886;p23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7" name="Google Shape;13887;p23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8" name="Google Shape;13888;p23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889" name="Google Shape;13889;p236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13890" name="Google Shape;13890;p236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3891" name="Google Shape;13891;p236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2" name="Google Shape;13892;p236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3" name="Google Shape;13893;p236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4" name="Google Shape;13894;p236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5" name="Google Shape;13895;p236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6" name="Google Shape;13896;p236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7" name="Google Shape;13897;p236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98" name="Google Shape;13898;p236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9" name="Google Shape;13899;p236"/>
              <p:cNvCxnSpPr>
                <a:stCxn id="13895" idx="5"/>
                <a:endCxn id="13894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0" name="Google Shape;13900;p236"/>
              <p:cNvCxnSpPr>
                <a:stCxn id="13896" idx="4"/>
                <a:endCxn id="13894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1" name="Google Shape;13901;p236"/>
              <p:cNvCxnSpPr>
                <a:stCxn id="13891" idx="6"/>
                <a:endCxn id="13895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2" name="Google Shape;13902;p236"/>
              <p:cNvCxnSpPr>
                <a:stCxn id="13895" idx="7"/>
                <a:endCxn id="13896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3" name="Google Shape;13903;p236"/>
              <p:cNvCxnSpPr>
                <a:stCxn id="13896" idx="6"/>
                <a:endCxn id="13892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4" name="Google Shape;13904;p236"/>
              <p:cNvCxnSpPr>
                <a:stCxn id="13894" idx="7"/>
                <a:endCxn id="13892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5" name="Google Shape;13905;p236"/>
              <p:cNvCxnSpPr>
                <a:stCxn id="13891" idx="6"/>
                <a:endCxn id="13897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6" name="Google Shape;13906;p236"/>
              <p:cNvCxnSpPr>
                <a:stCxn id="13897" idx="6"/>
                <a:endCxn id="13894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7" name="Google Shape;13907;p236"/>
              <p:cNvCxnSpPr>
                <a:stCxn id="13897" idx="5"/>
                <a:endCxn id="13893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8" name="Google Shape;13908;p236"/>
              <p:cNvCxnSpPr>
                <a:stCxn id="13893" idx="0"/>
                <a:endCxn id="13894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9" name="Google Shape;13909;p236"/>
              <p:cNvCxnSpPr>
                <a:stCxn id="13893" idx="7"/>
                <a:endCxn id="13898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0" name="Google Shape;13910;p236"/>
              <p:cNvCxnSpPr>
                <a:stCxn id="13894" idx="6"/>
                <a:endCxn id="13898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1" name="Google Shape;13911;p236"/>
              <p:cNvCxnSpPr>
                <a:stCxn id="13898" idx="0"/>
                <a:endCxn id="13892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2" name="Google Shape;13912;p236"/>
              <p:cNvCxnSpPr>
                <a:stCxn id="13896" idx="5"/>
                <a:endCxn id="13898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3" name="Google Shape;13913;p236"/>
              <p:cNvCxnSpPr>
                <a:stCxn id="13895" idx="6"/>
                <a:endCxn id="13898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4" name="Google Shape;13914;p236"/>
              <p:cNvCxnSpPr>
                <a:stCxn id="13895" idx="4"/>
                <a:endCxn id="13893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5" name="Google Shape;13915;p236"/>
              <p:cNvCxnSpPr>
                <a:stCxn id="13892" idx="4"/>
                <a:endCxn id="13893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16" name="Google Shape;13916;p236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17" name="Google Shape;13917;p236"/>
              <p:cNvCxnSpPr>
                <a:stCxn id="13898" idx="4"/>
                <a:endCxn id="13916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8" name="Google Shape;13918;p236"/>
              <p:cNvCxnSpPr>
                <a:stCxn id="13916" idx="1"/>
                <a:endCxn id="13893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9" name="Google Shape;13919;p236"/>
              <p:cNvCxnSpPr>
                <a:stCxn id="13916" idx="0"/>
                <a:endCxn id="13892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0" name="Google Shape;13920;p236"/>
              <p:cNvCxnSpPr>
                <a:stCxn id="13916" idx="1"/>
                <a:endCxn id="13894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21" name="Google Shape;13921;p236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22" name="Google Shape;13922;p236"/>
              <p:cNvCxnSpPr>
                <a:stCxn id="13916" idx="2"/>
                <a:endCxn id="13921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3" name="Google Shape;13923;p236"/>
              <p:cNvCxnSpPr>
                <a:stCxn id="13921" idx="1"/>
                <a:endCxn id="13897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4" name="Google Shape;13924;p236"/>
              <p:cNvCxnSpPr>
                <a:stCxn id="13921" idx="7"/>
                <a:endCxn id="13893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925" name="Google Shape;13925;p236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13926" name="Google Shape;13926;p236"/>
              <p:cNvCxnSpPr>
                <a:stCxn id="13927" idx="6"/>
                <a:endCxn id="13928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28" name="Google Shape;13928;p23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29" name="Google Shape;13929;p23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30" name="Google Shape;13930;p23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31" name="Google Shape;13931;p23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32" name="Google Shape;13932;p236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33" name="Google Shape;13933;p236"/>
              <p:cNvCxnSpPr>
                <a:stCxn id="13932" idx="4"/>
                <a:endCxn id="13930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4" name="Google Shape;13934;p236"/>
              <p:cNvCxnSpPr>
                <a:stCxn id="13931" idx="4"/>
                <a:endCxn id="13930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5" name="Google Shape;13935;p236"/>
              <p:cNvCxnSpPr>
                <a:stCxn id="13931" idx="5"/>
                <a:endCxn id="13932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6" name="Google Shape;13936;p236"/>
              <p:cNvCxnSpPr>
                <a:stCxn id="13931" idx="0"/>
                <a:endCxn id="13929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7" name="Google Shape;13937;p236"/>
              <p:cNvCxnSpPr>
                <a:stCxn id="13931" idx="7"/>
                <a:endCxn id="13927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8" name="Google Shape;13938;p236"/>
              <p:cNvCxnSpPr>
                <a:stCxn id="13929" idx="5"/>
                <a:endCxn id="13927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9" name="Google Shape;13939;p236"/>
              <p:cNvCxnSpPr>
                <a:stCxn id="13929" idx="6"/>
                <a:endCxn id="13928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0" name="Google Shape;13940;p236"/>
              <p:cNvCxnSpPr>
                <a:stCxn id="13941" idx="1"/>
                <a:endCxn id="13929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2" name="Google Shape;13942;p236"/>
              <p:cNvCxnSpPr>
                <a:stCxn id="13932" idx="0"/>
                <a:endCxn id="13927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3" name="Google Shape;13943;p236"/>
              <p:cNvCxnSpPr>
                <a:stCxn id="13932" idx="0"/>
                <a:endCxn id="13941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44" name="Google Shape;13944;p23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45" name="Google Shape;13945;p236"/>
              <p:cNvCxnSpPr>
                <a:stCxn id="13929" idx="5"/>
                <a:endCxn id="13944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6" name="Google Shape;13946;p236"/>
              <p:cNvCxnSpPr>
                <a:stCxn id="13941" idx="7"/>
                <a:endCxn id="13944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7" name="Google Shape;13947;p236"/>
              <p:cNvCxnSpPr>
                <a:stCxn id="13944" idx="6"/>
                <a:endCxn id="13928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48" name="Google Shape;13948;p23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49" name="Google Shape;13949;p236"/>
              <p:cNvCxnSpPr>
                <a:stCxn id="13948" idx="0"/>
                <a:endCxn id="13929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0" name="Google Shape;13950;p236"/>
              <p:cNvCxnSpPr>
                <a:stCxn id="13948" idx="6"/>
                <a:endCxn id="13927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1" name="Google Shape;13951;p236"/>
              <p:cNvCxnSpPr>
                <a:stCxn id="13948" idx="5"/>
                <a:endCxn id="13931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2" name="Google Shape;13952;p236"/>
              <p:cNvCxnSpPr>
                <a:stCxn id="13948" idx="5"/>
                <a:endCxn id="13930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41" name="Google Shape;13941;p23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27" name="Google Shape;13927;p23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13953" name="Shape 1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4" name="Google Shape;13954;p2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55" name="Google Shape;13955;p237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3956" name="Google Shape;13956;p237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957" name="Google Shape;13957;p237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958" name="Google Shape;13958;p23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59" name="Google Shape;13959;p23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60" name="Google Shape;13960;p23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961" name="Google Shape;13961;p237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962" name="Google Shape;13962;p23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63" name="Google Shape;13963;p237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64" name="Google Shape;13964;p237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65" name="Google Shape;13965;p237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966" name="Google Shape;13966;p237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967" name="Google Shape;13967;p237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968" name="Google Shape;13968;p237"/>
              <p:cNvCxnSpPr>
                <a:stCxn id="13969" idx="7"/>
                <a:endCxn id="13970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70" name="Google Shape;13970;p237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71" name="Google Shape;13971;p237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72" name="Google Shape;13972;p237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73" name="Google Shape;13973;p237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74" name="Google Shape;13974;p237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75" name="Google Shape;13975;p237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76" name="Google Shape;13976;p237"/>
              <p:cNvCxnSpPr>
                <a:stCxn id="13975" idx="4"/>
                <a:endCxn id="13972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7" name="Google Shape;13977;p237"/>
              <p:cNvCxnSpPr>
                <a:stCxn id="13974" idx="4"/>
                <a:endCxn id="13972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8" name="Google Shape;13978;p237"/>
              <p:cNvCxnSpPr>
                <a:stCxn id="13974" idx="5"/>
                <a:endCxn id="13975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9" name="Google Shape;13979;p237"/>
              <p:cNvCxnSpPr>
                <a:stCxn id="13974" idx="0"/>
                <a:endCxn id="13971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0" name="Google Shape;13980;p237"/>
              <p:cNvCxnSpPr>
                <a:stCxn id="13974" idx="7"/>
                <a:endCxn id="13969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1" name="Google Shape;13981;p237"/>
              <p:cNvCxnSpPr>
                <a:stCxn id="13971" idx="5"/>
                <a:endCxn id="13969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2" name="Google Shape;13982;p237"/>
              <p:cNvCxnSpPr>
                <a:stCxn id="13971" idx="6"/>
                <a:endCxn id="13970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3" name="Google Shape;13983;p237"/>
              <p:cNvCxnSpPr>
                <a:stCxn id="13973" idx="2"/>
                <a:endCxn id="13971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4" name="Google Shape;13984;p237"/>
              <p:cNvCxnSpPr>
                <a:stCxn id="13975" idx="0"/>
                <a:endCxn id="13969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5" name="Google Shape;13985;p237"/>
              <p:cNvCxnSpPr>
                <a:stCxn id="13975" idx="0"/>
                <a:endCxn id="13973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69" name="Google Shape;13969;p237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986" name="Google Shape;13986;p237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987" name="Google Shape;13987;p237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88" name="Google Shape;13988;p237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89" name="Google Shape;13989;p237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90" name="Google Shape;13990;p237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91" name="Google Shape;13991;p237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92" name="Google Shape;13992;p237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93" name="Google Shape;13993;p237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94" name="Google Shape;13994;p237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995" name="Google Shape;13995;p237"/>
              <p:cNvCxnSpPr>
                <a:stCxn id="13991" idx="5"/>
                <a:endCxn id="13990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6" name="Google Shape;13996;p237"/>
              <p:cNvCxnSpPr>
                <a:stCxn id="13992" idx="4"/>
                <a:endCxn id="13990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7" name="Google Shape;13997;p237"/>
              <p:cNvCxnSpPr>
                <a:stCxn id="13987" idx="6"/>
                <a:endCxn id="13990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8" name="Google Shape;13998;p237"/>
              <p:cNvCxnSpPr>
                <a:stCxn id="13987" idx="0"/>
                <a:endCxn id="13991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9" name="Google Shape;13999;p237"/>
              <p:cNvCxnSpPr>
                <a:stCxn id="13991" idx="7"/>
                <a:endCxn id="13992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0" name="Google Shape;14000;p237"/>
              <p:cNvCxnSpPr>
                <a:stCxn id="13992" idx="6"/>
                <a:endCxn id="13988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1" name="Google Shape;14001;p237"/>
              <p:cNvCxnSpPr>
                <a:stCxn id="13990" idx="7"/>
                <a:endCxn id="13988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2" name="Google Shape;14002;p237"/>
              <p:cNvCxnSpPr>
                <a:stCxn id="13987" idx="5"/>
                <a:endCxn id="13993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3" name="Google Shape;14003;p237"/>
              <p:cNvCxnSpPr>
                <a:stCxn id="13993" idx="7"/>
                <a:endCxn id="13990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4" name="Google Shape;14004;p237"/>
              <p:cNvCxnSpPr>
                <a:stCxn id="13993" idx="5"/>
                <a:endCxn id="13989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5" name="Google Shape;14005;p237"/>
              <p:cNvCxnSpPr>
                <a:stCxn id="13989" idx="0"/>
                <a:endCxn id="13990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6" name="Google Shape;14006;p237"/>
              <p:cNvCxnSpPr>
                <a:stCxn id="13989" idx="7"/>
                <a:endCxn id="13994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7" name="Google Shape;14007;p237"/>
              <p:cNvCxnSpPr>
                <a:stCxn id="13990" idx="6"/>
                <a:endCxn id="13994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8" name="Google Shape;14008;p237"/>
              <p:cNvCxnSpPr>
                <a:stCxn id="13994" idx="0"/>
                <a:endCxn id="13988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9" name="Google Shape;14009;p237"/>
              <p:cNvCxnSpPr>
                <a:stCxn id="13991" idx="4"/>
                <a:endCxn id="13989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0" name="Google Shape;14010;p237"/>
              <p:cNvCxnSpPr>
                <a:stCxn id="13988" idx="4"/>
                <a:endCxn id="13989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1" name="Google Shape;14011;p237"/>
              <p:cNvCxnSpPr>
                <a:stCxn id="13987" idx="5"/>
                <a:endCxn id="13989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12" name="Google Shape;14012;p237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13" name="Google Shape;14013;p237"/>
              <p:cNvCxnSpPr>
                <a:stCxn id="13994" idx="4"/>
                <a:endCxn id="14012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4" name="Google Shape;14014;p237"/>
              <p:cNvCxnSpPr>
                <a:stCxn id="14012" idx="2"/>
                <a:endCxn id="13989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5" name="Google Shape;14015;p237"/>
              <p:cNvCxnSpPr>
                <a:stCxn id="14012" idx="0"/>
                <a:endCxn id="13988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6" name="Google Shape;14016;p237"/>
              <p:cNvCxnSpPr>
                <a:stCxn id="14012" idx="1"/>
                <a:endCxn id="13990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17" name="Google Shape;14017;p237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18" name="Google Shape;14018;p237"/>
              <p:cNvCxnSpPr>
                <a:stCxn id="14012" idx="2"/>
                <a:endCxn id="14017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9" name="Google Shape;14019;p237"/>
              <p:cNvCxnSpPr>
                <a:stCxn id="14017" idx="1"/>
                <a:endCxn id="13993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020" name="Shape 14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1" name="Google Shape;14021;p2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22" name="Google Shape;14022;p238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3" name="Google Shape;14023;p238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4" name="Google Shape;14024;p238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5" name="Google Shape;14025;p238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026" name="Google Shape;14026;p238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027" name="Google Shape;14027;p238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4028" name="Google Shape;14028;p23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4029" name="Google Shape;14029;p23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4030" name="Google Shape;14030;p23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31" name="Google Shape;14031;p23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32" name="Google Shape;14032;p23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033" name="Google Shape;14033;p23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4034" name="Google Shape;14034;p23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35" name="Google Shape;14035;p23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36" name="Google Shape;14036;p23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37" name="Google Shape;14037;p23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4038" name="Google Shape;14038;p23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4039" name="Google Shape;14039;p23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4040" name="Google Shape;14040;p23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1" name="Google Shape;14041;p23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2" name="Google Shape;14042;p23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3" name="Google Shape;14043;p23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4" name="Google Shape;14044;p23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5" name="Google Shape;14045;p23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6" name="Google Shape;14046;p23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47" name="Google Shape;14047;p23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48" name="Google Shape;14048;p238"/>
              <p:cNvCxnSpPr>
                <a:stCxn id="14044" idx="5"/>
                <a:endCxn id="14043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9" name="Google Shape;14049;p238"/>
              <p:cNvCxnSpPr>
                <a:stCxn id="14045" idx="4"/>
                <a:endCxn id="14043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0" name="Google Shape;14050;p238"/>
              <p:cNvCxnSpPr>
                <a:stCxn id="14040" idx="0"/>
                <a:endCxn id="14044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1" name="Google Shape;14051;p238"/>
              <p:cNvCxnSpPr>
                <a:stCxn id="14044" idx="6"/>
                <a:endCxn id="14045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2" name="Google Shape;14052;p238"/>
              <p:cNvCxnSpPr>
                <a:stCxn id="14045" idx="6"/>
                <a:endCxn id="14041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3" name="Google Shape;14053;p238"/>
              <p:cNvCxnSpPr>
                <a:stCxn id="14043" idx="6"/>
                <a:endCxn id="14041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4" name="Google Shape;14054;p238"/>
              <p:cNvCxnSpPr>
                <a:stCxn id="14040" idx="6"/>
                <a:endCxn id="14046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5" name="Google Shape;14055;p238"/>
              <p:cNvCxnSpPr>
                <a:stCxn id="14040" idx="7"/>
                <a:endCxn id="14043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6" name="Google Shape;14056;p238"/>
              <p:cNvCxnSpPr>
                <a:stCxn id="14046" idx="7"/>
                <a:endCxn id="14042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7" name="Google Shape;14057;p238"/>
              <p:cNvCxnSpPr>
                <a:stCxn id="14042" idx="0"/>
                <a:endCxn id="14043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8" name="Google Shape;14058;p238"/>
              <p:cNvCxnSpPr>
                <a:stCxn id="14047" idx="2"/>
                <a:endCxn id="14041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9" name="Google Shape;14059;p238"/>
              <p:cNvCxnSpPr>
                <a:stCxn id="14045" idx="7"/>
                <a:endCxn id="14047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60" name="Google Shape;14060;p23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61" name="Google Shape;14061;p238"/>
              <p:cNvCxnSpPr>
                <a:stCxn id="14047" idx="3"/>
                <a:endCxn id="14060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2" name="Google Shape;14062;p238"/>
              <p:cNvCxnSpPr>
                <a:stCxn id="14060" idx="2"/>
                <a:endCxn id="14042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3" name="Google Shape;14063;p238"/>
              <p:cNvCxnSpPr>
                <a:stCxn id="14060" idx="0"/>
                <a:endCxn id="14041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4" name="Google Shape;14064;p238"/>
              <p:cNvCxnSpPr>
                <a:stCxn id="14060" idx="1"/>
                <a:endCxn id="14043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65" name="Google Shape;14065;p23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66" name="Google Shape;14066;p238"/>
              <p:cNvCxnSpPr>
                <a:stCxn id="14042" idx="2"/>
                <a:endCxn id="14065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7" name="Google Shape;14067;p238"/>
              <p:cNvCxnSpPr>
                <a:stCxn id="14065" idx="3"/>
                <a:endCxn id="14040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8" name="Google Shape;14068;p238"/>
              <p:cNvCxnSpPr>
                <a:stCxn id="14043" idx="4"/>
                <a:endCxn id="14065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69" name="Google Shape;14069;p23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0" name="Google Shape;14070;p238"/>
              <p:cNvCxnSpPr>
                <a:stCxn id="14043" idx="0"/>
                <a:endCxn id="14069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71" name="Google Shape;14071;p238"/>
              <p:cNvCxnSpPr>
                <a:stCxn id="14044" idx="7"/>
                <a:endCxn id="14069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072" name="Google Shape;14072;p23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073" name="Google Shape;14073;p23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74" name="Google Shape;14074;p23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75" name="Google Shape;14075;p23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76" name="Google Shape;14076;p23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77" name="Google Shape;14077;p23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78" name="Google Shape;14078;p23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79" name="Google Shape;14079;p23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80" name="Google Shape;14080;p23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81" name="Google Shape;14081;p238"/>
              <p:cNvCxnSpPr>
                <a:stCxn id="14078" idx="4"/>
                <a:endCxn id="14076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2" name="Google Shape;14082;p238"/>
              <p:cNvCxnSpPr>
                <a:stCxn id="14073" idx="7"/>
                <a:endCxn id="14077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3" name="Google Shape;14083;p238"/>
              <p:cNvCxnSpPr>
                <a:stCxn id="14077" idx="7"/>
                <a:endCxn id="14078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4" name="Google Shape;14084;p238"/>
              <p:cNvCxnSpPr>
                <a:stCxn id="14078" idx="6"/>
                <a:endCxn id="14074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5" name="Google Shape;14085;p238"/>
              <p:cNvCxnSpPr>
                <a:stCxn id="14076" idx="7"/>
                <a:endCxn id="14074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6" name="Google Shape;14086;p238"/>
              <p:cNvCxnSpPr>
                <a:stCxn id="14073" idx="6"/>
                <a:endCxn id="14079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7" name="Google Shape;14087;p238"/>
              <p:cNvCxnSpPr>
                <a:stCxn id="14079" idx="0"/>
                <a:endCxn id="14076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8" name="Google Shape;14088;p238"/>
              <p:cNvCxnSpPr>
                <a:stCxn id="14079" idx="5"/>
                <a:endCxn id="14075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9" name="Google Shape;14089;p238"/>
              <p:cNvCxnSpPr>
                <a:stCxn id="14075" idx="0"/>
                <a:endCxn id="14076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0" name="Google Shape;14090;p238"/>
              <p:cNvCxnSpPr>
                <a:stCxn id="14075" idx="7"/>
                <a:endCxn id="14080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1" name="Google Shape;14091;p238"/>
              <p:cNvCxnSpPr>
                <a:stCxn id="14076" idx="6"/>
                <a:endCxn id="14080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2" name="Google Shape;14092;p238"/>
              <p:cNvCxnSpPr>
                <a:stCxn id="14080" idx="0"/>
                <a:endCxn id="14074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3" name="Google Shape;14093;p238"/>
              <p:cNvCxnSpPr>
                <a:stCxn id="14078" idx="5"/>
                <a:endCxn id="14080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4" name="Google Shape;14094;p238"/>
              <p:cNvCxnSpPr>
                <a:stCxn id="14077" idx="6"/>
                <a:endCxn id="14080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5" name="Google Shape;14095;p238"/>
              <p:cNvCxnSpPr>
                <a:stCxn id="14077" idx="5"/>
                <a:endCxn id="14079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6" name="Google Shape;14096;p238"/>
              <p:cNvCxnSpPr>
                <a:stCxn id="14074" idx="4"/>
                <a:endCxn id="14075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97" name="Google Shape;14097;p23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98" name="Google Shape;14098;p238"/>
              <p:cNvCxnSpPr>
                <a:stCxn id="14080" idx="4"/>
                <a:endCxn id="14097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9" name="Google Shape;14099;p238"/>
              <p:cNvCxnSpPr>
                <a:stCxn id="14097" idx="1"/>
                <a:endCxn id="14075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00" name="Google Shape;14100;p23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01" name="Google Shape;14101;p238"/>
              <p:cNvCxnSpPr>
                <a:stCxn id="14097" idx="2"/>
                <a:endCxn id="14100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02" name="Google Shape;14102;p238"/>
              <p:cNvCxnSpPr>
                <a:stCxn id="14100" idx="1"/>
                <a:endCxn id="14079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03" name="Google Shape;14103;p238"/>
              <p:cNvCxnSpPr>
                <a:stCxn id="14100" idx="7"/>
                <a:endCxn id="14075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104" name="Shape 1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5" name="Google Shape;14105;p2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06" name="Google Shape;14106;p239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7" name="Google Shape;14107;p239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8" name="Google Shape;14108;p239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9" name="Google Shape;14109;p239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0" name="Google Shape;14110;p239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11" name="Google Shape;14111;p239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12" name="Google Shape;14112;p239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13" name="Google Shape;14113;p239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14" name="Google Shape;14114;p239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15" name="Google Shape;14115;p239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16" name="Google Shape;14116;p239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17" name="Google Shape;14117;p239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4118" name="Google Shape;14118;p23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4119" name="Google Shape;14119;p239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4120" name="Google Shape;14120;p23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21" name="Google Shape;14121;p23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22" name="Google Shape;14122;p23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123" name="Google Shape;14123;p239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4124" name="Google Shape;14124;p23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25" name="Google Shape;14125;p23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26" name="Google Shape;14126;p23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27" name="Google Shape;14127;p23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4128" name="Google Shape;14128;p23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4129" name="Google Shape;14129;p23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4130" name="Google Shape;14130;p239"/>
              <p:cNvCxnSpPr>
                <a:stCxn id="14131" idx="6"/>
                <a:endCxn id="14132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32" name="Google Shape;14132;p23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33" name="Google Shape;14133;p23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34" name="Google Shape;14134;p23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35" name="Google Shape;14135;p23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36" name="Google Shape;14136;p23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37" name="Google Shape;14137;p239"/>
              <p:cNvCxnSpPr>
                <a:stCxn id="14136" idx="4"/>
                <a:endCxn id="14134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38" name="Google Shape;14138;p239"/>
              <p:cNvCxnSpPr>
                <a:stCxn id="14135" idx="4"/>
                <a:endCxn id="14134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39" name="Google Shape;14139;p239"/>
              <p:cNvCxnSpPr>
                <a:stCxn id="14135" idx="5"/>
                <a:endCxn id="14136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0" name="Google Shape;14140;p239"/>
              <p:cNvCxnSpPr>
                <a:stCxn id="14135" idx="0"/>
                <a:endCxn id="14133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1" name="Google Shape;14141;p239"/>
              <p:cNvCxnSpPr>
                <a:stCxn id="14135" idx="7"/>
                <a:endCxn id="14131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2" name="Google Shape;14142;p239"/>
              <p:cNvCxnSpPr>
                <a:stCxn id="14133" idx="5"/>
                <a:endCxn id="14131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3" name="Google Shape;14143;p239"/>
              <p:cNvCxnSpPr>
                <a:stCxn id="14133" idx="6"/>
                <a:endCxn id="14132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4" name="Google Shape;14144;p239"/>
              <p:cNvCxnSpPr>
                <a:stCxn id="14145" idx="1"/>
                <a:endCxn id="14133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6" name="Google Shape;14146;p239"/>
              <p:cNvCxnSpPr>
                <a:stCxn id="14136" idx="0"/>
                <a:endCxn id="14131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7" name="Google Shape;14147;p239"/>
              <p:cNvCxnSpPr>
                <a:stCxn id="14136" idx="0"/>
                <a:endCxn id="14145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48" name="Google Shape;14148;p23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49" name="Google Shape;14149;p239"/>
              <p:cNvCxnSpPr>
                <a:stCxn id="14133" idx="5"/>
                <a:endCxn id="14148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0" name="Google Shape;14150;p239"/>
              <p:cNvCxnSpPr>
                <a:stCxn id="14145" idx="7"/>
                <a:endCxn id="14148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1" name="Google Shape;14151;p239"/>
              <p:cNvCxnSpPr>
                <a:stCxn id="14148" idx="6"/>
                <a:endCxn id="14132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52" name="Google Shape;14152;p23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53" name="Google Shape;14153;p239"/>
              <p:cNvCxnSpPr>
                <a:stCxn id="14152" idx="0"/>
                <a:endCxn id="14133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4" name="Google Shape;14154;p239"/>
              <p:cNvCxnSpPr>
                <a:stCxn id="14152" idx="6"/>
                <a:endCxn id="14131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5" name="Google Shape;14155;p239"/>
              <p:cNvCxnSpPr>
                <a:stCxn id="14152" idx="5"/>
                <a:endCxn id="14135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6" name="Google Shape;14156;p239"/>
              <p:cNvCxnSpPr>
                <a:stCxn id="14152" idx="5"/>
                <a:endCxn id="14134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45" name="Google Shape;14145;p23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31" name="Google Shape;14131;p23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157" name="Google Shape;14157;p23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4158" name="Google Shape;14158;p23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9" name="Google Shape;14159;p23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0" name="Google Shape;14160;p23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1" name="Google Shape;14161;p23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2" name="Google Shape;14162;p23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3" name="Google Shape;14163;p23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4" name="Google Shape;14164;p23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5" name="Google Shape;14165;p23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66" name="Google Shape;14166;p239"/>
              <p:cNvCxnSpPr>
                <a:stCxn id="14162" idx="5"/>
                <a:endCxn id="14161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67" name="Google Shape;14167;p239"/>
              <p:cNvCxnSpPr>
                <a:stCxn id="14163" idx="4"/>
                <a:endCxn id="14161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68" name="Google Shape;14168;p239"/>
              <p:cNvCxnSpPr>
                <a:stCxn id="14158" idx="0"/>
                <a:endCxn id="14162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69" name="Google Shape;14169;p239"/>
              <p:cNvCxnSpPr>
                <a:stCxn id="14162" idx="7"/>
                <a:endCxn id="14163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0" name="Google Shape;14170;p239"/>
              <p:cNvCxnSpPr>
                <a:stCxn id="14163" idx="6"/>
                <a:endCxn id="14159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1" name="Google Shape;14171;p239"/>
              <p:cNvCxnSpPr>
                <a:stCxn id="14161" idx="5"/>
                <a:endCxn id="14159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2" name="Google Shape;14172;p239"/>
              <p:cNvCxnSpPr>
                <a:stCxn id="14158" idx="6"/>
                <a:endCxn id="14164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3" name="Google Shape;14173;p239"/>
              <p:cNvCxnSpPr>
                <a:stCxn id="14158" idx="7"/>
                <a:endCxn id="14161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4" name="Google Shape;14174;p239"/>
              <p:cNvCxnSpPr>
                <a:stCxn id="14164" idx="7"/>
                <a:endCxn id="14160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5" name="Google Shape;14175;p239"/>
              <p:cNvCxnSpPr>
                <a:stCxn id="14160" idx="0"/>
                <a:endCxn id="14161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6" name="Google Shape;14176;p239"/>
              <p:cNvCxnSpPr>
                <a:stCxn id="14165" idx="2"/>
                <a:endCxn id="14159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77" name="Google Shape;14177;p239"/>
              <p:cNvCxnSpPr>
                <a:stCxn id="14162" idx="6"/>
                <a:endCxn id="14165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78" name="Google Shape;14178;p23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79" name="Google Shape;14179;p239"/>
              <p:cNvCxnSpPr>
                <a:stCxn id="14165" idx="3"/>
                <a:endCxn id="14178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0" name="Google Shape;14180;p239"/>
              <p:cNvCxnSpPr>
                <a:stCxn id="14178" idx="2"/>
                <a:endCxn id="14160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1" name="Google Shape;14181;p239"/>
              <p:cNvCxnSpPr>
                <a:stCxn id="14178" idx="0"/>
                <a:endCxn id="14159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2" name="Google Shape;14182;p239"/>
              <p:cNvCxnSpPr>
                <a:stCxn id="14178" idx="1"/>
                <a:endCxn id="14161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83" name="Google Shape;14183;p23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84" name="Google Shape;14184;p239"/>
              <p:cNvCxnSpPr>
                <a:stCxn id="14160" idx="2"/>
                <a:endCxn id="14183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5" name="Google Shape;14185;p239"/>
              <p:cNvCxnSpPr>
                <a:stCxn id="14183" idx="3"/>
                <a:endCxn id="14158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6" name="Google Shape;14186;p239"/>
              <p:cNvCxnSpPr>
                <a:stCxn id="14161" idx="4"/>
                <a:endCxn id="14183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4187" name="Shape 14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8" name="Google Shape;14188;p240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89" name="Google Shape;14189;p240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0" name="Google Shape;14190;p240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1" name="Google Shape;14191;p240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2" name="Google Shape;14192;p240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3" name="Google Shape;14193;p240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4" name="Google Shape;14194;p240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5" name="Google Shape;14195;p240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96" name="Google Shape;14196;p240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97" name="Google Shape;14197;p240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98" name="Google Shape;14198;p240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99" name="Google Shape;14199;p240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200" name="Google Shape;14200;p240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4201" name="Google Shape;14201;p240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4202" name="Google Shape;14202;p240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4203" name="Google Shape;14203;p240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4" name="Google Shape;14204;p240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5" name="Google Shape;14205;p240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6" name="Google Shape;14206;p240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7" name="Google Shape;14207;p240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8" name="Google Shape;14208;p240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9" name="Google Shape;14209;p240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0" name="Google Shape;14210;p240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11" name="Google Shape;14211;p240"/>
              <p:cNvCxnSpPr>
                <a:stCxn id="14207" idx="5"/>
                <a:endCxn id="14206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2" name="Google Shape;14212;p240"/>
              <p:cNvCxnSpPr>
                <a:stCxn id="14208" idx="4"/>
                <a:endCxn id="14206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3" name="Google Shape;14213;p240"/>
              <p:cNvCxnSpPr>
                <a:stCxn id="14203" idx="0"/>
                <a:endCxn id="14207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4" name="Google Shape;14214;p240"/>
              <p:cNvCxnSpPr>
                <a:stCxn id="14207" idx="6"/>
                <a:endCxn id="14208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5" name="Google Shape;14215;p240"/>
              <p:cNvCxnSpPr>
                <a:stCxn id="14208" idx="6"/>
                <a:endCxn id="14204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6" name="Google Shape;14216;p240"/>
              <p:cNvCxnSpPr>
                <a:stCxn id="14206" idx="6"/>
                <a:endCxn id="14204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7" name="Google Shape;14217;p240"/>
              <p:cNvCxnSpPr>
                <a:stCxn id="14203" idx="6"/>
                <a:endCxn id="14209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8" name="Google Shape;14218;p240"/>
              <p:cNvCxnSpPr>
                <a:stCxn id="14203" idx="7"/>
                <a:endCxn id="14206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19" name="Google Shape;14219;p240"/>
              <p:cNvCxnSpPr>
                <a:stCxn id="14209" idx="7"/>
                <a:endCxn id="14205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0" name="Google Shape;14220;p240"/>
              <p:cNvCxnSpPr>
                <a:stCxn id="14205" idx="0"/>
                <a:endCxn id="14206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1" name="Google Shape;14221;p240"/>
              <p:cNvCxnSpPr>
                <a:stCxn id="14210" idx="2"/>
                <a:endCxn id="14204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2" name="Google Shape;14222;p240"/>
              <p:cNvCxnSpPr>
                <a:stCxn id="14208" idx="7"/>
                <a:endCxn id="14210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23" name="Google Shape;14223;p240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4" name="Google Shape;14224;p240"/>
              <p:cNvCxnSpPr>
                <a:stCxn id="14210" idx="3"/>
                <a:endCxn id="14223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5" name="Google Shape;14225;p240"/>
              <p:cNvCxnSpPr>
                <a:stCxn id="14223" idx="2"/>
                <a:endCxn id="14205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6" name="Google Shape;14226;p240"/>
              <p:cNvCxnSpPr>
                <a:stCxn id="14223" idx="0"/>
                <a:endCxn id="14204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27" name="Google Shape;14227;p240"/>
              <p:cNvCxnSpPr>
                <a:stCxn id="14223" idx="1"/>
                <a:endCxn id="14206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28" name="Google Shape;14228;p240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9" name="Google Shape;14229;p240"/>
              <p:cNvCxnSpPr>
                <a:stCxn id="14205" idx="2"/>
                <a:endCxn id="14228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0" name="Google Shape;14230;p240"/>
              <p:cNvCxnSpPr>
                <a:stCxn id="14228" idx="3"/>
                <a:endCxn id="14203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1" name="Google Shape;14231;p240"/>
              <p:cNvCxnSpPr>
                <a:stCxn id="14206" idx="4"/>
                <a:endCxn id="14228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32" name="Google Shape;14232;p240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33" name="Google Shape;14233;p240"/>
              <p:cNvCxnSpPr>
                <a:stCxn id="14206" idx="0"/>
                <a:endCxn id="14232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4" name="Google Shape;14234;p240"/>
              <p:cNvCxnSpPr>
                <a:stCxn id="14232" idx="3"/>
                <a:endCxn id="14207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235" name="Google Shape;14235;p240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4236" name="Google Shape;14236;p240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37" name="Google Shape;14237;p240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38" name="Google Shape;14238;p240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39" name="Google Shape;14239;p240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40" name="Google Shape;14240;p240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41" name="Google Shape;14241;p240"/>
              <p:cNvCxnSpPr>
                <a:stCxn id="14239" idx="5"/>
                <a:endCxn id="14238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2" name="Google Shape;14242;p240"/>
              <p:cNvCxnSpPr>
                <a:stCxn id="14236" idx="6"/>
                <a:endCxn id="14239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3" name="Google Shape;14243;p240"/>
              <p:cNvCxnSpPr>
                <a:stCxn id="14236" idx="6"/>
                <a:endCxn id="14240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4" name="Google Shape;14244;p240"/>
              <p:cNvCxnSpPr>
                <a:stCxn id="14240" idx="6"/>
                <a:endCxn id="14238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5" name="Google Shape;14245;p240"/>
              <p:cNvCxnSpPr>
                <a:stCxn id="14240" idx="6"/>
                <a:endCxn id="14237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6" name="Google Shape;14246;p240"/>
              <p:cNvCxnSpPr>
                <a:stCxn id="14239" idx="4"/>
                <a:endCxn id="14237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7" name="Google Shape;14247;p240"/>
              <p:cNvCxnSpPr>
                <a:stCxn id="14237" idx="7"/>
                <a:endCxn id="14238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248" name="Google Shape;14248;p240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4249" name="Google Shape;14249;p240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4250" name="Google Shape;14250;p240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51" name="Google Shape;14251;p24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52" name="Google Shape;14252;p24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253" name="Google Shape;14253;p240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4254" name="Google Shape;14254;p240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55" name="Google Shape;14255;p240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56" name="Google Shape;14256;p240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57" name="Google Shape;14257;p240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4258" name="Shape 14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9" name="Google Shape;14259;p241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60" name="Google Shape;14260;p241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61" name="Google Shape;14261;p241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4262" name="Google Shape;14262;p24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4263" name="Google Shape;14263;p24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4264" name="Google Shape;14264;p24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65" name="Google Shape;14265;p24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66" name="Google Shape;14266;p24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67" name="Google Shape;14267;p24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68" name="Google Shape;14268;p24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69" name="Google Shape;14269;p24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70" name="Google Shape;14270;p24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71" name="Google Shape;14271;p24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72" name="Google Shape;14272;p241"/>
              <p:cNvCxnSpPr>
                <a:stCxn id="14268" idx="5"/>
                <a:endCxn id="14267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3" name="Google Shape;14273;p241"/>
              <p:cNvCxnSpPr>
                <a:stCxn id="14269" idx="4"/>
                <a:endCxn id="14267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4" name="Google Shape;14274;p241"/>
              <p:cNvCxnSpPr>
                <a:stCxn id="14264" idx="6"/>
                <a:endCxn id="14268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5" name="Google Shape;14275;p241"/>
              <p:cNvCxnSpPr>
                <a:stCxn id="14268" idx="7"/>
                <a:endCxn id="14269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6" name="Google Shape;14276;p241"/>
              <p:cNvCxnSpPr>
                <a:stCxn id="14269" idx="6"/>
                <a:endCxn id="14265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7" name="Google Shape;14277;p241"/>
              <p:cNvCxnSpPr>
                <a:stCxn id="14267" idx="7"/>
                <a:endCxn id="14265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8" name="Google Shape;14278;p241"/>
              <p:cNvCxnSpPr>
                <a:stCxn id="14264" idx="6"/>
                <a:endCxn id="14270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9" name="Google Shape;14279;p241"/>
              <p:cNvCxnSpPr>
                <a:stCxn id="14270" idx="6"/>
                <a:endCxn id="14267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0" name="Google Shape;14280;p241"/>
              <p:cNvCxnSpPr>
                <a:stCxn id="14270" idx="6"/>
                <a:endCxn id="14266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1" name="Google Shape;14281;p241"/>
              <p:cNvCxnSpPr>
                <a:stCxn id="14266" idx="7"/>
                <a:endCxn id="14271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2" name="Google Shape;14282;p241"/>
              <p:cNvCxnSpPr>
                <a:stCxn id="14267" idx="6"/>
                <a:endCxn id="14271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3" name="Google Shape;14283;p241"/>
              <p:cNvCxnSpPr>
                <a:stCxn id="14271" idx="0"/>
                <a:endCxn id="14265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4" name="Google Shape;14284;p241"/>
              <p:cNvCxnSpPr>
                <a:stCxn id="14269" idx="5"/>
                <a:endCxn id="14271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5" name="Google Shape;14285;p241"/>
              <p:cNvCxnSpPr>
                <a:stCxn id="14268" idx="6"/>
                <a:endCxn id="14271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6" name="Google Shape;14286;p241"/>
              <p:cNvCxnSpPr>
                <a:stCxn id="14268" idx="4"/>
                <a:endCxn id="14266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87" name="Google Shape;14287;p24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88" name="Google Shape;14288;p241"/>
              <p:cNvCxnSpPr>
                <a:stCxn id="14271" idx="4"/>
                <a:endCxn id="14287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9" name="Google Shape;14289;p241"/>
              <p:cNvCxnSpPr>
                <a:stCxn id="14287" idx="1"/>
                <a:endCxn id="14266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0" name="Google Shape;14290;p241"/>
              <p:cNvCxnSpPr>
                <a:stCxn id="14287" idx="1"/>
                <a:endCxn id="14267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91" name="Google Shape;14291;p24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92" name="Google Shape;14292;p241"/>
              <p:cNvCxnSpPr>
                <a:stCxn id="14269" idx="0"/>
                <a:endCxn id="14291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3" name="Google Shape;14293;p241"/>
              <p:cNvCxnSpPr>
                <a:stCxn id="14265" idx="0"/>
                <a:endCxn id="14291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294" name="Google Shape;14294;p24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4295" name="Google Shape;14295;p24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96" name="Google Shape;14296;p24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97" name="Google Shape;14297;p24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98" name="Google Shape;14298;p24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99" name="Google Shape;14299;p24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00" name="Google Shape;14300;p24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01" name="Google Shape;14301;p24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02" name="Google Shape;14302;p24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03" name="Google Shape;14303;p241"/>
              <p:cNvCxnSpPr>
                <a:stCxn id="14299" idx="5"/>
                <a:endCxn id="14298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4" name="Google Shape;14304;p241"/>
              <p:cNvCxnSpPr>
                <a:stCxn id="14300" idx="4"/>
                <a:endCxn id="14298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5" name="Google Shape;14305;p241"/>
              <p:cNvCxnSpPr>
                <a:stCxn id="14295" idx="6"/>
                <a:endCxn id="14298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6" name="Google Shape;14306;p241"/>
              <p:cNvCxnSpPr>
                <a:stCxn id="14295" idx="0"/>
                <a:endCxn id="14299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7" name="Google Shape;14307;p241"/>
              <p:cNvCxnSpPr>
                <a:stCxn id="14299" idx="7"/>
                <a:endCxn id="14300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8" name="Google Shape;14308;p241"/>
              <p:cNvCxnSpPr>
                <a:stCxn id="14300" idx="6"/>
                <a:endCxn id="14296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9" name="Google Shape;14309;p241"/>
              <p:cNvCxnSpPr>
                <a:stCxn id="14298" idx="7"/>
                <a:endCxn id="14296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0" name="Google Shape;14310;p241"/>
              <p:cNvCxnSpPr>
                <a:stCxn id="14295" idx="5"/>
                <a:endCxn id="14301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1" name="Google Shape;14311;p241"/>
              <p:cNvCxnSpPr>
                <a:stCxn id="14301" idx="7"/>
                <a:endCxn id="14298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2" name="Google Shape;14312;p241"/>
              <p:cNvCxnSpPr>
                <a:stCxn id="14301" idx="7"/>
                <a:endCxn id="14297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3" name="Google Shape;14313;p241"/>
              <p:cNvCxnSpPr>
                <a:stCxn id="14297" idx="0"/>
                <a:endCxn id="14298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4" name="Google Shape;14314;p241"/>
              <p:cNvCxnSpPr>
                <a:stCxn id="14302" idx="1"/>
                <a:endCxn id="14296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5" name="Google Shape;14315;p241"/>
              <p:cNvCxnSpPr>
                <a:stCxn id="14299" idx="6"/>
                <a:endCxn id="14302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6" name="Google Shape;14316;p241"/>
              <p:cNvCxnSpPr>
                <a:stCxn id="14296" idx="4"/>
                <a:endCxn id="14297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17" name="Google Shape;14317;p24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18" name="Google Shape;14318;p241"/>
              <p:cNvCxnSpPr>
                <a:stCxn id="14302" idx="2"/>
                <a:endCxn id="14317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9" name="Google Shape;14319;p241"/>
              <p:cNvCxnSpPr>
                <a:stCxn id="14317" idx="2"/>
                <a:endCxn id="14297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0" name="Google Shape;14320;p241"/>
              <p:cNvCxnSpPr>
                <a:stCxn id="14317" idx="0"/>
                <a:endCxn id="14296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1" name="Google Shape;14321;p241"/>
              <p:cNvCxnSpPr>
                <a:stCxn id="14317" idx="1"/>
                <a:endCxn id="14298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22" name="Google Shape;14322;p24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23" name="Google Shape;14323;p241"/>
              <p:cNvCxnSpPr>
                <a:stCxn id="14297" idx="3"/>
                <a:endCxn id="14322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4" name="Google Shape;14324;p241"/>
              <p:cNvCxnSpPr>
                <a:stCxn id="14322" idx="0"/>
                <a:endCxn id="14301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25" name="Google Shape;14325;p24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26" name="Google Shape;14326;p241"/>
              <p:cNvCxnSpPr>
                <a:stCxn id="14295" idx="6"/>
                <a:endCxn id="14325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7" name="Google Shape;14327;p241"/>
              <p:cNvCxnSpPr>
                <a:stCxn id="14301" idx="0"/>
                <a:endCxn id="14325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8" name="Google Shape;14328;p241"/>
              <p:cNvCxnSpPr>
                <a:stCxn id="14325" idx="6"/>
                <a:endCxn id="14298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29" name="Google Shape;14329;p24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30" name="Google Shape;14330;p241"/>
              <p:cNvCxnSpPr>
                <a:stCxn id="14322" idx="5"/>
                <a:endCxn id="14329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1" name="Google Shape;14331;p241"/>
              <p:cNvCxnSpPr>
                <a:stCxn id="14329" idx="7"/>
                <a:endCxn id="14297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32" name="Google Shape;14332;p24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33" name="Google Shape;14333;p241"/>
              <p:cNvCxnSpPr>
                <a:stCxn id="14322" idx="0"/>
                <a:endCxn id="14332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4" name="Google Shape;14334;p241"/>
              <p:cNvCxnSpPr>
                <a:stCxn id="14332" idx="1"/>
                <a:endCxn id="14301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5" name="Google Shape;14335;p241"/>
              <p:cNvCxnSpPr>
                <a:stCxn id="14332" idx="6"/>
                <a:endCxn id="14297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336" name="Shape 14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oogle Shape;14337;p24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4338" name="Google Shape;14338;p24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4339" name="Google Shape;14339;p24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40" name="Google Shape;14340;p24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41" name="Google Shape;14341;p24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342" name="Google Shape;14342;p24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4343" name="Google Shape;14343;p24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44" name="Google Shape;14344;p24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45" name="Google Shape;14345;p24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46" name="Google Shape;14346;p24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4347" name="Google Shape;14347;p24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4348" name="Google Shape;14348;p24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4349" name="Google Shape;14349;p242"/>
              <p:cNvCxnSpPr>
                <a:stCxn id="14350" idx="7"/>
                <a:endCxn id="14351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51" name="Google Shape;14351;p24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52" name="Google Shape;14352;p24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53" name="Google Shape;14353;p24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54" name="Google Shape;14354;p24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55" name="Google Shape;14355;p24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56" name="Google Shape;14356;p24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57" name="Google Shape;14357;p242"/>
              <p:cNvCxnSpPr>
                <a:stCxn id="14356" idx="4"/>
                <a:endCxn id="14353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8" name="Google Shape;14358;p242"/>
              <p:cNvCxnSpPr>
                <a:stCxn id="14355" idx="4"/>
                <a:endCxn id="14353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9" name="Google Shape;14359;p242"/>
              <p:cNvCxnSpPr>
                <a:stCxn id="14355" idx="5"/>
                <a:endCxn id="14356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0" name="Google Shape;14360;p242"/>
              <p:cNvCxnSpPr>
                <a:stCxn id="14355" idx="0"/>
                <a:endCxn id="14352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1" name="Google Shape;14361;p242"/>
              <p:cNvCxnSpPr>
                <a:stCxn id="14355" idx="7"/>
                <a:endCxn id="14350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2" name="Google Shape;14362;p242"/>
              <p:cNvCxnSpPr>
                <a:stCxn id="14352" idx="5"/>
                <a:endCxn id="14350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3" name="Google Shape;14363;p242"/>
              <p:cNvCxnSpPr>
                <a:stCxn id="14352" idx="6"/>
                <a:endCxn id="14351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4" name="Google Shape;14364;p242"/>
              <p:cNvCxnSpPr>
                <a:stCxn id="14354" idx="2"/>
                <a:endCxn id="14352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5" name="Google Shape;14365;p242"/>
              <p:cNvCxnSpPr>
                <a:stCxn id="14356" idx="0"/>
                <a:endCxn id="14350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6" name="Google Shape;14366;p242"/>
              <p:cNvCxnSpPr>
                <a:stCxn id="14356" idx="0"/>
                <a:endCxn id="14354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50" name="Google Shape;14350;p24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367" name="Google Shape;14367;p24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4368" name="Google Shape;14368;p24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69" name="Google Shape;14369;p24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70" name="Google Shape;14370;p24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71" name="Google Shape;14371;p24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72" name="Google Shape;14372;p24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73" name="Google Shape;14373;p24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74" name="Google Shape;14374;p24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75" name="Google Shape;14375;p24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76" name="Google Shape;14376;p242"/>
              <p:cNvCxnSpPr>
                <a:stCxn id="14372" idx="5"/>
                <a:endCxn id="14371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7" name="Google Shape;14377;p242"/>
              <p:cNvCxnSpPr>
                <a:stCxn id="14373" idx="4"/>
                <a:endCxn id="14371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8" name="Google Shape;14378;p242"/>
              <p:cNvCxnSpPr>
                <a:stCxn id="14368" idx="6"/>
                <a:endCxn id="14371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9" name="Google Shape;14379;p242"/>
              <p:cNvCxnSpPr>
                <a:stCxn id="14368" idx="0"/>
                <a:endCxn id="14372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0" name="Google Shape;14380;p242"/>
              <p:cNvCxnSpPr>
                <a:stCxn id="14372" idx="7"/>
                <a:endCxn id="14373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1" name="Google Shape;14381;p242"/>
              <p:cNvCxnSpPr>
                <a:stCxn id="14373" idx="6"/>
                <a:endCxn id="14369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2" name="Google Shape;14382;p242"/>
              <p:cNvCxnSpPr>
                <a:stCxn id="14371" idx="7"/>
                <a:endCxn id="14369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3" name="Google Shape;14383;p242"/>
              <p:cNvCxnSpPr>
                <a:stCxn id="14368" idx="5"/>
                <a:endCxn id="14374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4" name="Google Shape;14384;p242"/>
              <p:cNvCxnSpPr>
                <a:stCxn id="14374" idx="7"/>
                <a:endCxn id="14371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5" name="Google Shape;14385;p242"/>
              <p:cNvCxnSpPr>
                <a:stCxn id="14374" idx="5"/>
                <a:endCxn id="14370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6" name="Google Shape;14386;p242"/>
              <p:cNvCxnSpPr>
                <a:stCxn id="14370" idx="0"/>
                <a:endCxn id="14371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7" name="Google Shape;14387;p242"/>
              <p:cNvCxnSpPr>
                <a:stCxn id="14370" idx="7"/>
                <a:endCxn id="14375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8" name="Google Shape;14388;p242"/>
              <p:cNvCxnSpPr>
                <a:stCxn id="14371" idx="6"/>
                <a:endCxn id="14375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9" name="Google Shape;14389;p242"/>
              <p:cNvCxnSpPr>
                <a:stCxn id="14375" idx="0"/>
                <a:endCxn id="14369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0" name="Google Shape;14390;p242"/>
              <p:cNvCxnSpPr>
                <a:stCxn id="14372" idx="4"/>
                <a:endCxn id="14370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1" name="Google Shape;14391;p242"/>
              <p:cNvCxnSpPr>
                <a:stCxn id="14369" idx="4"/>
                <a:endCxn id="14370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2" name="Google Shape;14392;p242"/>
              <p:cNvCxnSpPr>
                <a:stCxn id="14368" idx="5"/>
                <a:endCxn id="14370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93" name="Google Shape;14393;p24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4" name="Google Shape;14394;p242"/>
              <p:cNvCxnSpPr>
                <a:stCxn id="14375" idx="4"/>
                <a:endCxn id="14393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5" name="Google Shape;14395;p242"/>
              <p:cNvCxnSpPr>
                <a:stCxn id="14393" idx="2"/>
                <a:endCxn id="14370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6" name="Google Shape;14396;p242"/>
              <p:cNvCxnSpPr>
                <a:stCxn id="14393" idx="0"/>
                <a:endCxn id="14369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7" name="Google Shape;14397;p242"/>
              <p:cNvCxnSpPr>
                <a:stCxn id="14393" idx="1"/>
                <a:endCxn id="14371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98" name="Google Shape;14398;p24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9" name="Google Shape;14399;p242"/>
              <p:cNvCxnSpPr>
                <a:stCxn id="14393" idx="2"/>
                <a:endCxn id="14398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00" name="Google Shape;14400;p242"/>
              <p:cNvCxnSpPr>
                <a:stCxn id="14398" idx="1"/>
                <a:endCxn id="14374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401" name="Shape 14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2" name="Google Shape;14402;p24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4403" name="Google Shape;14403;p24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4404" name="Google Shape;14404;p24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05" name="Google Shape;14405;p24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06" name="Google Shape;14406;p24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407" name="Google Shape;14407;p24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4408" name="Google Shape;14408;p24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09" name="Google Shape;14409;p24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0" name="Google Shape;14410;p24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1" name="Google Shape;14411;p24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4412" name="Google Shape;14412;p24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4413" name="Google Shape;14413;p24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4414" name="Google Shape;14414;p24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5" name="Google Shape;14415;p24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6" name="Google Shape;14416;p24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7" name="Google Shape;14417;p24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8" name="Google Shape;14418;p24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19" name="Google Shape;14419;p24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20" name="Google Shape;14420;p24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21" name="Google Shape;14421;p24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2" name="Google Shape;14422;p243"/>
              <p:cNvCxnSpPr>
                <a:stCxn id="14418" idx="5"/>
                <a:endCxn id="1441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3" name="Google Shape;14423;p243"/>
              <p:cNvCxnSpPr>
                <a:stCxn id="14419" idx="4"/>
                <a:endCxn id="1441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4" name="Google Shape;14424;p243"/>
              <p:cNvCxnSpPr>
                <a:stCxn id="14414" idx="0"/>
                <a:endCxn id="1441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5" name="Google Shape;14425;p243"/>
              <p:cNvCxnSpPr>
                <a:stCxn id="14418" idx="6"/>
                <a:endCxn id="1441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6" name="Google Shape;14426;p243"/>
              <p:cNvCxnSpPr>
                <a:stCxn id="14419" idx="6"/>
                <a:endCxn id="1441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7" name="Google Shape;14427;p243"/>
              <p:cNvCxnSpPr>
                <a:stCxn id="14417" idx="6"/>
                <a:endCxn id="1441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8" name="Google Shape;14428;p243"/>
              <p:cNvCxnSpPr>
                <a:stCxn id="14414" idx="6"/>
                <a:endCxn id="1442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9" name="Google Shape;14429;p243"/>
              <p:cNvCxnSpPr>
                <a:stCxn id="14414" idx="7"/>
                <a:endCxn id="1441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0" name="Google Shape;14430;p243"/>
              <p:cNvCxnSpPr>
                <a:stCxn id="14420" idx="7"/>
                <a:endCxn id="1441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1" name="Google Shape;14431;p243"/>
              <p:cNvCxnSpPr>
                <a:stCxn id="14416" idx="0"/>
                <a:endCxn id="1441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2" name="Google Shape;14432;p243"/>
              <p:cNvCxnSpPr>
                <a:stCxn id="14421" idx="2"/>
                <a:endCxn id="1441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3" name="Google Shape;14433;p243"/>
              <p:cNvCxnSpPr>
                <a:stCxn id="14419" idx="7"/>
                <a:endCxn id="1442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34" name="Google Shape;14434;p24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35" name="Google Shape;14435;p243"/>
              <p:cNvCxnSpPr>
                <a:stCxn id="14421" idx="3"/>
                <a:endCxn id="1443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6" name="Google Shape;14436;p243"/>
              <p:cNvCxnSpPr>
                <a:stCxn id="14434" idx="2"/>
                <a:endCxn id="1441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7" name="Google Shape;14437;p243"/>
              <p:cNvCxnSpPr>
                <a:stCxn id="14434" idx="0"/>
                <a:endCxn id="1441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8" name="Google Shape;14438;p243"/>
              <p:cNvCxnSpPr>
                <a:stCxn id="14434" idx="1"/>
                <a:endCxn id="1441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39" name="Google Shape;14439;p24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40" name="Google Shape;14440;p243"/>
              <p:cNvCxnSpPr>
                <a:stCxn id="14416" idx="2"/>
                <a:endCxn id="1443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1" name="Google Shape;14441;p243"/>
              <p:cNvCxnSpPr>
                <a:stCxn id="14439" idx="3"/>
                <a:endCxn id="1441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2" name="Google Shape;14442;p243"/>
              <p:cNvCxnSpPr>
                <a:stCxn id="14417" idx="4"/>
                <a:endCxn id="1443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43" name="Google Shape;14443;p24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44" name="Google Shape;14444;p243"/>
              <p:cNvCxnSpPr>
                <a:stCxn id="14417" idx="0"/>
                <a:endCxn id="1444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5" name="Google Shape;14445;p243"/>
              <p:cNvCxnSpPr>
                <a:stCxn id="14418" idx="7"/>
                <a:endCxn id="1444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446" name="Google Shape;14446;p24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447" name="Google Shape;14447;p24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48" name="Google Shape;14448;p24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49" name="Google Shape;14449;p24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50" name="Google Shape;14450;p24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51" name="Google Shape;14451;p24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52" name="Google Shape;14452;p24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53" name="Google Shape;14453;p24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54" name="Google Shape;14454;p24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55" name="Google Shape;14455;p243"/>
              <p:cNvCxnSpPr>
                <a:stCxn id="14452" idx="4"/>
                <a:endCxn id="1445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56" name="Google Shape;14456;p243"/>
              <p:cNvCxnSpPr>
                <a:stCxn id="14447" idx="7"/>
                <a:endCxn id="1445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57" name="Google Shape;14457;p243"/>
              <p:cNvCxnSpPr>
                <a:stCxn id="14451" idx="7"/>
                <a:endCxn id="1445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58" name="Google Shape;14458;p243"/>
              <p:cNvCxnSpPr>
                <a:stCxn id="14452" idx="6"/>
                <a:endCxn id="1444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59" name="Google Shape;14459;p243"/>
              <p:cNvCxnSpPr>
                <a:stCxn id="14450" idx="7"/>
                <a:endCxn id="1444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0" name="Google Shape;14460;p243"/>
              <p:cNvCxnSpPr>
                <a:stCxn id="14447" idx="6"/>
                <a:endCxn id="1445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1" name="Google Shape;14461;p243"/>
              <p:cNvCxnSpPr>
                <a:stCxn id="14453" idx="0"/>
                <a:endCxn id="1445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2" name="Google Shape;14462;p243"/>
              <p:cNvCxnSpPr>
                <a:stCxn id="14453" idx="5"/>
                <a:endCxn id="1444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3" name="Google Shape;14463;p243"/>
              <p:cNvCxnSpPr>
                <a:stCxn id="14449" idx="0"/>
                <a:endCxn id="1445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4" name="Google Shape;14464;p243"/>
              <p:cNvCxnSpPr>
                <a:stCxn id="14449" idx="7"/>
                <a:endCxn id="1445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5" name="Google Shape;14465;p243"/>
              <p:cNvCxnSpPr>
                <a:stCxn id="14450" idx="6"/>
                <a:endCxn id="1445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6" name="Google Shape;14466;p243"/>
              <p:cNvCxnSpPr>
                <a:stCxn id="14454" idx="0"/>
                <a:endCxn id="1444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7" name="Google Shape;14467;p243"/>
              <p:cNvCxnSpPr>
                <a:stCxn id="14452" idx="5"/>
                <a:endCxn id="1445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8" name="Google Shape;14468;p243"/>
              <p:cNvCxnSpPr>
                <a:stCxn id="14451" idx="6"/>
                <a:endCxn id="1445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9" name="Google Shape;14469;p243"/>
              <p:cNvCxnSpPr>
                <a:stCxn id="14451" idx="5"/>
                <a:endCxn id="1445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70" name="Google Shape;14470;p243"/>
              <p:cNvCxnSpPr>
                <a:stCxn id="14448" idx="4"/>
                <a:endCxn id="1444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71" name="Google Shape;14471;p24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72" name="Google Shape;14472;p243"/>
              <p:cNvCxnSpPr>
                <a:stCxn id="14454" idx="4"/>
                <a:endCxn id="1447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73" name="Google Shape;14473;p243"/>
              <p:cNvCxnSpPr>
                <a:stCxn id="14471" idx="1"/>
                <a:endCxn id="1444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74" name="Google Shape;14474;p24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75" name="Google Shape;14475;p243"/>
              <p:cNvCxnSpPr>
                <a:stCxn id="14471" idx="2"/>
                <a:endCxn id="1447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76" name="Google Shape;14476;p243"/>
              <p:cNvCxnSpPr>
                <a:stCxn id="14474" idx="1"/>
                <a:endCxn id="1445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77" name="Google Shape;14477;p243"/>
              <p:cNvCxnSpPr>
                <a:stCxn id="14474" idx="7"/>
                <a:endCxn id="1444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31.xml"/><Relationship Id="rId6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53.xml"/><Relationship Id="rId6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23" Type="http://schemas.openxmlformats.org/officeDocument/2006/relationships/theme" Target="../theme/theme5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5.xml"/><Relationship Id="rId6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0.xml"/><Relationship Id="rId23" Type="http://schemas.openxmlformats.org/officeDocument/2006/relationships/theme" Target="../theme/theme11.xml"/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97.xml"/><Relationship Id="rId6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23" Type="http://schemas.openxmlformats.org/officeDocument/2006/relationships/theme" Target="../theme/theme10.xml"/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33.xml"/><Relationship Id="rId22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32.xml"/><Relationship Id="rId21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4.xml"/><Relationship Id="rId23" Type="http://schemas.openxmlformats.org/officeDocument/2006/relationships/theme" Target="../theme/theme6.xml"/><Relationship Id="rId1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28.xml"/><Relationship Id="rId1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30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55.xml"/><Relationship Id="rId22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54.xml"/><Relationship Id="rId21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56.xml"/><Relationship Id="rId23" Type="http://schemas.openxmlformats.org/officeDocument/2006/relationships/theme" Target="../theme/theme9.xml"/><Relationship Id="rId1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9.xml"/><Relationship Id="rId14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50.xml"/><Relationship Id="rId1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2.xml"/></Relationships>
</file>

<file path=ppt/slideMasters/_rels/slideMaster9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77.xml"/><Relationship Id="rId22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76.xml"/><Relationship Id="rId21" Type="http://schemas.openxmlformats.org/officeDocument/2006/relationships/slideLayout" Target="../slideLayouts/slideLayout187.xml"/><Relationship Id="rId13" Type="http://schemas.openxmlformats.org/officeDocument/2006/relationships/slideLayout" Target="../slideLayouts/slideLayout179.xml"/><Relationship Id="rId12" Type="http://schemas.openxmlformats.org/officeDocument/2006/relationships/slideLayout" Target="../slideLayouts/slideLayout178.xml"/><Relationship Id="rId23" Type="http://schemas.openxmlformats.org/officeDocument/2006/relationships/theme" Target="../theme/theme12.xml"/><Relationship Id="rId1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81.xml"/><Relationship Id="rId14" Type="http://schemas.openxmlformats.org/officeDocument/2006/relationships/slideLayout" Target="../slideLayouts/slideLayout180.xml"/><Relationship Id="rId17" Type="http://schemas.openxmlformats.org/officeDocument/2006/relationships/slideLayout" Target="../slideLayouts/slideLayout183.xml"/><Relationship Id="rId1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72.xml"/><Relationship Id="rId1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/Relationships>
</file>

<file path=ppt/slideMasters/_rels/slideMaster10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199.xml"/><Relationship Id="rId22" Type="http://schemas.openxmlformats.org/officeDocument/2006/relationships/slideLayout" Target="../slideLayouts/slideLayout210.xml"/><Relationship Id="rId10" Type="http://schemas.openxmlformats.org/officeDocument/2006/relationships/slideLayout" Target="../slideLayouts/slideLayout198.xml"/><Relationship Id="rId21" Type="http://schemas.openxmlformats.org/officeDocument/2006/relationships/slideLayout" Target="../slideLayouts/slideLayout209.xml"/><Relationship Id="rId13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0.xml"/><Relationship Id="rId23" Type="http://schemas.openxmlformats.org/officeDocument/2006/relationships/theme" Target="../theme/theme4.xml"/><Relationship Id="rId1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7.xml"/><Relationship Id="rId15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2.xml"/><Relationship Id="rId17" Type="http://schemas.openxmlformats.org/officeDocument/2006/relationships/slideLayout" Target="../slideLayouts/slideLayout205.xml"/><Relationship Id="rId1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3.xml"/><Relationship Id="rId19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194.xml"/><Relationship Id="rId1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195.xml"/><Relationship Id="rId8" Type="http://schemas.openxmlformats.org/officeDocument/2006/relationships/slideLayout" Target="../slideLayouts/slideLayout196.xml"/></Relationships>
</file>

<file path=ppt/slideMasters/_rels/slideMaster1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30.xml"/><Relationship Id="rId11" Type="http://schemas.openxmlformats.org/officeDocument/2006/relationships/slideLayout" Target="../slideLayouts/slideLayout221.xml"/><Relationship Id="rId22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20.xml"/><Relationship Id="rId21" Type="http://schemas.openxmlformats.org/officeDocument/2006/relationships/slideLayout" Target="../slideLayouts/slideLayout231.xml"/><Relationship Id="rId13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211.xml"/><Relationship Id="rId2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13.xml"/><Relationship Id="rId4" Type="http://schemas.openxmlformats.org/officeDocument/2006/relationships/slideLayout" Target="../slideLayouts/slideLayout214.xml"/><Relationship Id="rId9" Type="http://schemas.openxmlformats.org/officeDocument/2006/relationships/slideLayout" Target="../slideLayouts/slideLayout219.xml"/><Relationship Id="rId15" Type="http://schemas.openxmlformats.org/officeDocument/2006/relationships/slideLayout" Target="../slideLayouts/slideLayout225.xml"/><Relationship Id="rId14" Type="http://schemas.openxmlformats.org/officeDocument/2006/relationships/slideLayout" Target="../slideLayouts/slideLayout224.xml"/><Relationship Id="rId17" Type="http://schemas.openxmlformats.org/officeDocument/2006/relationships/slideLayout" Target="../slideLayouts/slideLayout227.xml"/><Relationship Id="rId1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15.xml"/><Relationship Id="rId19" Type="http://schemas.openxmlformats.org/officeDocument/2006/relationships/slideLayout" Target="../slideLayouts/slideLayout229.xml"/><Relationship Id="rId6" Type="http://schemas.openxmlformats.org/officeDocument/2006/relationships/slideLayout" Target="../slideLayouts/slideLayout216.xml"/><Relationship Id="rId1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17.xml"/><Relationship Id="rId8" Type="http://schemas.openxmlformats.org/officeDocument/2006/relationships/slideLayout" Target="../slideLayouts/slideLayout2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3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520" name="Google Shape;1520;p3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p6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960" name="Google Shape;2960;p6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398" name="Shape 4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9" name="Google Shape;4399;p8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4400" name="Google Shape;4400;p8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38" name="Shape 5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" name="Google Shape;5839;p10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5840" name="Google Shape;5840;p10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278" name="Shape 7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9" name="Google Shape;7279;p1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280" name="Google Shape;7280;p12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8" r:id="rId19"/>
    <p:sldLayoutId id="2147483789" r:id="rId20"/>
    <p:sldLayoutId id="2147483790" r:id="rId21"/>
    <p:sldLayoutId id="2147483791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718" name="Shape 8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9" name="Google Shape;8719;p1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8720" name="Google Shape;8720;p15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  <p:sldLayoutId id="2147483810" r:id="rId19"/>
    <p:sldLayoutId id="2147483811" r:id="rId20"/>
    <p:sldLayoutId id="2147483812" r:id="rId21"/>
    <p:sldLayoutId id="2147483813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158" name="Shape 10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9" name="Google Shape;10159;p17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0160" name="Google Shape;10160;p17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598" name="Shape 1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9" name="Google Shape;11599;p19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1600" name="Google Shape;11600;p19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038" name="Shape 1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9" name="Google Shape;13039;p2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3040" name="Google Shape;13040;p22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  <p:sldLayoutId id="2147483875" r:id="rId18"/>
    <p:sldLayoutId id="2147483876" r:id="rId19"/>
    <p:sldLayoutId id="2147483877" r:id="rId20"/>
    <p:sldLayoutId id="2147483878" r:id="rId21"/>
    <p:sldLayoutId id="214748387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andrewmvd/sp-500-stocks/data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1" name="Shape 14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2" name="Google Shape;14482;p244"/>
          <p:cNvSpPr txBox="1"/>
          <p:nvPr>
            <p:ph type="ctrTitle"/>
          </p:nvPr>
        </p:nvSpPr>
        <p:spPr>
          <a:xfrm>
            <a:off x="800100" y="180152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Modeling S&amp;P 500 Stock Dynamics Using Non-Parametric Methods: The Case for Amazon (AMZN)</a:t>
            </a:r>
            <a:endParaRPr sz="3900"/>
          </a:p>
        </p:txBody>
      </p:sp>
      <p:sp>
        <p:nvSpPr>
          <p:cNvPr id="14483" name="Google Shape;14483;p244"/>
          <p:cNvSpPr txBox="1"/>
          <p:nvPr>
            <p:ph idx="1" type="subTitle"/>
          </p:nvPr>
        </p:nvSpPr>
        <p:spPr>
          <a:xfrm>
            <a:off x="2275800" y="35316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BY: Shawn Ding, Arnav Jain, Aeon Levy</a:t>
            </a:r>
            <a:endParaRPr sz="1800"/>
          </a:p>
        </p:txBody>
      </p:sp>
      <p:grpSp>
        <p:nvGrpSpPr>
          <p:cNvPr id="14484" name="Google Shape;14484;p244"/>
          <p:cNvGrpSpPr/>
          <p:nvPr/>
        </p:nvGrpSpPr>
        <p:grpSpPr>
          <a:xfrm>
            <a:off x="5533616" y="485941"/>
            <a:ext cx="401329" cy="434127"/>
            <a:chOff x="8667225" y="681525"/>
            <a:chExt cx="298275" cy="322675"/>
          </a:xfrm>
        </p:grpSpPr>
        <p:sp>
          <p:nvSpPr>
            <p:cNvPr id="14485" name="Google Shape;14485;p244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86" name="Google Shape;14486;p244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87" name="Google Shape;14487;p244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488" name="Google Shape;14488;p244"/>
          <p:cNvGrpSpPr/>
          <p:nvPr/>
        </p:nvGrpSpPr>
        <p:grpSpPr>
          <a:xfrm rot="-2214200">
            <a:off x="1270062" y="3832191"/>
            <a:ext cx="501360" cy="695474"/>
            <a:chOff x="140150" y="4340075"/>
            <a:chExt cx="406275" cy="563575"/>
          </a:xfrm>
        </p:grpSpPr>
        <p:sp>
          <p:nvSpPr>
            <p:cNvPr id="14489" name="Google Shape;14489;p244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90" name="Google Shape;14490;p244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91" name="Google Shape;14491;p244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92" name="Google Shape;14492;p244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493" name="Google Shape;14493;p244"/>
          <p:cNvSpPr txBox="1"/>
          <p:nvPr/>
        </p:nvSpPr>
        <p:spPr>
          <a:xfrm>
            <a:off x="4857750" y="0"/>
            <a:ext cx="5417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DS 5030 - Understanding </a:t>
            </a:r>
            <a:r>
              <a:rPr b="1"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Uncertainty</a:t>
            </a:r>
            <a:endParaRPr b="1"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7" name="Shape 14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8" name="Google Shape;14498;p24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14499" name="Google Shape;14499;p245"/>
          <p:cNvSpPr txBox="1"/>
          <p:nvPr/>
        </p:nvSpPr>
        <p:spPr>
          <a:xfrm>
            <a:off x="514675" y="1168275"/>
            <a:ext cx="8337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lt2"/>
                </a:solidFill>
                <a:latin typeface="Mulish"/>
                <a:ea typeface="Mulish"/>
                <a:cs typeface="Mulish"/>
                <a:sym typeface="Mulish"/>
              </a:rPr>
              <a:t>Our Goal : To </a:t>
            </a:r>
            <a:r>
              <a:rPr i="1" lang="en" sz="1900">
                <a:solidFill>
                  <a:schemeClr val="lt2"/>
                </a:solidFill>
                <a:latin typeface="Mulish"/>
                <a:ea typeface="Mulish"/>
                <a:cs typeface="Mulish"/>
                <a:sym typeface="Mulish"/>
              </a:rPr>
              <a:t>effectively</a:t>
            </a:r>
            <a:r>
              <a:rPr i="1" lang="en" sz="1900">
                <a:solidFill>
                  <a:schemeClr val="lt2"/>
                </a:solidFill>
                <a:latin typeface="Mulish"/>
                <a:ea typeface="Mulish"/>
                <a:cs typeface="Mulish"/>
                <a:sym typeface="Mulish"/>
              </a:rPr>
              <a:t> model and predict the risk of </a:t>
            </a:r>
            <a:r>
              <a:rPr i="1" lang="en" sz="1900">
                <a:solidFill>
                  <a:schemeClr val="lt2"/>
                </a:solidFill>
                <a:latin typeface="Mulish"/>
                <a:ea typeface="Mulish"/>
                <a:cs typeface="Mulish"/>
                <a:sym typeface="Mulish"/>
              </a:rPr>
              <a:t>individual</a:t>
            </a:r>
            <a:r>
              <a:rPr i="1" lang="en" sz="1900">
                <a:solidFill>
                  <a:schemeClr val="lt2"/>
                </a:solidFill>
                <a:latin typeface="Mulish"/>
                <a:ea typeface="Mulish"/>
                <a:cs typeface="Mulish"/>
                <a:sym typeface="Mulish"/>
              </a:rPr>
              <a:t> stock</a:t>
            </a:r>
            <a:endParaRPr i="1" sz="1900">
              <a:solidFill>
                <a:schemeClr val="lt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500" name="Google Shape;14500;p245"/>
          <p:cNvSpPr txBox="1"/>
          <p:nvPr>
            <p:ph idx="4294967295" type="title"/>
          </p:nvPr>
        </p:nvSpPr>
        <p:spPr>
          <a:xfrm>
            <a:off x="1875075" y="1941600"/>
            <a:ext cx="6227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Analyzing distributional shape;  volatility dynamics and tails risk</a:t>
            </a:r>
            <a:endParaRPr sz="15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501" name="Google Shape;14501;p245"/>
          <p:cNvSpPr txBox="1"/>
          <p:nvPr>
            <p:ph idx="4294967295" type="title"/>
          </p:nvPr>
        </p:nvSpPr>
        <p:spPr>
          <a:xfrm>
            <a:off x="1875075" y="2795575"/>
            <a:ext cx="5991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Focus on empirical patterns and no so much classic predictive modeling</a:t>
            </a:r>
            <a:endParaRPr sz="14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502" name="Google Shape;14502;p245"/>
          <p:cNvSpPr/>
          <p:nvPr/>
        </p:nvSpPr>
        <p:spPr>
          <a:xfrm>
            <a:off x="1200825" y="1941600"/>
            <a:ext cx="5727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503" name="Google Shape;14503;p245"/>
          <p:cNvSpPr/>
          <p:nvPr/>
        </p:nvSpPr>
        <p:spPr>
          <a:xfrm>
            <a:off x="1200825" y="2795550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504" name="Google Shape;14504;p245"/>
          <p:cNvSpPr txBox="1"/>
          <p:nvPr/>
        </p:nvSpPr>
        <p:spPr>
          <a:xfrm>
            <a:off x="1169800" y="2060425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1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505" name="Google Shape;14505;p245"/>
          <p:cNvSpPr txBox="1"/>
          <p:nvPr/>
        </p:nvSpPr>
        <p:spPr>
          <a:xfrm>
            <a:off x="1169800" y="2914200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9" name="Shape 14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0" name="Google Shape;14510;p246"/>
          <p:cNvSpPr txBox="1"/>
          <p:nvPr>
            <p:ph type="title"/>
          </p:nvPr>
        </p:nvSpPr>
        <p:spPr>
          <a:xfrm>
            <a:off x="865625" y="539500"/>
            <a:ext cx="57786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1" name="Google Shape;14511;p246"/>
          <p:cNvSpPr txBox="1"/>
          <p:nvPr>
            <p:ph idx="1" type="subTitle"/>
          </p:nvPr>
        </p:nvSpPr>
        <p:spPr>
          <a:xfrm>
            <a:off x="822650" y="1325075"/>
            <a:ext cx="47781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Source: </a:t>
            </a:r>
            <a:r>
              <a:rPr lang="en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</a:t>
            </a:r>
            <a:r>
              <a:rPr lang="en">
                <a:solidFill>
                  <a:schemeClr val="dk2"/>
                </a:solidFill>
              </a:rPr>
              <a:t>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S&amp;P 500 Data Originally Scraped by an Andrew MVD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</a:rPr>
              <a:t>Date Range :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2010-01-04  —&gt; 2024-12-20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</a:rPr>
              <a:t>Variables :  </a:t>
            </a:r>
            <a:r>
              <a:rPr lang="en">
                <a:solidFill>
                  <a:schemeClr val="dk2"/>
                </a:solidFill>
              </a:rPr>
              <a:t>Date, Symbol, Open High, Low, Close, Volume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Our focus was on AMZN (complete </a:t>
            </a:r>
            <a:r>
              <a:rPr lang="en">
                <a:solidFill>
                  <a:schemeClr val="dk2"/>
                </a:solidFill>
              </a:rPr>
              <a:t>daily time-series)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</a:t>
            </a:r>
            <a:r>
              <a:rPr lang="en">
                <a:solidFill>
                  <a:schemeClr val="dk2"/>
                </a:solidFill>
              </a:rPr>
              <a:t>issing data was handled per-symbol and removed after return computation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4512" name="Google Shape;14512;p246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4513" name="Google Shape;14513;p246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14" name="Google Shape;14514;p246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15" name="Google Shape;14515;p246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516" name="Google Shape;14516;p246"/>
          <p:cNvGrpSpPr/>
          <p:nvPr/>
        </p:nvGrpSpPr>
        <p:grpSpPr>
          <a:xfrm>
            <a:off x="6788444" y="2953250"/>
            <a:ext cx="3200329" cy="3127770"/>
            <a:chOff x="447667" y="285337"/>
            <a:chExt cx="3863732" cy="3776132"/>
          </a:xfrm>
        </p:grpSpPr>
        <p:sp>
          <p:nvSpPr>
            <p:cNvPr id="14517" name="Google Shape;14517;p246"/>
            <p:cNvSpPr/>
            <p:nvPr/>
          </p:nvSpPr>
          <p:spPr>
            <a:xfrm rot="10800000">
              <a:off x="4076800" y="2467368"/>
              <a:ext cx="234600" cy="23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18" name="Google Shape;14518;p246"/>
            <p:cNvSpPr/>
            <p:nvPr/>
          </p:nvSpPr>
          <p:spPr>
            <a:xfrm rot="10800000">
              <a:off x="1137802" y="3577294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19" name="Google Shape;14519;p246"/>
            <p:cNvSpPr/>
            <p:nvPr/>
          </p:nvSpPr>
          <p:spPr>
            <a:xfrm rot="10800000">
              <a:off x="1731851" y="997900"/>
              <a:ext cx="484500" cy="48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20" name="Google Shape;14520;p246"/>
            <p:cNvSpPr/>
            <p:nvPr/>
          </p:nvSpPr>
          <p:spPr>
            <a:xfrm rot="10800000">
              <a:off x="2254926" y="2505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21" name="Google Shape;14521;p246"/>
            <p:cNvSpPr/>
            <p:nvPr/>
          </p:nvSpPr>
          <p:spPr>
            <a:xfrm rot="10800000">
              <a:off x="3685300" y="3636544"/>
              <a:ext cx="116100" cy="11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22" name="Google Shape;14522;p246"/>
            <p:cNvSpPr/>
            <p:nvPr/>
          </p:nvSpPr>
          <p:spPr>
            <a:xfrm rot="10800000">
              <a:off x="2254926" y="39039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23" name="Google Shape;14523;p246"/>
            <p:cNvSpPr/>
            <p:nvPr/>
          </p:nvSpPr>
          <p:spPr>
            <a:xfrm rot="10800000">
              <a:off x="3125451" y="1436544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24" name="Google Shape;14524;p246"/>
            <p:cNvSpPr/>
            <p:nvPr/>
          </p:nvSpPr>
          <p:spPr>
            <a:xfrm rot="10800000">
              <a:off x="447667" y="2351269"/>
              <a:ext cx="116100" cy="11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525" name="Google Shape;14525;p246"/>
            <p:cNvCxnSpPr>
              <a:stCxn id="14521" idx="5"/>
              <a:endCxn id="14520" idx="1"/>
            </p:cNvCxnSpPr>
            <p:nvPr/>
          </p:nvCxnSpPr>
          <p:spPr>
            <a:xfrm rot="10800000">
              <a:off x="2389502" y="2640447"/>
              <a:ext cx="1312800" cy="10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6" name="Google Shape;14526;p246"/>
            <p:cNvCxnSpPr>
              <a:stCxn id="14522" idx="4"/>
              <a:endCxn id="14520" idx="0"/>
            </p:cNvCxnSpPr>
            <p:nvPr/>
          </p:nvCxnSpPr>
          <p:spPr>
            <a:xfrm rot="10800000">
              <a:off x="2333676" y="2663469"/>
              <a:ext cx="0" cy="124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7" name="Google Shape;14527;p246"/>
            <p:cNvCxnSpPr>
              <a:stCxn id="14517" idx="6"/>
              <a:endCxn id="14520" idx="2"/>
            </p:cNvCxnSpPr>
            <p:nvPr/>
          </p:nvCxnSpPr>
          <p:spPr>
            <a:xfrm rot="10800000">
              <a:off x="2412400" y="2584668"/>
              <a:ext cx="166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8" name="Google Shape;14528;p246"/>
            <p:cNvCxnSpPr>
              <a:stCxn id="14517" idx="0"/>
              <a:endCxn id="14521" idx="3"/>
            </p:cNvCxnSpPr>
            <p:nvPr/>
          </p:nvCxnSpPr>
          <p:spPr>
            <a:xfrm flipH="1">
              <a:off x="3784300" y="2701968"/>
              <a:ext cx="409800" cy="95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9" name="Google Shape;14529;p246"/>
            <p:cNvCxnSpPr>
              <a:stCxn id="14521" idx="7"/>
              <a:endCxn id="14522" idx="2"/>
            </p:cNvCxnSpPr>
            <p:nvPr/>
          </p:nvCxnSpPr>
          <p:spPr>
            <a:xfrm flipH="1">
              <a:off x="2412302" y="3735642"/>
              <a:ext cx="1290000" cy="2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0" name="Google Shape;14530;p246"/>
            <p:cNvCxnSpPr>
              <a:stCxn id="14522" idx="6"/>
              <a:endCxn id="14518" idx="1"/>
            </p:cNvCxnSpPr>
            <p:nvPr/>
          </p:nvCxnSpPr>
          <p:spPr>
            <a:xfrm rot="10800000">
              <a:off x="1338126" y="3777519"/>
              <a:ext cx="916800" cy="20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1" name="Google Shape;14531;p246"/>
            <p:cNvCxnSpPr>
              <a:stCxn id="14520" idx="7"/>
              <a:endCxn id="14518" idx="3"/>
            </p:cNvCxnSpPr>
            <p:nvPr/>
          </p:nvCxnSpPr>
          <p:spPr>
            <a:xfrm flipH="1">
              <a:off x="1338091" y="2640304"/>
              <a:ext cx="939900" cy="97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2" name="Google Shape;14532;p246"/>
            <p:cNvCxnSpPr>
              <a:stCxn id="14517" idx="5"/>
              <a:endCxn id="14523" idx="1"/>
            </p:cNvCxnSpPr>
            <p:nvPr/>
          </p:nvCxnSpPr>
          <p:spPr>
            <a:xfrm rot="10800000">
              <a:off x="3259756" y="1571124"/>
              <a:ext cx="851400" cy="93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3" name="Google Shape;14533;p246"/>
            <p:cNvCxnSpPr>
              <a:stCxn id="14523" idx="7"/>
              <a:endCxn id="14520" idx="3"/>
            </p:cNvCxnSpPr>
            <p:nvPr/>
          </p:nvCxnSpPr>
          <p:spPr>
            <a:xfrm flipH="1">
              <a:off x="2389216" y="1570979"/>
              <a:ext cx="759300" cy="95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4" name="Google Shape;14534;p246"/>
            <p:cNvCxnSpPr>
              <a:stCxn id="14523" idx="5"/>
              <a:endCxn id="14519" idx="2"/>
            </p:cNvCxnSpPr>
            <p:nvPr/>
          </p:nvCxnSpPr>
          <p:spPr>
            <a:xfrm rot="10800000">
              <a:off x="2216416" y="1240009"/>
              <a:ext cx="932100" cy="21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5" name="Google Shape;14535;p246"/>
            <p:cNvCxnSpPr>
              <a:stCxn id="14519" idx="0"/>
              <a:endCxn id="14520" idx="5"/>
            </p:cNvCxnSpPr>
            <p:nvPr/>
          </p:nvCxnSpPr>
          <p:spPr>
            <a:xfrm>
              <a:off x="1974101" y="1482400"/>
              <a:ext cx="303900" cy="104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6" name="Google Shape;14536;p246"/>
            <p:cNvCxnSpPr>
              <a:stCxn id="14519" idx="7"/>
              <a:endCxn id="14524" idx="3"/>
            </p:cNvCxnSpPr>
            <p:nvPr/>
          </p:nvCxnSpPr>
          <p:spPr>
            <a:xfrm flipH="1">
              <a:off x="546704" y="1411447"/>
              <a:ext cx="1256100" cy="9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7" name="Google Shape;14537;p246"/>
            <p:cNvCxnSpPr>
              <a:stCxn id="14520" idx="6"/>
              <a:endCxn id="14524" idx="2"/>
            </p:cNvCxnSpPr>
            <p:nvPr/>
          </p:nvCxnSpPr>
          <p:spPr>
            <a:xfrm rot="10800000">
              <a:off x="563826" y="2409419"/>
              <a:ext cx="1691100" cy="17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8" name="Google Shape;14538;p246"/>
            <p:cNvCxnSpPr>
              <a:stCxn id="14524" idx="0"/>
              <a:endCxn id="14518" idx="5"/>
            </p:cNvCxnSpPr>
            <p:nvPr/>
          </p:nvCxnSpPr>
          <p:spPr>
            <a:xfrm>
              <a:off x="505717" y="2467369"/>
              <a:ext cx="666300" cy="114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9" name="Google Shape;14539;p246"/>
            <p:cNvCxnSpPr>
              <a:stCxn id="14521" idx="4"/>
              <a:endCxn id="14519" idx="1"/>
            </p:cNvCxnSpPr>
            <p:nvPr/>
          </p:nvCxnSpPr>
          <p:spPr>
            <a:xfrm rot="10800000">
              <a:off x="2145250" y="1411444"/>
              <a:ext cx="1598100" cy="222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0" name="Google Shape;14540;p246"/>
            <p:cNvCxnSpPr>
              <a:stCxn id="14518" idx="4"/>
              <a:endCxn id="14519" idx="7"/>
            </p:cNvCxnSpPr>
            <p:nvPr/>
          </p:nvCxnSpPr>
          <p:spPr>
            <a:xfrm flipH="1" rot="10800000">
              <a:off x="1255102" y="1411594"/>
              <a:ext cx="547800" cy="216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1" name="Google Shape;14541;p246"/>
            <p:cNvCxnSpPr>
              <a:stCxn id="14517" idx="5"/>
              <a:endCxn id="14519" idx="1"/>
            </p:cNvCxnSpPr>
            <p:nvPr/>
          </p:nvCxnSpPr>
          <p:spPr>
            <a:xfrm rot="10800000">
              <a:off x="2145256" y="1411524"/>
              <a:ext cx="1965900" cy="109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42" name="Google Shape;14542;p246"/>
            <p:cNvSpPr/>
            <p:nvPr/>
          </p:nvSpPr>
          <p:spPr>
            <a:xfrm rot="10800000">
              <a:off x="873701" y="691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543" name="Google Shape;14543;p246"/>
            <p:cNvCxnSpPr>
              <a:stCxn id="14524" idx="4"/>
              <a:endCxn id="14542" idx="7"/>
            </p:cNvCxnSpPr>
            <p:nvPr/>
          </p:nvCxnSpPr>
          <p:spPr>
            <a:xfrm flipH="1" rot="10800000">
              <a:off x="505717" y="826369"/>
              <a:ext cx="390900" cy="152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4" name="Google Shape;14544;p246"/>
            <p:cNvCxnSpPr>
              <a:stCxn id="14542" idx="2"/>
              <a:endCxn id="14519" idx="5"/>
            </p:cNvCxnSpPr>
            <p:nvPr/>
          </p:nvCxnSpPr>
          <p:spPr>
            <a:xfrm>
              <a:off x="1031201" y="770619"/>
              <a:ext cx="771600" cy="29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5" name="Google Shape;14545;p246"/>
            <p:cNvCxnSpPr>
              <a:stCxn id="14542" idx="0"/>
              <a:endCxn id="14518" idx="4"/>
            </p:cNvCxnSpPr>
            <p:nvPr/>
          </p:nvCxnSpPr>
          <p:spPr>
            <a:xfrm>
              <a:off x="952451" y="849369"/>
              <a:ext cx="302700" cy="27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6" name="Google Shape;14546;p246"/>
            <p:cNvCxnSpPr>
              <a:stCxn id="14542" idx="1"/>
              <a:endCxn id="14520" idx="5"/>
            </p:cNvCxnSpPr>
            <p:nvPr/>
          </p:nvCxnSpPr>
          <p:spPr>
            <a:xfrm>
              <a:off x="1008136" y="826304"/>
              <a:ext cx="1269900" cy="17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47" name="Google Shape;14547;p246"/>
            <p:cNvSpPr/>
            <p:nvPr/>
          </p:nvSpPr>
          <p:spPr>
            <a:xfrm rot="10800000">
              <a:off x="2346923" y="285337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548" name="Google Shape;14548;p246"/>
            <p:cNvCxnSpPr>
              <a:stCxn id="14542" idx="2"/>
              <a:endCxn id="14547" idx="6"/>
            </p:cNvCxnSpPr>
            <p:nvPr/>
          </p:nvCxnSpPr>
          <p:spPr>
            <a:xfrm flipH="1" rot="10800000">
              <a:off x="1031201" y="402519"/>
              <a:ext cx="1315800" cy="36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9" name="Google Shape;14549;p246"/>
            <p:cNvCxnSpPr>
              <a:stCxn id="14547" idx="1"/>
              <a:endCxn id="14523" idx="5"/>
            </p:cNvCxnSpPr>
            <p:nvPr/>
          </p:nvCxnSpPr>
          <p:spPr>
            <a:xfrm>
              <a:off x="2547166" y="485580"/>
              <a:ext cx="601200" cy="97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550" name="Google Shape;14550;p246"/>
          <p:cNvSpPr txBox="1"/>
          <p:nvPr/>
        </p:nvSpPr>
        <p:spPr>
          <a:xfrm>
            <a:off x="7160575" y="112425"/>
            <a:ext cx="17622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551" name="Google Shape;14551;p246" title="Screenshot 2025-11-11 at 9.38.39 PM.png"/>
          <p:cNvPicPr preferRelativeResize="0"/>
          <p:nvPr/>
        </p:nvPicPr>
        <p:blipFill rotWithShape="1">
          <a:blip r:embed="rId4">
            <a:alphaModFix/>
          </a:blip>
          <a:srcRect b="0" l="0" r="14908" t="0"/>
          <a:stretch/>
        </p:blipFill>
        <p:spPr>
          <a:xfrm>
            <a:off x="5792750" y="1325075"/>
            <a:ext cx="3130025" cy="2687311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5" name="Shape 14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6" name="Google Shape;14556;p247"/>
          <p:cNvSpPr txBox="1"/>
          <p:nvPr>
            <p:ph type="title"/>
          </p:nvPr>
        </p:nvSpPr>
        <p:spPr>
          <a:xfrm>
            <a:off x="456050" y="5057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 of Financial Returns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7" name="Google Shape;14557;p247"/>
          <p:cNvSpPr txBox="1"/>
          <p:nvPr>
            <p:ph idx="4294967295" type="title"/>
          </p:nvPr>
        </p:nvSpPr>
        <p:spPr>
          <a:xfrm>
            <a:off x="743813" y="2259225"/>
            <a:ext cx="1839900" cy="11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V</a:t>
            </a:r>
            <a:r>
              <a:rPr lang="en" sz="1500">
                <a:solidFill>
                  <a:schemeClr val="dk2"/>
                </a:solidFill>
              </a:rPr>
              <a:t>o</a:t>
            </a:r>
            <a:r>
              <a:rPr lang="en" sz="1500">
                <a:solidFill>
                  <a:schemeClr val="dk2"/>
                </a:solidFill>
              </a:rPr>
              <a:t>latility Clustering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558" name="Google Shape;14558;p247"/>
          <p:cNvSpPr txBox="1"/>
          <p:nvPr>
            <p:ph idx="4294967295" type="title"/>
          </p:nvPr>
        </p:nvSpPr>
        <p:spPr>
          <a:xfrm>
            <a:off x="767622" y="3411200"/>
            <a:ext cx="1448100" cy="11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Slight Skewness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559" name="Google Shape;14559;p247"/>
          <p:cNvSpPr txBox="1"/>
          <p:nvPr>
            <p:ph idx="4294967295" type="title"/>
          </p:nvPr>
        </p:nvSpPr>
        <p:spPr>
          <a:xfrm>
            <a:off x="2384113" y="2551150"/>
            <a:ext cx="2145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Heavy Tails (Leptokurtosis)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560" name="Google Shape;14560;p247"/>
          <p:cNvSpPr txBox="1"/>
          <p:nvPr>
            <p:ph idx="4294967295" type="title"/>
          </p:nvPr>
        </p:nvSpPr>
        <p:spPr>
          <a:xfrm>
            <a:off x="2384125" y="3728413"/>
            <a:ext cx="2393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Non-Stationarity Across Regimes</a:t>
            </a:r>
            <a:r>
              <a:rPr lang="en" sz="1500">
                <a:solidFill>
                  <a:schemeClr val="dk2"/>
                </a:solidFill>
              </a:rPr>
              <a:t> 4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561" name="Google Shape;14561;p247"/>
          <p:cNvSpPr/>
          <p:nvPr/>
        </p:nvSpPr>
        <p:spPr>
          <a:xfrm>
            <a:off x="796200" y="2184125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2" name="Google Shape;14562;p247"/>
          <p:cNvSpPr/>
          <p:nvPr/>
        </p:nvSpPr>
        <p:spPr>
          <a:xfrm>
            <a:off x="796200" y="3373713"/>
            <a:ext cx="252300" cy="25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3" name="Google Shape;14563;p247"/>
          <p:cNvSpPr/>
          <p:nvPr/>
        </p:nvSpPr>
        <p:spPr>
          <a:xfrm>
            <a:off x="2426975" y="2160313"/>
            <a:ext cx="252300" cy="25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4" name="Google Shape;14564;p247"/>
          <p:cNvSpPr/>
          <p:nvPr/>
        </p:nvSpPr>
        <p:spPr>
          <a:xfrm>
            <a:off x="2426975" y="3373713"/>
            <a:ext cx="252300" cy="25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5" name="Google Shape;14565;p247"/>
          <p:cNvSpPr txBox="1"/>
          <p:nvPr/>
        </p:nvSpPr>
        <p:spPr>
          <a:xfrm>
            <a:off x="503675" y="1331263"/>
            <a:ext cx="46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Key properties of AMZN returns:</a:t>
            </a:r>
            <a:endParaRPr b="1" i="1" sz="17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4566" name="Google Shape;14566;p247" title="Screenshot 2025-11-11 at 7.39.50 PM.png"/>
          <p:cNvPicPr preferRelativeResize="0"/>
          <p:nvPr/>
        </p:nvPicPr>
        <p:blipFill rotWithShape="1">
          <a:blip r:embed="rId3">
            <a:alphaModFix/>
          </a:blip>
          <a:srcRect b="0" l="274" r="1705" t="0"/>
          <a:stretch/>
        </p:blipFill>
        <p:spPr>
          <a:xfrm>
            <a:off x="5114800" y="1289475"/>
            <a:ext cx="3467725" cy="2702049"/>
          </a:xfrm>
          <a:prstGeom prst="rect">
            <a:avLst/>
          </a:prstGeom>
          <a:noFill/>
          <a:ln cap="flat" cmpd="sng" w="762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67" name="Google Shape;14567;p247"/>
          <p:cNvSpPr txBox="1"/>
          <p:nvPr/>
        </p:nvSpPr>
        <p:spPr>
          <a:xfrm>
            <a:off x="5311200" y="4202600"/>
            <a:ext cx="383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These reflect standard “stylized facts” in empirical finance</a:t>
            </a:r>
            <a:endParaRPr sz="9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1" name="Shape 14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2" name="Google Shape;14572;p24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Approach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3" name="Google Shape;14573;p248"/>
          <p:cNvSpPr txBox="1"/>
          <p:nvPr/>
        </p:nvSpPr>
        <p:spPr>
          <a:xfrm>
            <a:off x="432150" y="1336175"/>
            <a:ext cx="6065100" cy="2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34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Kernel Density Estimation(KDE):</a:t>
            </a:r>
            <a:endParaRPr b="1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Estimate empirical distribution of returns</a:t>
            </a:r>
            <a:endParaRPr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18034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b="1"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Local-Constant Regression: </a:t>
            </a:r>
            <a:endParaRPr b="1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Smooth 21-day rolling variance (volatility proxy)</a:t>
            </a:r>
            <a:endParaRPr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Non-parametric methods used to avoid strong distributional assumption</a:t>
            </a:r>
            <a:r>
              <a:rPr b="1" i="1"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s</a:t>
            </a:r>
            <a:endParaRPr b="1" i="1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Any Bandwidth selection validated using cross-validation</a:t>
            </a:r>
            <a:endParaRPr b="1" i="1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7" name="Shape 14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8" name="Google Shape;14578;p249"/>
          <p:cNvSpPr txBox="1"/>
          <p:nvPr>
            <p:ph type="title"/>
          </p:nvPr>
        </p:nvSpPr>
        <p:spPr>
          <a:xfrm>
            <a:off x="642350" y="947800"/>
            <a:ext cx="42102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Density Estimation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9" name="Google Shape;14579;p249"/>
          <p:cNvSpPr txBox="1"/>
          <p:nvPr>
            <p:ph idx="1" type="subTitle"/>
          </p:nvPr>
        </p:nvSpPr>
        <p:spPr>
          <a:xfrm>
            <a:off x="642350" y="1621850"/>
            <a:ext cx="3891600" cy="23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Gaussian KDE fitted to AMZN log returns</a:t>
            </a:r>
            <a:endParaRPr b="1" sz="15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KDE (the red) aligns with empirical histogram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Deviates from normal (blue dashed)</a:t>
            </a:r>
            <a:endParaRPr>
              <a:solidFill>
                <a:schemeClr val="dk2"/>
              </a:solidFill>
            </a:endParaRPr>
          </a:p>
          <a:p>
            <a: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>
                <a:solidFill>
                  <a:schemeClr val="dk2"/>
                </a:solidFill>
              </a:rPr>
              <a:t>Sharper peak, Heavier tails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Indicates leptokurtosis and frequent extreme returns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4580" name="Google Shape;14580;p249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4581" name="Google Shape;14581;p249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82" name="Google Shape;14582;p249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83" name="Google Shape;14583;p249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584" name="Google Shape;14584;p249"/>
          <p:cNvGrpSpPr/>
          <p:nvPr/>
        </p:nvGrpSpPr>
        <p:grpSpPr>
          <a:xfrm>
            <a:off x="6788444" y="2953250"/>
            <a:ext cx="3200329" cy="3127770"/>
            <a:chOff x="447667" y="285337"/>
            <a:chExt cx="3863732" cy="3776132"/>
          </a:xfrm>
        </p:grpSpPr>
        <p:sp>
          <p:nvSpPr>
            <p:cNvPr id="14585" name="Google Shape;14585;p249"/>
            <p:cNvSpPr/>
            <p:nvPr/>
          </p:nvSpPr>
          <p:spPr>
            <a:xfrm rot="10800000">
              <a:off x="4076800" y="2467368"/>
              <a:ext cx="234600" cy="23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86" name="Google Shape;14586;p249"/>
            <p:cNvSpPr/>
            <p:nvPr/>
          </p:nvSpPr>
          <p:spPr>
            <a:xfrm rot="10800000">
              <a:off x="1137802" y="3577294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87" name="Google Shape;14587;p249"/>
            <p:cNvSpPr/>
            <p:nvPr/>
          </p:nvSpPr>
          <p:spPr>
            <a:xfrm rot="10800000">
              <a:off x="1731851" y="997900"/>
              <a:ext cx="484500" cy="48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88" name="Google Shape;14588;p249"/>
            <p:cNvSpPr/>
            <p:nvPr/>
          </p:nvSpPr>
          <p:spPr>
            <a:xfrm rot="10800000">
              <a:off x="2254926" y="2505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89" name="Google Shape;14589;p249"/>
            <p:cNvSpPr/>
            <p:nvPr/>
          </p:nvSpPr>
          <p:spPr>
            <a:xfrm rot="10800000">
              <a:off x="3685300" y="3636544"/>
              <a:ext cx="116100" cy="11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0" name="Google Shape;14590;p249"/>
            <p:cNvSpPr/>
            <p:nvPr/>
          </p:nvSpPr>
          <p:spPr>
            <a:xfrm rot="10800000">
              <a:off x="2254926" y="39039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1" name="Google Shape;14591;p249"/>
            <p:cNvSpPr/>
            <p:nvPr/>
          </p:nvSpPr>
          <p:spPr>
            <a:xfrm rot="10800000">
              <a:off x="3125451" y="1436544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2" name="Google Shape;14592;p249"/>
            <p:cNvSpPr/>
            <p:nvPr/>
          </p:nvSpPr>
          <p:spPr>
            <a:xfrm rot="10800000">
              <a:off x="447667" y="2351269"/>
              <a:ext cx="116100" cy="11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593" name="Google Shape;14593;p249"/>
            <p:cNvCxnSpPr>
              <a:stCxn id="14589" idx="5"/>
              <a:endCxn id="14588" idx="1"/>
            </p:cNvCxnSpPr>
            <p:nvPr/>
          </p:nvCxnSpPr>
          <p:spPr>
            <a:xfrm rot="10800000">
              <a:off x="2389502" y="2640447"/>
              <a:ext cx="1312800" cy="10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4" name="Google Shape;14594;p249"/>
            <p:cNvCxnSpPr>
              <a:stCxn id="14590" idx="4"/>
              <a:endCxn id="14588" idx="0"/>
            </p:cNvCxnSpPr>
            <p:nvPr/>
          </p:nvCxnSpPr>
          <p:spPr>
            <a:xfrm rot="10800000">
              <a:off x="2333676" y="2663469"/>
              <a:ext cx="0" cy="124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5" name="Google Shape;14595;p249"/>
            <p:cNvCxnSpPr>
              <a:stCxn id="14585" idx="6"/>
              <a:endCxn id="14588" idx="2"/>
            </p:cNvCxnSpPr>
            <p:nvPr/>
          </p:nvCxnSpPr>
          <p:spPr>
            <a:xfrm rot="10800000">
              <a:off x="2412400" y="2584668"/>
              <a:ext cx="166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6" name="Google Shape;14596;p249"/>
            <p:cNvCxnSpPr>
              <a:stCxn id="14585" idx="0"/>
              <a:endCxn id="14589" idx="3"/>
            </p:cNvCxnSpPr>
            <p:nvPr/>
          </p:nvCxnSpPr>
          <p:spPr>
            <a:xfrm flipH="1">
              <a:off x="3784300" y="2701968"/>
              <a:ext cx="409800" cy="95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7" name="Google Shape;14597;p249"/>
            <p:cNvCxnSpPr>
              <a:stCxn id="14589" idx="7"/>
              <a:endCxn id="14590" idx="2"/>
            </p:cNvCxnSpPr>
            <p:nvPr/>
          </p:nvCxnSpPr>
          <p:spPr>
            <a:xfrm flipH="1">
              <a:off x="2412302" y="3735642"/>
              <a:ext cx="1290000" cy="2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8" name="Google Shape;14598;p249"/>
            <p:cNvCxnSpPr>
              <a:stCxn id="14590" idx="6"/>
              <a:endCxn id="14586" idx="1"/>
            </p:cNvCxnSpPr>
            <p:nvPr/>
          </p:nvCxnSpPr>
          <p:spPr>
            <a:xfrm rot="10800000">
              <a:off x="1338126" y="3777519"/>
              <a:ext cx="916800" cy="20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9" name="Google Shape;14599;p249"/>
            <p:cNvCxnSpPr>
              <a:stCxn id="14588" idx="7"/>
              <a:endCxn id="14586" idx="3"/>
            </p:cNvCxnSpPr>
            <p:nvPr/>
          </p:nvCxnSpPr>
          <p:spPr>
            <a:xfrm flipH="1">
              <a:off x="1338091" y="2640304"/>
              <a:ext cx="939900" cy="97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0" name="Google Shape;14600;p249"/>
            <p:cNvCxnSpPr>
              <a:stCxn id="14585" idx="5"/>
              <a:endCxn id="14591" idx="1"/>
            </p:cNvCxnSpPr>
            <p:nvPr/>
          </p:nvCxnSpPr>
          <p:spPr>
            <a:xfrm rot="10800000">
              <a:off x="3259756" y="1571124"/>
              <a:ext cx="851400" cy="93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1" name="Google Shape;14601;p249"/>
            <p:cNvCxnSpPr>
              <a:stCxn id="14591" idx="7"/>
              <a:endCxn id="14588" idx="3"/>
            </p:cNvCxnSpPr>
            <p:nvPr/>
          </p:nvCxnSpPr>
          <p:spPr>
            <a:xfrm flipH="1">
              <a:off x="2389216" y="1570979"/>
              <a:ext cx="759300" cy="95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2" name="Google Shape;14602;p249"/>
            <p:cNvCxnSpPr>
              <a:stCxn id="14591" idx="5"/>
              <a:endCxn id="14587" idx="2"/>
            </p:cNvCxnSpPr>
            <p:nvPr/>
          </p:nvCxnSpPr>
          <p:spPr>
            <a:xfrm rot="10800000">
              <a:off x="2216416" y="1240009"/>
              <a:ext cx="932100" cy="21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3" name="Google Shape;14603;p249"/>
            <p:cNvCxnSpPr>
              <a:stCxn id="14587" idx="0"/>
              <a:endCxn id="14588" idx="5"/>
            </p:cNvCxnSpPr>
            <p:nvPr/>
          </p:nvCxnSpPr>
          <p:spPr>
            <a:xfrm>
              <a:off x="1974101" y="1482400"/>
              <a:ext cx="303900" cy="104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4" name="Google Shape;14604;p249"/>
            <p:cNvCxnSpPr>
              <a:stCxn id="14587" idx="7"/>
              <a:endCxn id="14592" idx="3"/>
            </p:cNvCxnSpPr>
            <p:nvPr/>
          </p:nvCxnSpPr>
          <p:spPr>
            <a:xfrm flipH="1">
              <a:off x="546704" y="1411447"/>
              <a:ext cx="1256100" cy="9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5" name="Google Shape;14605;p249"/>
            <p:cNvCxnSpPr>
              <a:stCxn id="14588" idx="6"/>
              <a:endCxn id="14592" idx="2"/>
            </p:cNvCxnSpPr>
            <p:nvPr/>
          </p:nvCxnSpPr>
          <p:spPr>
            <a:xfrm rot="10800000">
              <a:off x="563826" y="2409419"/>
              <a:ext cx="1691100" cy="17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6" name="Google Shape;14606;p249"/>
            <p:cNvCxnSpPr>
              <a:stCxn id="14592" idx="0"/>
              <a:endCxn id="14586" idx="5"/>
            </p:cNvCxnSpPr>
            <p:nvPr/>
          </p:nvCxnSpPr>
          <p:spPr>
            <a:xfrm>
              <a:off x="505717" y="2467369"/>
              <a:ext cx="666300" cy="114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7" name="Google Shape;14607;p249"/>
            <p:cNvCxnSpPr>
              <a:stCxn id="14589" idx="4"/>
              <a:endCxn id="14587" idx="1"/>
            </p:cNvCxnSpPr>
            <p:nvPr/>
          </p:nvCxnSpPr>
          <p:spPr>
            <a:xfrm rot="10800000">
              <a:off x="2145250" y="1411444"/>
              <a:ext cx="1598100" cy="222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8" name="Google Shape;14608;p249"/>
            <p:cNvCxnSpPr>
              <a:stCxn id="14586" idx="4"/>
              <a:endCxn id="14587" idx="7"/>
            </p:cNvCxnSpPr>
            <p:nvPr/>
          </p:nvCxnSpPr>
          <p:spPr>
            <a:xfrm flipH="1" rot="10800000">
              <a:off x="1255102" y="1411594"/>
              <a:ext cx="547800" cy="216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9" name="Google Shape;14609;p249"/>
            <p:cNvCxnSpPr>
              <a:stCxn id="14585" idx="5"/>
              <a:endCxn id="14587" idx="1"/>
            </p:cNvCxnSpPr>
            <p:nvPr/>
          </p:nvCxnSpPr>
          <p:spPr>
            <a:xfrm rot="10800000">
              <a:off x="2145256" y="1411524"/>
              <a:ext cx="1965900" cy="109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10" name="Google Shape;14610;p249"/>
            <p:cNvSpPr/>
            <p:nvPr/>
          </p:nvSpPr>
          <p:spPr>
            <a:xfrm rot="10800000">
              <a:off x="873701" y="691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611" name="Google Shape;14611;p249"/>
            <p:cNvCxnSpPr>
              <a:stCxn id="14592" idx="4"/>
              <a:endCxn id="14610" idx="7"/>
            </p:cNvCxnSpPr>
            <p:nvPr/>
          </p:nvCxnSpPr>
          <p:spPr>
            <a:xfrm flipH="1" rot="10800000">
              <a:off x="505717" y="826369"/>
              <a:ext cx="390900" cy="152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12" name="Google Shape;14612;p249"/>
            <p:cNvCxnSpPr>
              <a:stCxn id="14610" idx="2"/>
              <a:endCxn id="14587" idx="5"/>
            </p:cNvCxnSpPr>
            <p:nvPr/>
          </p:nvCxnSpPr>
          <p:spPr>
            <a:xfrm>
              <a:off x="1031201" y="770619"/>
              <a:ext cx="771600" cy="29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13" name="Google Shape;14613;p249"/>
            <p:cNvCxnSpPr>
              <a:stCxn id="14610" idx="0"/>
              <a:endCxn id="14586" idx="4"/>
            </p:cNvCxnSpPr>
            <p:nvPr/>
          </p:nvCxnSpPr>
          <p:spPr>
            <a:xfrm>
              <a:off x="952451" y="849369"/>
              <a:ext cx="302700" cy="27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14" name="Google Shape;14614;p249"/>
            <p:cNvCxnSpPr>
              <a:stCxn id="14610" idx="1"/>
              <a:endCxn id="14588" idx="5"/>
            </p:cNvCxnSpPr>
            <p:nvPr/>
          </p:nvCxnSpPr>
          <p:spPr>
            <a:xfrm>
              <a:off x="1008136" y="826304"/>
              <a:ext cx="1269900" cy="17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15" name="Google Shape;14615;p249"/>
            <p:cNvSpPr/>
            <p:nvPr/>
          </p:nvSpPr>
          <p:spPr>
            <a:xfrm rot="10800000">
              <a:off x="2346923" y="285337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616" name="Google Shape;14616;p249"/>
            <p:cNvCxnSpPr>
              <a:stCxn id="14610" idx="2"/>
              <a:endCxn id="14615" idx="6"/>
            </p:cNvCxnSpPr>
            <p:nvPr/>
          </p:nvCxnSpPr>
          <p:spPr>
            <a:xfrm flipH="1" rot="10800000">
              <a:off x="1031201" y="402519"/>
              <a:ext cx="1315800" cy="36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17" name="Google Shape;14617;p249"/>
            <p:cNvCxnSpPr>
              <a:stCxn id="14615" idx="1"/>
              <a:endCxn id="14591" idx="5"/>
            </p:cNvCxnSpPr>
            <p:nvPr/>
          </p:nvCxnSpPr>
          <p:spPr>
            <a:xfrm>
              <a:off x="2547166" y="485580"/>
              <a:ext cx="601200" cy="97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4618" name="Google Shape;14618;p249" title="Screenshot 2025-11-11 at 7.48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500" y="947800"/>
            <a:ext cx="4011001" cy="27454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2" name="Shape 14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3" name="Google Shape;14623;p250"/>
          <p:cNvSpPr txBox="1"/>
          <p:nvPr>
            <p:ph type="title"/>
          </p:nvPr>
        </p:nvSpPr>
        <p:spPr>
          <a:xfrm>
            <a:off x="642350" y="947800"/>
            <a:ext cx="42102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Local-Constant Regression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4" name="Google Shape;14624;p250"/>
          <p:cNvSpPr txBox="1"/>
          <p:nvPr>
            <p:ph idx="1" type="subTitle"/>
          </p:nvPr>
        </p:nvSpPr>
        <p:spPr>
          <a:xfrm>
            <a:off x="865625" y="1621849"/>
            <a:ext cx="3668400" cy="23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Nadaraya–Watson</a:t>
            </a:r>
            <a:r>
              <a:rPr lang="en">
                <a:solidFill>
                  <a:schemeClr val="dk2"/>
                </a:solidFill>
              </a:rPr>
              <a:t> regressio</a:t>
            </a:r>
            <a:r>
              <a:rPr lang="en">
                <a:solidFill>
                  <a:schemeClr val="dk2"/>
                </a:solidFill>
              </a:rPr>
              <a:t>n to create 21-day rolling variance smoothed 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This captures volatility clustering </a:t>
            </a:r>
            <a:endParaRPr>
              <a:solidFill>
                <a:schemeClr val="dk2"/>
              </a:solidFill>
            </a:endParaRPr>
          </a:p>
          <a:p>
            <a: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>
                <a:solidFill>
                  <a:schemeClr val="dk2"/>
                </a:solidFill>
              </a:rPr>
              <a:t>High/low-variance regimes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Confirms time-dependent risk in AMZN returns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4625" name="Google Shape;14625;p250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4626" name="Google Shape;14626;p250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27" name="Google Shape;14627;p250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28" name="Google Shape;14628;p250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629" name="Google Shape;14629;p250"/>
          <p:cNvGrpSpPr/>
          <p:nvPr/>
        </p:nvGrpSpPr>
        <p:grpSpPr>
          <a:xfrm>
            <a:off x="6788444" y="2953250"/>
            <a:ext cx="3200329" cy="3127770"/>
            <a:chOff x="447667" y="285337"/>
            <a:chExt cx="3863732" cy="3776132"/>
          </a:xfrm>
        </p:grpSpPr>
        <p:sp>
          <p:nvSpPr>
            <p:cNvPr id="14630" name="Google Shape;14630;p250"/>
            <p:cNvSpPr/>
            <p:nvPr/>
          </p:nvSpPr>
          <p:spPr>
            <a:xfrm rot="10800000">
              <a:off x="4076800" y="2467368"/>
              <a:ext cx="234600" cy="23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1" name="Google Shape;14631;p250"/>
            <p:cNvSpPr/>
            <p:nvPr/>
          </p:nvSpPr>
          <p:spPr>
            <a:xfrm rot="10800000">
              <a:off x="1137802" y="3577294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2" name="Google Shape;14632;p250"/>
            <p:cNvSpPr/>
            <p:nvPr/>
          </p:nvSpPr>
          <p:spPr>
            <a:xfrm rot="10800000">
              <a:off x="1731851" y="997900"/>
              <a:ext cx="484500" cy="48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3" name="Google Shape;14633;p250"/>
            <p:cNvSpPr/>
            <p:nvPr/>
          </p:nvSpPr>
          <p:spPr>
            <a:xfrm rot="10800000">
              <a:off x="2254926" y="2505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4" name="Google Shape;14634;p250"/>
            <p:cNvSpPr/>
            <p:nvPr/>
          </p:nvSpPr>
          <p:spPr>
            <a:xfrm rot="10800000">
              <a:off x="3685300" y="3636544"/>
              <a:ext cx="116100" cy="11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5" name="Google Shape;14635;p250"/>
            <p:cNvSpPr/>
            <p:nvPr/>
          </p:nvSpPr>
          <p:spPr>
            <a:xfrm rot="10800000">
              <a:off x="2254926" y="39039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6" name="Google Shape;14636;p250"/>
            <p:cNvSpPr/>
            <p:nvPr/>
          </p:nvSpPr>
          <p:spPr>
            <a:xfrm rot="10800000">
              <a:off x="3125451" y="1436544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7" name="Google Shape;14637;p250"/>
            <p:cNvSpPr/>
            <p:nvPr/>
          </p:nvSpPr>
          <p:spPr>
            <a:xfrm rot="10800000">
              <a:off x="447667" y="2351269"/>
              <a:ext cx="116100" cy="11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638" name="Google Shape;14638;p250"/>
            <p:cNvCxnSpPr>
              <a:stCxn id="14634" idx="5"/>
              <a:endCxn id="14633" idx="1"/>
            </p:cNvCxnSpPr>
            <p:nvPr/>
          </p:nvCxnSpPr>
          <p:spPr>
            <a:xfrm rot="10800000">
              <a:off x="2389502" y="2640447"/>
              <a:ext cx="1312800" cy="10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39" name="Google Shape;14639;p250"/>
            <p:cNvCxnSpPr>
              <a:stCxn id="14635" idx="4"/>
              <a:endCxn id="14633" idx="0"/>
            </p:cNvCxnSpPr>
            <p:nvPr/>
          </p:nvCxnSpPr>
          <p:spPr>
            <a:xfrm rot="10800000">
              <a:off x="2333676" y="2663469"/>
              <a:ext cx="0" cy="124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0" name="Google Shape;14640;p250"/>
            <p:cNvCxnSpPr>
              <a:stCxn id="14630" idx="6"/>
              <a:endCxn id="14633" idx="2"/>
            </p:cNvCxnSpPr>
            <p:nvPr/>
          </p:nvCxnSpPr>
          <p:spPr>
            <a:xfrm rot="10800000">
              <a:off x="2412400" y="2584668"/>
              <a:ext cx="166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1" name="Google Shape;14641;p250"/>
            <p:cNvCxnSpPr>
              <a:stCxn id="14630" idx="0"/>
              <a:endCxn id="14634" idx="3"/>
            </p:cNvCxnSpPr>
            <p:nvPr/>
          </p:nvCxnSpPr>
          <p:spPr>
            <a:xfrm flipH="1">
              <a:off x="3784300" y="2701968"/>
              <a:ext cx="409800" cy="95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2" name="Google Shape;14642;p250"/>
            <p:cNvCxnSpPr>
              <a:stCxn id="14634" idx="7"/>
              <a:endCxn id="14635" idx="2"/>
            </p:cNvCxnSpPr>
            <p:nvPr/>
          </p:nvCxnSpPr>
          <p:spPr>
            <a:xfrm flipH="1">
              <a:off x="2412302" y="3735642"/>
              <a:ext cx="1290000" cy="2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3" name="Google Shape;14643;p250"/>
            <p:cNvCxnSpPr>
              <a:stCxn id="14635" idx="6"/>
              <a:endCxn id="14631" idx="1"/>
            </p:cNvCxnSpPr>
            <p:nvPr/>
          </p:nvCxnSpPr>
          <p:spPr>
            <a:xfrm rot="10800000">
              <a:off x="1338126" y="3777519"/>
              <a:ext cx="916800" cy="20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4" name="Google Shape;14644;p250"/>
            <p:cNvCxnSpPr>
              <a:stCxn id="14633" idx="7"/>
              <a:endCxn id="14631" idx="3"/>
            </p:cNvCxnSpPr>
            <p:nvPr/>
          </p:nvCxnSpPr>
          <p:spPr>
            <a:xfrm flipH="1">
              <a:off x="1338091" y="2640304"/>
              <a:ext cx="939900" cy="97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5" name="Google Shape;14645;p250"/>
            <p:cNvCxnSpPr>
              <a:stCxn id="14630" idx="5"/>
              <a:endCxn id="14636" idx="1"/>
            </p:cNvCxnSpPr>
            <p:nvPr/>
          </p:nvCxnSpPr>
          <p:spPr>
            <a:xfrm rot="10800000">
              <a:off x="3259756" y="1571124"/>
              <a:ext cx="851400" cy="93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6" name="Google Shape;14646;p250"/>
            <p:cNvCxnSpPr>
              <a:stCxn id="14636" idx="7"/>
              <a:endCxn id="14633" idx="3"/>
            </p:cNvCxnSpPr>
            <p:nvPr/>
          </p:nvCxnSpPr>
          <p:spPr>
            <a:xfrm flipH="1">
              <a:off x="2389216" y="1570979"/>
              <a:ext cx="759300" cy="95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7" name="Google Shape;14647;p250"/>
            <p:cNvCxnSpPr>
              <a:stCxn id="14636" idx="5"/>
              <a:endCxn id="14632" idx="2"/>
            </p:cNvCxnSpPr>
            <p:nvPr/>
          </p:nvCxnSpPr>
          <p:spPr>
            <a:xfrm rot="10800000">
              <a:off x="2216416" y="1240009"/>
              <a:ext cx="932100" cy="21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8" name="Google Shape;14648;p250"/>
            <p:cNvCxnSpPr>
              <a:stCxn id="14632" idx="0"/>
              <a:endCxn id="14633" idx="5"/>
            </p:cNvCxnSpPr>
            <p:nvPr/>
          </p:nvCxnSpPr>
          <p:spPr>
            <a:xfrm>
              <a:off x="1974101" y="1482400"/>
              <a:ext cx="303900" cy="104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9" name="Google Shape;14649;p250"/>
            <p:cNvCxnSpPr>
              <a:stCxn id="14632" idx="7"/>
              <a:endCxn id="14637" idx="3"/>
            </p:cNvCxnSpPr>
            <p:nvPr/>
          </p:nvCxnSpPr>
          <p:spPr>
            <a:xfrm flipH="1">
              <a:off x="546704" y="1411447"/>
              <a:ext cx="1256100" cy="9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0" name="Google Shape;14650;p250"/>
            <p:cNvCxnSpPr>
              <a:stCxn id="14633" idx="6"/>
              <a:endCxn id="14637" idx="2"/>
            </p:cNvCxnSpPr>
            <p:nvPr/>
          </p:nvCxnSpPr>
          <p:spPr>
            <a:xfrm rot="10800000">
              <a:off x="563826" y="2409419"/>
              <a:ext cx="1691100" cy="17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1" name="Google Shape;14651;p250"/>
            <p:cNvCxnSpPr>
              <a:stCxn id="14637" idx="0"/>
              <a:endCxn id="14631" idx="5"/>
            </p:cNvCxnSpPr>
            <p:nvPr/>
          </p:nvCxnSpPr>
          <p:spPr>
            <a:xfrm>
              <a:off x="505717" y="2467369"/>
              <a:ext cx="666300" cy="114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2" name="Google Shape;14652;p250"/>
            <p:cNvCxnSpPr>
              <a:stCxn id="14634" idx="4"/>
              <a:endCxn id="14632" idx="1"/>
            </p:cNvCxnSpPr>
            <p:nvPr/>
          </p:nvCxnSpPr>
          <p:spPr>
            <a:xfrm rot="10800000">
              <a:off x="2145250" y="1411444"/>
              <a:ext cx="1598100" cy="222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3" name="Google Shape;14653;p250"/>
            <p:cNvCxnSpPr>
              <a:stCxn id="14631" idx="4"/>
              <a:endCxn id="14632" idx="7"/>
            </p:cNvCxnSpPr>
            <p:nvPr/>
          </p:nvCxnSpPr>
          <p:spPr>
            <a:xfrm flipH="1" rot="10800000">
              <a:off x="1255102" y="1411594"/>
              <a:ext cx="547800" cy="216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4" name="Google Shape;14654;p250"/>
            <p:cNvCxnSpPr>
              <a:stCxn id="14630" idx="5"/>
              <a:endCxn id="14632" idx="1"/>
            </p:cNvCxnSpPr>
            <p:nvPr/>
          </p:nvCxnSpPr>
          <p:spPr>
            <a:xfrm rot="10800000">
              <a:off x="2145256" y="1411524"/>
              <a:ext cx="1965900" cy="109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55" name="Google Shape;14655;p250"/>
            <p:cNvSpPr/>
            <p:nvPr/>
          </p:nvSpPr>
          <p:spPr>
            <a:xfrm rot="10800000">
              <a:off x="873701" y="691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656" name="Google Shape;14656;p250"/>
            <p:cNvCxnSpPr>
              <a:stCxn id="14637" idx="4"/>
              <a:endCxn id="14655" idx="7"/>
            </p:cNvCxnSpPr>
            <p:nvPr/>
          </p:nvCxnSpPr>
          <p:spPr>
            <a:xfrm flipH="1" rot="10800000">
              <a:off x="505717" y="826369"/>
              <a:ext cx="390900" cy="152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7" name="Google Shape;14657;p250"/>
            <p:cNvCxnSpPr>
              <a:stCxn id="14655" idx="2"/>
              <a:endCxn id="14632" idx="5"/>
            </p:cNvCxnSpPr>
            <p:nvPr/>
          </p:nvCxnSpPr>
          <p:spPr>
            <a:xfrm>
              <a:off x="1031201" y="770619"/>
              <a:ext cx="771600" cy="29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8" name="Google Shape;14658;p250"/>
            <p:cNvCxnSpPr>
              <a:stCxn id="14655" idx="0"/>
              <a:endCxn id="14631" idx="4"/>
            </p:cNvCxnSpPr>
            <p:nvPr/>
          </p:nvCxnSpPr>
          <p:spPr>
            <a:xfrm>
              <a:off x="952451" y="849369"/>
              <a:ext cx="302700" cy="27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9" name="Google Shape;14659;p250"/>
            <p:cNvCxnSpPr>
              <a:stCxn id="14655" idx="1"/>
              <a:endCxn id="14633" idx="5"/>
            </p:cNvCxnSpPr>
            <p:nvPr/>
          </p:nvCxnSpPr>
          <p:spPr>
            <a:xfrm>
              <a:off x="1008136" y="826304"/>
              <a:ext cx="1269900" cy="17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60" name="Google Shape;14660;p250"/>
            <p:cNvSpPr/>
            <p:nvPr/>
          </p:nvSpPr>
          <p:spPr>
            <a:xfrm rot="10800000">
              <a:off x="2346923" y="285337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661" name="Google Shape;14661;p250"/>
            <p:cNvCxnSpPr>
              <a:stCxn id="14655" idx="2"/>
              <a:endCxn id="14660" idx="6"/>
            </p:cNvCxnSpPr>
            <p:nvPr/>
          </p:nvCxnSpPr>
          <p:spPr>
            <a:xfrm flipH="1" rot="10800000">
              <a:off x="1031201" y="402519"/>
              <a:ext cx="1315800" cy="36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62" name="Google Shape;14662;p250"/>
            <p:cNvCxnSpPr>
              <a:stCxn id="14660" idx="1"/>
              <a:endCxn id="14636" idx="5"/>
            </p:cNvCxnSpPr>
            <p:nvPr/>
          </p:nvCxnSpPr>
          <p:spPr>
            <a:xfrm>
              <a:off x="2547166" y="485580"/>
              <a:ext cx="601200" cy="97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4663" name="Google Shape;14663;p250" title="Screenshot 2025-11-11 at 7.5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600" y="1354350"/>
            <a:ext cx="3330900" cy="2628899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7" name="Shape 1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8" name="Google Shape;14668;p251"/>
          <p:cNvSpPr txBox="1"/>
          <p:nvPr>
            <p:ph type="title"/>
          </p:nvPr>
        </p:nvSpPr>
        <p:spPr>
          <a:xfrm>
            <a:off x="865625" y="920500"/>
            <a:ext cx="5612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Synthetic Returns and Bootstrapped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9" name="Google Shape;14669;p251"/>
          <p:cNvSpPr txBox="1"/>
          <p:nvPr>
            <p:ph idx="1" type="subTitle"/>
          </p:nvPr>
        </p:nvSpPr>
        <p:spPr>
          <a:xfrm>
            <a:off x="827525" y="15837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Generated synthetic returns via KDE resampling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Bootstrapped 5,000 replications to estimate risk metrics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    95% Confidence Intervals:</a:t>
            </a:r>
            <a:endParaRPr b="1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VaR: −3.25% to −2.86%</a:t>
            </a:r>
            <a:endParaRPr i="1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ES: −5.08% to −4.36%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4670" name="Google Shape;14670;p251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4671" name="Google Shape;14671;p251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72" name="Google Shape;14672;p25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73" name="Google Shape;14673;p25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4674" name="Google Shape;14674;p251" title="Screenshot 2025-11-11 at 9.17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551" y="375713"/>
            <a:ext cx="2511099" cy="21872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75" name="Google Shape;14675;p251" title="Screenshot 2025-11-11 at 9.17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9551" y="2626225"/>
            <a:ext cx="2511099" cy="2303308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9" name="Shape 14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0" name="Google Shape;14680;p252"/>
          <p:cNvSpPr txBox="1"/>
          <p:nvPr>
            <p:ph idx="2" type="subTitle"/>
          </p:nvPr>
        </p:nvSpPr>
        <p:spPr>
          <a:xfrm>
            <a:off x="2731641" y="1893775"/>
            <a:ext cx="27543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KDE underestimates tail risk (lower kurtosis)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Loses volatility clustering (IID sampling)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Bandwidth sensitivity affects smoothness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681" name="Google Shape;14681;p252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2" name="Google Shape;14682;p252"/>
          <p:cNvSpPr txBox="1"/>
          <p:nvPr>
            <p:ph idx="3" type="subTitle"/>
          </p:nvPr>
        </p:nvSpPr>
        <p:spPr>
          <a:xfrm>
            <a:off x="281775" y="1893775"/>
            <a:ext cx="2387700" cy="23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Preserves mean and standard deviation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Captures empirical distribution shape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Simple, transparent, and data-driven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683" name="Google Shape;14683;p252"/>
          <p:cNvSpPr txBox="1"/>
          <p:nvPr>
            <p:ph idx="8" type="subTitle"/>
          </p:nvPr>
        </p:nvSpPr>
        <p:spPr>
          <a:xfrm>
            <a:off x="2731650" y="1162942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Limitations</a:t>
            </a:r>
            <a:endParaRPr i="1"/>
          </a:p>
        </p:txBody>
      </p:sp>
      <p:sp>
        <p:nvSpPr>
          <p:cNvPr id="14684" name="Google Shape;14684;p252"/>
          <p:cNvSpPr txBox="1"/>
          <p:nvPr>
            <p:ph idx="13" type="subTitle"/>
          </p:nvPr>
        </p:nvSpPr>
        <p:spPr>
          <a:xfrm>
            <a:off x="243571" y="11629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Strengths</a:t>
            </a:r>
            <a:endParaRPr i="1"/>
          </a:p>
        </p:txBody>
      </p:sp>
      <p:pic>
        <p:nvPicPr>
          <p:cNvPr id="14685" name="Google Shape;14685;p252" title="Screenshot 2025-11-11 at 7.52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666" y="1718625"/>
            <a:ext cx="3155459" cy="8100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86" name="Google Shape;14686;p252"/>
          <p:cNvSpPr txBox="1"/>
          <p:nvPr/>
        </p:nvSpPr>
        <p:spPr>
          <a:xfrm>
            <a:off x="5929400" y="257175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comparing metrics: Mean, Std, Kurtosis, Skew (Real vs Synthetic)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0" name="Shape 14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1" name="Google Shape;14691;p2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Next Steps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2" name="Google Shape;14692;p253"/>
          <p:cNvSpPr txBox="1"/>
          <p:nvPr>
            <p:ph idx="1" type="subTitle"/>
          </p:nvPr>
        </p:nvSpPr>
        <p:spPr>
          <a:xfrm>
            <a:off x="1200900" y="1706548"/>
            <a:ext cx="67422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Non-parametric models capture true distribution shape and volatility structure=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KDE + Kernel Regression effectively describe the uncertainty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Limitations : </a:t>
            </a:r>
            <a:r>
              <a:rPr lang="en"/>
              <a:t>These </a:t>
            </a:r>
            <a:r>
              <a:rPr lang="en"/>
              <a:t> include IID assumption and </a:t>
            </a:r>
            <a:r>
              <a:rPr lang="en"/>
              <a:t>over smoothing</a:t>
            </a:r>
            <a:r>
              <a:rPr lang="en"/>
              <a:t> tails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3" name="Google Shape;14693;p253"/>
          <p:cNvSpPr txBox="1"/>
          <p:nvPr>
            <p:ph idx="2" type="subTitle"/>
          </p:nvPr>
        </p:nvSpPr>
        <p:spPr>
          <a:xfrm>
            <a:off x="1200900" y="36382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Multivariate KDE across multiple stocks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Conditional KDE or rolling-window estimation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Integrate GARCH/EVT for improved tail modeling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4" name="Google Shape;14694;p253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4695" name="Google Shape;14695;p253"/>
          <p:cNvSpPr txBox="1"/>
          <p:nvPr>
            <p:ph idx="5" type="subTitle"/>
          </p:nvPr>
        </p:nvSpPr>
        <p:spPr>
          <a:xfrm>
            <a:off x="1200900" y="31556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9" name="Shape 14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0" name="Google Shape;14700;p2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4701" name="Google Shape;14701;p254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https://www.kaggle.com/datasets/andrewmvd/sp-500-stocks/data?select=sp500_stocks.csv</a:t>
            </a:r>
            <a:endParaRPr/>
          </a:p>
        </p:txBody>
      </p:sp>
      <p:grpSp>
        <p:nvGrpSpPr>
          <p:cNvPr id="14702" name="Google Shape;14702;p254"/>
          <p:cNvGrpSpPr/>
          <p:nvPr/>
        </p:nvGrpSpPr>
        <p:grpSpPr>
          <a:xfrm rot="10800000">
            <a:off x="6494401" y="3778750"/>
            <a:ext cx="298275" cy="322675"/>
            <a:chOff x="8667225" y="681525"/>
            <a:chExt cx="298275" cy="322675"/>
          </a:xfrm>
        </p:grpSpPr>
        <p:sp>
          <p:nvSpPr>
            <p:cNvPr id="14703" name="Google Shape;14703;p254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04" name="Google Shape;14704;p254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05" name="Google Shape;14705;p254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